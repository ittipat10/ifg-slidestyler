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heme/theme2.xml" ContentType="application/vnd.openxmlformats-officedocument.theme+xml"/>
  <Override PartName="/ppt/tags/tag50.xml" ContentType="application/vnd.openxmlformats-officedocument.presentationml.tags+xml"/>
  <Override PartName="/ppt/notesSlides/notesSlide1.xml" ContentType="application/vnd.openxmlformats-officedocument.presentationml.notesSlide+xml"/>
  <Override PartName="/ppt/tags/tag51.xml" ContentType="application/vnd.openxmlformats-officedocument.presentationml.tags+xml"/>
  <Override PartName="/ppt/notesSlides/notesSlide2.xml" ContentType="application/vnd.openxmlformats-officedocument.presentationml.notesSlide+xml"/>
  <Override PartName="/ppt/tags/tag5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53.xml" ContentType="application/vnd.openxmlformats-officedocument.presentationml.tags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317" r:id="rId5"/>
    <p:sldId id="336" r:id="rId6"/>
    <p:sldId id="280" r:id="rId7"/>
    <p:sldId id="375" r:id="rId8"/>
    <p:sldId id="376" r:id="rId9"/>
    <p:sldId id="377" r:id="rId10"/>
    <p:sldId id="378" r:id="rId11"/>
    <p:sldId id="379" r:id="rId12"/>
    <p:sldId id="380" r:id="rId13"/>
    <p:sldId id="381" r:id="rId14"/>
    <p:sldId id="382" r:id="rId15"/>
    <p:sldId id="383" r:id="rId16"/>
    <p:sldId id="384" r:id="rId17"/>
    <p:sldId id="385" r:id="rId18"/>
    <p:sldId id="352" r:id="rId19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fG präsentiert" id="{59C3D385-63B4-5049-98C6-6B1B3E5CBD94}">
          <p14:sldIdLst>
            <p14:sldId id="317"/>
            <p14:sldId id="336"/>
            <p14:sldId id="280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5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97A7"/>
    <a:srgbClr val="3A4A63"/>
    <a:srgbClr val="012641"/>
    <a:srgbClr val="3EB9C0"/>
    <a:srgbClr val="FFFFFF"/>
    <a:srgbClr val="F2F6F7"/>
    <a:srgbClr val="7FD0D7"/>
    <a:srgbClr val="008694"/>
    <a:srgbClr val="009B97"/>
    <a:srgbClr val="E0E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Lechner [IfG GmbH]" userId="91e1a185-cf47-492f-b00d-4696af431106" providerId="ADAL" clId="{BA5FCD62-BF29-4541-B765-730267F653C9}"/>
    <pc:docChg chg="modSld">
      <pc:chgData name="Laura Lechner [IfG GmbH]" userId="91e1a185-cf47-492f-b00d-4696af431106" providerId="ADAL" clId="{BA5FCD62-BF29-4541-B765-730267F653C9}" dt="2026-07-02T14:42:04.190" v="3" actId="27918"/>
      <pc:docMkLst>
        <pc:docMk/>
      </pc:docMkLst>
      <pc:sldChg chg="mod">
        <pc:chgData name="Laura Lechner [IfG GmbH]" userId="91e1a185-cf47-492f-b00d-4696af431106" providerId="ADAL" clId="{BA5FCD62-BF29-4541-B765-730267F653C9}" dt="2026-07-02T14:42:04.190" v="3" actId="27918"/>
        <pc:sldMkLst>
          <pc:docMk/>
          <pc:sldMk cId="1111143467" sldId="38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Projekt</a:t>
            </a:r>
            <a:r>
              <a:rPr lang="de-DE" baseline="0"/>
              <a:t> BEM  </a:t>
            </a:r>
            <a:endParaRPr lang="de-DE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Gemeldete Fälle</c:v>
                </c:pt>
              </c:strCache>
            </c:strRef>
          </c:tx>
          <c:spPr>
            <a:solidFill>
              <a:srgbClr val="0C75E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Altfälle</c:v>
                </c:pt>
                <c:pt idx="1">
                  <c:v>Nov 25</c:v>
                </c:pt>
                <c:pt idx="2">
                  <c:v>Dez 25</c:v>
                </c:pt>
                <c:pt idx="3">
                  <c:v>Jan 26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396</c:v>
                </c:pt>
                <c:pt idx="1">
                  <c:v>292</c:v>
                </c:pt>
                <c:pt idx="2">
                  <c:v>112</c:v>
                </c:pt>
                <c:pt idx="3">
                  <c:v>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91-41C9-97C3-96BFC5CDC531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Einladung</c:v>
                </c:pt>
              </c:strCache>
            </c:strRef>
          </c:tx>
          <c:spPr>
            <a:solidFill>
              <a:srgbClr val="D4000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Altfälle</c:v>
                </c:pt>
                <c:pt idx="1">
                  <c:v>Nov 25</c:v>
                </c:pt>
                <c:pt idx="2">
                  <c:v>Dez 25</c:v>
                </c:pt>
                <c:pt idx="3">
                  <c:v>Jan 26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396</c:v>
                </c:pt>
                <c:pt idx="1">
                  <c:v>292</c:v>
                </c:pt>
                <c:pt idx="2">
                  <c:v>112</c:v>
                </c:pt>
                <c:pt idx="3">
                  <c:v>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91-41C9-97C3-96BFC5CDC531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Rückmeldung</c:v>
                </c:pt>
              </c:strCache>
            </c:strRef>
          </c:tx>
          <c:spPr>
            <a:solidFill>
              <a:srgbClr val="FF5C0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Altfälle</c:v>
                </c:pt>
                <c:pt idx="1">
                  <c:v>Nov 25</c:v>
                </c:pt>
                <c:pt idx="2">
                  <c:v>Dez 25</c:v>
                </c:pt>
                <c:pt idx="3">
                  <c:v>Jan 26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334</c:v>
                </c:pt>
                <c:pt idx="1">
                  <c:v>148</c:v>
                </c:pt>
                <c:pt idx="2">
                  <c:v>83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91-41C9-97C3-96BFC5CDC531}"/>
            </c:ext>
          </c:extLst>
        </c:ser>
        <c:ser>
          <c:idx val="3"/>
          <c:order val="3"/>
          <c:tx>
            <c:strRef>
              <c:f>Tabelle1!$E$1</c:f>
              <c:strCache>
                <c:ptCount val="1"/>
                <c:pt idx="0">
                  <c:v>IG gewünscht</c:v>
                </c:pt>
              </c:strCache>
            </c:strRef>
          </c:tx>
          <c:spPr>
            <a:solidFill>
              <a:srgbClr val="7C24E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Altfälle</c:v>
                </c:pt>
                <c:pt idx="1">
                  <c:v>Nov 25</c:v>
                </c:pt>
                <c:pt idx="2">
                  <c:v>Dez 25</c:v>
                </c:pt>
                <c:pt idx="3">
                  <c:v>Jan 26</c:v>
                </c:pt>
              </c:strCache>
            </c:strRef>
          </c:cat>
          <c:val>
            <c:numRef>
              <c:f>Tabelle1!$E$2:$E$5</c:f>
              <c:numCache>
                <c:formatCode>General</c:formatCode>
                <c:ptCount val="4"/>
                <c:pt idx="0">
                  <c:v>289</c:v>
                </c:pt>
                <c:pt idx="1">
                  <c:v>89</c:v>
                </c:pt>
                <c:pt idx="2">
                  <c:v>49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91-41C9-97C3-96BFC5CDC531}"/>
            </c:ext>
          </c:extLst>
        </c:ser>
        <c:ser>
          <c:idx val="4"/>
          <c:order val="4"/>
          <c:tx>
            <c:strRef>
              <c:f>Tabelle1!$F$1</c:f>
              <c:strCache>
                <c:ptCount val="1"/>
                <c:pt idx="0">
                  <c:v>IG geführt</c:v>
                </c:pt>
              </c:strCache>
            </c:strRef>
          </c:tx>
          <c:spPr>
            <a:solidFill>
              <a:srgbClr val="009699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165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391-41C9-97C3-96BFC5CDC5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Altfälle</c:v>
                </c:pt>
                <c:pt idx="1">
                  <c:v>Nov 25</c:v>
                </c:pt>
                <c:pt idx="2">
                  <c:v>Dez 25</c:v>
                </c:pt>
                <c:pt idx="3">
                  <c:v>Jan 26</c:v>
                </c:pt>
              </c:strCache>
            </c:strRef>
          </c:cat>
          <c:val>
            <c:numRef>
              <c:f>Tabelle1!$F$2:$F$5</c:f>
              <c:numCache>
                <c:formatCode>General</c:formatCode>
                <c:ptCount val="4"/>
                <c:pt idx="0">
                  <c:v>165</c:v>
                </c:pt>
                <c:pt idx="1">
                  <c:v>36</c:v>
                </c:pt>
                <c:pt idx="2">
                  <c:v>21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391-41C9-97C3-96BFC5CDC531}"/>
            </c:ext>
          </c:extLst>
        </c:ser>
        <c:ser>
          <c:idx val="5"/>
          <c:order val="5"/>
          <c:tx>
            <c:strRef>
              <c:f>Tabelle1!$G$1</c:f>
              <c:strCache>
                <c:ptCount val="1"/>
                <c:pt idx="0">
                  <c:v>BEM direkt abgelehnt</c:v>
                </c:pt>
              </c:strCache>
            </c:strRef>
          </c:tx>
          <c:spPr>
            <a:solidFill>
              <a:srgbClr val="0C39E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Altfälle</c:v>
                </c:pt>
                <c:pt idx="1">
                  <c:v>Nov 25</c:v>
                </c:pt>
                <c:pt idx="2">
                  <c:v>Dez 25</c:v>
                </c:pt>
                <c:pt idx="3">
                  <c:v>Jan 26</c:v>
                </c:pt>
              </c:strCache>
            </c:strRef>
          </c:cat>
          <c:val>
            <c:numRef>
              <c:f>Tabelle1!$G$2:$G$5</c:f>
              <c:numCache>
                <c:formatCode>General</c:formatCode>
                <c:ptCount val="4"/>
                <c:pt idx="0">
                  <c:v>36</c:v>
                </c:pt>
                <c:pt idx="1">
                  <c:v>54</c:v>
                </c:pt>
                <c:pt idx="2">
                  <c:v>23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391-41C9-97C3-96BFC5CDC531}"/>
            </c:ext>
          </c:extLst>
        </c:ser>
        <c:ser>
          <c:idx val="6"/>
          <c:order val="6"/>
          <c:tx>
            <c:strRef>
              <c:f>Tabelle1!$H$1</c:f>
              <c:strCache>
                <c:ptCount val="1"/>
                <c:pt idx="0">
                  <c:v>BEM nach IG abgelehnt</c:v>
                </c:pt>
              </c:strCache>
            </c:strRef>
          </c:tx>
          <c:spPr>
            <a:solidFill>
              <a:srgbClr val="EDC00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Tabelle1!$A$2:$A$5</c:f>
              <c:strCache>
                <c:ptCount val="4"/>
                <c:pt idx="0">
                  <c:v>Altfälle</c:v>
                </c:pt>
                <c:pt idx="1">
                  <c:v>Nov 25</c:v>
                </c:pt>
                <c:pt idx="2">
                  <c:v>Dez 25</c:v>
                </c:pt>
                <c:pt idx="3">
                  <c:v>Jan 26</c:v>
                </c:pt>
              </c:strCache>
            </c:strRef>
          </c:cat>
          <c:val>
            <c:numRef>
              <c:f>Tabelle1!$H$2:$H$5</c:f>
              <c:numCache>
                <c:formatCode>General</c:formatCode>
                <c:ptCount val="4"/>
                <c:pt idx="0">
                  <c:v>16</c:v>
                </c:pt>
                <c:pt idx="1">
                  <c:v>3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391-41C9-97C3-96BFC5CDC5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77555776"/>
        <c:axId val="777554816"/>
      </c:barChart>
      <c:catAx>
        <c:axId val="777555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77554816"/>
        <c:crosses val="autoZero"/>
        <c:auto val="1"/>
        <c:lblAlgn val="ctr"/>
        <c:lblOffset val="100"/>
        <c:noMultiLvlLbl val="0"/>
      </c:catAx>
      <c:valAx>
        <c:axId val="777554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77555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err="1"/>
              <a:t>Rückmeldungen</a:t>
            </a:r>
            <a:r>
              <a:rPr lang="en-US" sz="1600"/>
              <a:t> auf </a:t>
            </a:r>
            <a:r>
              <a:rPr lang="en-US" sz="1600" err="1"/>
              <a:t>Einladung</a:t>
            </a:r>
            <a:r>
              <a:rPr lang="en-US" sz="1600"/>
              <a:t> (N=581</a:t>
            </a:r>
            <a:r>
              <a:rPr lang="en-US"/>
              <a:t>)</a:t>
            </a:r>
          </a:p>
        </c:rich>
      </c:tx>
      <c:layout>
        <c:manualLayout>
          <c:xMode val="edge"/>
          <c:yMode val="edge"/>
          <c:x val="0.20382608261030571"/>
          <c:y val="3.24594707985026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Rückmeldungen (N = 533)</c:v>
                </c:pt>
              </c:strCache>
            </c:strRef>
          </c:tx>
          <c:dPt>
            <c:idx val="0"/>
            <c:bubble3D val="0"/>
            <c:spPr>
              <a:solidFill>
                <a:srgbClr val="0C75E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212-48ED-A105-325238753317}"/>
              </c:ext>
            </c:extLst>
          </c:dPt>
          <c:dPt>
            <c:idx val="1"/>
            <c:bubble3D val="0"/>
            <c:spPr>
              <a:solidFill>
                <a:srgbClr val="D400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212-48ED-A105-325238753317}"/>
              </c:ext>
            </c:extLst>
          </c:dPt>
          <c:dPt>
            <c:idx val="2"/>
            <c:bubble3D val="0"/>
            <c:spPr>
              <a:solidFill>
                <a:srgbClr val="6E0CE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212-48ED-A105-325238753317}"/>
              </c:ext>
            </c:extLst>
          </c:dPt>
          <c:dPt>
            <c:idx val="3"/>
            <c:bubble3D val="0"/>
            <c:spPr>
              <a:solidFill>
                <a:srgbClr val="FF5C0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212-48ED-A105-32523875331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Direkte Ablehnung</c:v>
                </c:pt>
                <c:pt idx="1">
                  <c:v>Interesse am Informationsgespräch</c:v>
                </c:pt>
                <c:pt idx="2">
                  <c:v>Unsicher</c:v>
                </c:pt>
                <c:pt idx="3">
                  <c:v>Falsche BEM-Fälle</c:v>
                </c:pt>
              </c:strCache>
            </c:strRef>
          </c:cat>
          <c:val>
            <c:numRef>
              <c:f>Tabelle1!$B$2:$B$5</c:f>
              <c:numCache>
                <c:formatCode>0%</c:formatCode>
                <c:ptCount val="4"/>
                <c:pt idx="0">
                  <c:v>0.17</c:v>
                </c:pt>
                <c:pt idx="1">
                  <c:v>0.79</c:v>
                </c:pt>
                <c:pt idx="2">
                  <c:v>0.01</c:v>
                </c:pt>
                <c:pt idx="3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212-48ED-A105-32523875331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8694120132768999"/>
          <c:y val="0.29388838889672625"/>
          <c:w val="0.28900210306773111"/>
          <c:h val="0.7061116111032738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err="1"/>
              <a:t>Rückmeldung</a:t>
            </a:r>
            <a:r>
              <a:rPr lang="en-US" sz="1600" baseline="0"/>
              <a:t> </a:t>
            </a:r>
            <a:r>
              <a:rPr lang="en-US" sz="1600" baseline="0" err="1"/>
              <a:t>nach</a:t>
            </a:r>
            <a:r>
              <a:rPr lang="en-US" sz="1600" baseline="0"/>
              <a:t> </a:t>
            </a:r>
            <a:r>
              <a:rPr lang="en-US" sz="1600" baseline="0" err="1"/>
              <a:t>g</a:t>
            </a:r>
            <a:r>
              <a:rPr lang="en-US" sz="1600" err="1"/>
              <a:t>eführten</a:t>
            </a:r>
            <a:r>
              <a:rPr lang="en-US" sz="1600"/>
              <a:t> </a:t>
            </a:r>
            <a:r>
              <a:rPr lang="en-US" sz="1600" err="1"/>
              <a:t>Informationsgespräche</a:t>
            </a:r>
            <a:r>
              <a:rPr lang="en-US" sz="1600"/>
              <a:t> (N = 225)</a:t>
            </a:r>
          </a:p>
        </c:rich>
      </c:tx>
      <c:layout>
        <c:manualLayout>
          <c:xMode val="edge"/>
          <c:yMode val="edge"/>
          <c:x val="0.18601857101592459"/>
          <c:y val="4.2866442332379785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Geführte Einladungsgespräche (N = 214)</c:v>
                </c:pt>
              </c:strCache>
            </c:strRef>
          </c:tx>
          <c:dPt>
            <c:idx val="0"/>
            <c:bubble3D val="0"/>
            <c:spPr>
              <a:solidFill>
                <a:srgbClr val="0C75E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1E8-412D-A47B-AB7B46101B65}"/>
              </c:ext>
            </c:extLst>
          </c:dPt>
          <c:dPt>
            <c:idx val="1"/>
            <c:bubble3D val="0"/>
            <c:spPr>
              <a:solidFill>
                <a:srgbClr val="D4000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1E8-412D-A47B-AB7B46101B65}"/>
              </c:ext>
            </c:extLst>
          </c:dPt>
          <c:dPt>
            <c:idx val="2"/>
            <c:bubble3D val="0"/>
            <c:spPr>
              <a:solidFill>
                <a:srgbClr val="7C24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1E8-412D-A47B-AB7B46101B65}"/>
              </c:ext>
            </c:extLst>
          </c:dPt>
          <c:dPt>
            <c:idx val="3"/>
            <c:bubble3D val="0"/>
            <c:spPr>
              <a:solidFill>
                <a:srgbClr val="FF5C0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51E8-412D-A47B-AB7B46101B6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Tabelle1!$A$2:$A$5</c:f>
              <c:strCache>
                <c:ptCount val="4"/>
                <c:pt idx="0">
                  <c:v>Ich will BEM</c:v>
                </c:pt>
                <c:pt idx="1">
                  <c:v>Ich will kein BEM</c:v>
                </c:pt>
                <c:pt idx="2">
                  <c:v>Bedenkzeit</c:v>
                </c:pt>
                <c:pt idx="3">
                  <c:v>Sonstiges (nicht erschienen, Sprachbarriere etc.)</c:v>
                </c:pt>
              </c:strCache>
            </c:strRef>
          </c:cat>
          <c:val>
            <c:numRef>
              <c:f>Tabelle1!$B$2:$B$5</c:f>
              <c:numCache>
                <c:formatCode>0%</c:formatCode>
                <c:ptCount val="4"/>
                <c:pt idx="0">
                  <c:v>0.74</c:v>
                </c:pt>
                <c:pt idx="1">
                  <c:v>0.12</c:v>
                </c:pt>
                <c:pt idx="2">
                  <c:v>0.03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1E8-412D-A47B-AB7B46101B65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r"/>
      <c:layout>
        <c:manualLayout>
          <c:xMode val="edge"/>
          <c:yMode val="edge"/>
          <c:x val="0.58946217927574251"/>
          <c:y val="0.20486976060711284"/>
          <c:w val="0.40817871775956704"/>
          <c:h val="0.7913040736894961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://www.BEM365.de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://www.BEM365.de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0F201B-1385-4C4F-ABC0-237E40405436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BA91F46-D211-43E4-BA1C-166F13336FCB}">
      <dgm:prSet phldrT="[Text]" custT="1"/>
      <dgm:spPr>
        <a:solidFill>
          <a:srgbClr val="012641"/>
        </a:solidFill>
      </dgm:spPr>
      <dgm:t>
        <a:bodyPr/>
        <a:lstStyle/>
        <a:p>
          <a:pPr algn="ctr" rtl="0">
            <a:lnSpc>
              <a:spcPct val="90000"/>
            </a:lnSpc>
          </a:pPr>
          <a:r>
            <a:rPr lang="de-DE" sz="2000" b="1"/>
            <a:t>Grundleistung</a:t>
          </a:r>
        </a:p>
      </dgm:t>
    </dgm:pt>
    <dgm:pt modelId="{5002D688-EDB5-43D7-A258-4DA5D6160D5C}" type="parTrans" cxnId="{26B8C9C0-4C5B-4E29-B3DA-5E19BEFD1183}">
      <dgm:prSet/>
      <dgm:spPr/>
      <dgm:t>
        <a:bodyPr/>
        <a:lstStyle/>
        <a:p>
          <a:endParaRPr lang="de-DE"/>
        </a:p>
      </dgm:t>
    </dgm:pt>
    <dgm:pt modelId="{CC068EBA-F94F-415C-86BD-2BED1D7BF38F}" type="sibTrans" cxnId="{26B8C9C0-4C5B-4E29-B3DA-5E19BEFD1183}">
      <dgm:prSet/>
      <dgm:spPr/>
      <dgm:t>
        <a:bodyPr/>
        <a:lstStyle/>
        <a:p>
          <a:endParaRPr lang="de-DE"/>
        </a:p>
      </dgm:t>
    </dgm:pt>
    <dgm:pt modelId="{E20D019C-5474-4ADF-82C9-7AD90FDF26FB}">
      <dgm:prSet phldrT="[Text]" custT="1"/>
      <dgm:spPr>
        <a:solidFill>
          <a:srgbClr val="012641"/>
        </a:solidFill>
      </dgm:spPr>
      <dgm:t>
        <a:bodyPr/>
        <a:lstStyle/>
        <a:p>
          <a:pPr algn="l">
            <a:lnSpc>
              <a:spcPct val="100000"/>
            </a:lnSpc>
          </a:pPr>
          <a:r>
            <a:rPr lang="de-DE" sz="1600">
              <a:solidFill>
                <a:schemeClr val="bg1"/>
              </a:solidFill>
            </a:rPr>
            <a:t>Portal-Hosting auf </a:t>
          </a:r>
          <a:r>
            <a:rPr lang="de-DE" sz="160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www.BEM365.de</a:t>
          </a:r>
          <a:r>
            <a:rPr lang="de-DE" sz="1600"/>
            <a:t>,</a:t>
          </a:r>
        </a:p>
      </dgm:t>
    </dgm:pt>
    <dgm:pt modelId="{2739A850-8F4C-46A3-945A-0B45DE9D766A}" type="parTrans" cxnId="{DD0BFBA9-F9DC-4793-952F-4D3758A0829F}">
      <dgm:prSet/>
      <dgm:spPr/>
      <dgm:t>
        <a:bodyPr/>
        <a:lstStyle/>
        <a:p>
          <a:endParaRPr lang="de-DE"/>
        </a:p>
      </dgm:t>
    </dgm:pt>
    <dgm:pt modelId="{ED4ADC9D-FC72-40F8-BDDD-AE3F22D08B60}" type="sibTrans" cxnId="{DD0BFBA9-F9DC-4793-952F-4D3758A0829F}">
      <dgm:prSet/>
      <dgm:spPr/>
      <dgm:t>
        <a:bodyPr/>
        <a:lstStyle/>
        <a:p>
          <a:endParaRPr lang="de-DE"/>
        </a:p>
      </dgm:t>
    </dgm:pt>
    <dgm:pt modelId="{81EA6894-B1E4-4B14-9677-E3AE20A426B5}">
      <dgm:prSet phldrT="[Text]" custT="1"/>
      <dgm:spPr>
        <a:solidFill>
          <a:srgbClr val="9497A7"/>
        </a:solidFill>
      </dgm:spPr>
      <dgm:t>
        <a:bodyPr/>
        <a:lstStyle/>
        <a:p>
          <a:pPr algn="ctr">
            <a:lnSpc>
              <a:spcPct val="90000"/>
            </a:lnSpc>
          </a:pPr>
          <a:r>
            <a:rPr lang="de-DE" sz="2000" b="1"/>
            <a:t>Einladungs-management</a:t>
          </a:r>
        </a:p>
      </dgm:t>
    </dgm:pt>
    <dgm:pt modelId="{330424FA-0FAD-4D09-8DE7-5EAD5A010E14}" type="parTrans" cxnId="{9B72CDF4-F882-4240-9993-ECA3CF0F60CD}">
      <dgm:prSet/>
      <dgm:spPr/>
      <dgm:t>
        <a:bodyPr/>
        <a:lstStyle/>
        <a:p>
          <a:endParaRPr lang="de-DE"/>
        </a:p>
      </dgm:t>
    </dgm:pt>
    <dgm:pt modelId="{71F264F5-6344-4BD0-87D2-3D5BB68D54AE}" type="sibTrans" cxnId="{9B72CDF4-F882-4240-9993-ECA3CF0F60CD}">
      <dgm:prSet/>
      <dgm:spPr/>
      <dgm:t>
        <a:bodyPr/>
        <a:lstStyle/>
        <a:p>
          <a:endParaRPr lang="de-DE"/>
        </a:p>
      </dgm:t>
    </dgm:pt>
    <dgm:pt modelId="{854A2806-2E70-4A69-89A1-3CADEE1C0370}">
      <dgm:prSet phldrT="[Text]" custT="1"/>
      <dgm:spPr>
        <a:solidFill>
          <a:srgbClr val="9497A7"/>
        </a:solidFill>
      </dgm:spPr>
      <dgm:t>
        <a:bodyPr/>
        <a:lstStyle/>
        <a:p>
          <a:pPr algn="l">
            <a:lnSpc>
              <a:spcPct val="100000"/>
            </a:lnSpc>
          </a:pPr>
          <a:r>
            <a:rPr lang="de-DE" sz="1600"/>
            <a:t>Information (BEM-Infomodul, FAQ, Info-Flyer)</a:t>
          </a:r>
        </a:p>
      </dgm:t>
    </dgm:pt>
    <dgm:pt modelId="{36CDC7D5-9CF2-4549-8DB4-F720CC9F22A7}" type="parTrans" cxnId="{57B3215B-9D41-43F6-A805-370CFA3C5384}">
      <dgm:prSet/>
      <dgm:spPr/>
      <dgm:t>
        <a:bodyPr/>
        <a:lstStyle/>
        <a:p>
          <a:endParaRPr lang="de-DE"/>
        </a:p>
      </dgm:t>
    </dgm:pt>
    <dgm:pt modelId="{71626F42-BFF4-463C-81B6-C5D9B0C5FD3B}" type="sibTrans" cxnId="{57B3215B-9D41-43F6-A805-370CFA3C5384}">
      <dgm:prSet/>
      <dgm:spPr/>
      <dgm:t>
        <a:bodyPr/>
        <a:lstStyle/>
        <a:p>
          <a:endParaRPr lang="de-DE"/>
        </a:p>
      </dgm:t>
    </dgm:pt>
    <dgm:pt modelId="{079056E4-B541-46BC-A7DF-9927AC8C3FBA}">
      <dgm:prSet phldrT="[Text]" custT="1"/>
      <dgm:spPr>
        <a:solidFill>
          <a:srgbClr val="012641"/>
        </a:solidFill>
        <a:ln>
          <a:solidFill>
            <a:srgbClr val="012641"/>
          </a:solidFill>
        </a:ln>
      </dgm:spPr>
      <dgm:t>
        <a:bodyPr/>
        <a:lstStyle/>
        <a:p>
          <a:pPr algn="ctr">
            <a:lnSpc>
              <a:spcPct val="90000"/>
            </a:lnSpc>
          </a:pPr>
          <a:r>
            <a:rPr lang="de-DE" sz="2000" b="1"/>
            <a:t>Fallmanagement</a:t>
          </a:r>
        </a:p>
      </dgm:t>
    </dgm:pt>
    <dgm:pt modelId="{AFFCA2AB-5587-4AE7-960A-1706E33C1847}" type="parTrans" cxnId="{39A836E9-83D9-40A2-B586-A23E6084BE78}">
      <dgm:prSet/>
      <dgm:spPr/>
      <dgm:t>
        <a:bodyPr/>
        <a:lstStyle/>
        <a:p>
          <a:endParaRPr lang="de-DE"/>
        </a:p>
      </dgm:t>
    </dgm:pt>
    <dgm:pt modelId="{2056376F-9195-4ED3-AC67-C30F9FAA7EC0}" type="sibTrans" cxnId="{39A836E9-83D9-40A2-B586-A23E6084BE78}">
      <dgm:prSet/>
      <dgm:spPr/>
      <dgm:t>
        <a:bodyPr/>
        <a:lstStyle/>
        <a:p>
          <a:endParaRPr lang="de-DE"/>
        </a:p>
      </dgm:t>
    </dgm:pt>
    <dgm:pt modelId="{767EB5DA-523C-4C6A-B4BB-BBA63AECD2F9}">
      <dgm:prSet phldrT="[Text]" custT="1"/>
      <dgm:spPr>
        <a:solidFill>
          <a:srgbClr val="012641"/>
        </a:solidFill>
        <a:ln>
          <a:solidFill>
            <a:srgbClr val="012641"/>
          </a:solidFill>
        </a:ln>
      </dgm:spPr>
      <dgm:t>
        <a:bodyPr/>
        <a:lstStyle/>
        <a:p>
          <a:pPr algn="l">
            <a:lnSpc>
              <a:spcPct val="100000"/>
            </a:lnSpc>
          </a:pPr>
          <a:r>
            <a:rPr lang="de-DE" sz="1600"/>
            <a:t>Planung, Koordination und Durchführung von BEM-Fallgesprächen mit den Beschäftigten</a:t>
          </a:r>
          <a:r>
            <a:rPr lang="de-DE" sz="1600" b="1"/>
            <a:t>   </a:t>
          </a:r>
          <a:endParaRPr lang="de-DE" sz="1600"/>
        </a:p>
      </dgm:t>
    </dgm:pt>
    <dgm:pt modelId="{8892A2CF-9AD8-431D-AC1A-73A9F568629C}" type="parTrans" cxnId="{4A336F30-2D8F-431E-9FDA-B673427DB8FC}">
      <dgm:prSet/>
      <dgm:spPr/>
      <dgm:t>
        <a:bodyPr/>
        <a:lstStyle/>
        <a:p>
          <a:endParaRPr lang="de-DE"/>
        </a:p>
      </dgm:t>
    </dgm:pt>
    <dgm:pt modelId="{F41F9945-F734-4629-B73B-211C33F1CBD5}" type="sibTrans" cxnId="{4A336F30-2D8F-431E-9FDA-B673427DB8FC}">
      <dgm:prSet/>
      <dgm:spPr/>
      <dgm:t>
        <a:bodyPr/>
        <a:lstStyle/>
        <a:p>
          <a:endParaRPr lang="de-DE"/>
        </a:p>
      </dgm:t>
    </dgm:pt>
    <dgm:pt modelId="{93D34C25-BFC6-4190-B487-A5A0C2DECE85}">
      <dgm:prSet phldrT="[Text]" custT="1"/>
      <dgm:spPr>
        <a:solidFill>
          <a:srgbClr val="9497A7"/>
        </a:solidFill>
      </dgm:spPr>
      <dgm:t>
        <a:bodyPr/>
        <a:lstStyle/>
        <a:p>
          <a:pPr algn="ctr">
            <a:lnSpc>
              <a:spcPct val="90000"/>
            </a:lnSpc>
          </a:pPr>
          <a:r>
            <a:rPr lang="de-DE" sz="2000" b="1"/>
            <a:t>Care-Management </a:t>
          </a:r>
        </a:p>
      </dgm:t>
    </dgm:pt>
    <dgm:pt modelId="{F67A77F4-5F01-4C58-8332-FE04420E7363}" type="parTrans" cxnId="{89AE4159-2D53-4812-BCBD-94AA965DA96B}">
      <dgm:prSet/>
      <dgm:spPr/>
      <dgm:t>
        <a:bodyPr/>
        <a:lstStyle/>
        <a:p>
          <a:endParaRPr lang="de-DE"/>
        </a:p>
      </dgm:t>
    </dgm:pt>
    <dgm:pt modelId="{06A55F75-1CDF-49E3-AB8D-34A67AB46F56}" type="sibTrans" cxnId="{89AE4159-2D53-4812-BCBD-94AA965DA96B}">
      <dgm:prSet/>
      <dgm:spPr/>
      <dgm:t>
        <a:bodyPr/>
        <a:lstStyle/>
        <a:p>
          <a:endParaRPr lang="de-DE"/>
        </a:p>
      </dgm:t>
    </dgm:pt>
    <dgm:pt modelId="{E9C4CC2C-C342-4421-B60E-68034481BED7}">
      <dgm:prSet custT="1"/>
      <dgm:spPr>
        <a:solidFill>
          <a:srgbClr val="012641"/>
        </a:solidFill>
      </dgm:spPr>
      <dgm:t>
        <a:bodyPr/>
        <a:lstStyle/>
        <a:p>
          <a:pPr algn="l">
            <a:lnSpc>
              <a:spcPct val="100000"/>
            </a:lnSpc>
          </a:pPr>
          <a:r>
            <a:rPr lang="de-DE" sz="1600"/>
            <a:t>Hochsichere </a:t>
          </a:r>
          <a:r>
            <a:rPr lang="de-DE" sz="1600" err="1"/>
            <a:t>DatenCloud</a:t>
          </a:r>
          <a:r>
            <a:rPr lang="de-DE" sz="1600"/>
            <a:t> mit rollenbasiertem Nutzer- und Rechtemanagement</a:t>
          </a:r>
          <a:endParaRPr lang="en-US" sz="1600">
            <a:ea typeface="Calibri"/>
            <a:cs typeface="Calibri"/>
          </a:endParaRPr>
        </a:p>
      </dgm:t>
    </dgm:pt>
    <dgm:pt modelId="{8887F49E-FA67-4CBD-861B-EC76218B4C7B}" type="parTrans" cxnId="{E2D62088-4213-4FCD-A72D-9AE9CBD92572}">
      <dgm:prSet/>
      <dgm:spPr/>
      <dgm:t>
        <a:bodyPr/>
        <a:lstStyle/>
        <a:p>
          <a:endParaRPr lang="de-DE"/>
        </a:p>
      </dgm:t>
    </dgm:pt>
    <dgm:pt modelId="{D212152B-7F5C-4C81-B929-C15737A4307F}" type="sibTrans" cxnId="{E2D62088-4213-4FCD-A72D-9AE9CBD92572}">
      <dgm:prSet/>
      <dgm:spPr/>
      <dgm:t>
        <a:bodyPr/>
        <a:lstStyle/>
        <a:p>
          <a:endParaRPr lang="de-DE"/>
        </a:p>
      </dgm:t>
    </dgm:pt>
    <dgm:pt modelId="{2E9FCDE7-418E-4FF1-8E1A-A96F6A14013B}">
      <dgm:prSet custT="1"/>
      <dgm:spPr>
        <a:solidFill>
          <a:srgbClr val="012641"/>
        </a:solidFill>
      </dgm:spPr>
      <dgm:t>
        <a:bodyPr/>
        <a:lstStyle/>
        <a:p>
          <a:pPr algn="l">
            <a:lnSpc>
              <a:spcPct val="100000"/>
            </a:lnSpc>
          </a:pPr>
          <a:r>
            <a:rPr lang="de-DE" sz="1600"/>
            <a:t>Terminbuchungstool</a:t>
          </a:r>
          <a:endParaRPr lang="en-US" sz="1800">
            <a:ea typeface="Calibri"/>
            <a:cs typeface="Calibri"/>
          </a:endParaRPr>
        </a:p>
      </dgm:t>
    </dgm:pt>
    <dgm:pt modelId="{D6EB2E0D-F7F6-4A08-BBE0-5259BA9BDED6}" type="parTrans" cxnId="{B2CEFE80-B77C-45E4-AB68-3C870F74F102}">
      <dgm:prSet/>
      <dgm:spPr/>
      <dgm:t>
        <a:bodyPr/>
        <a:lstStyle/>
        <a:p>
          <a:endParaRPr lang="de-DE"/>
        </a:p>
      </dgm:t>
    </dgm:pt>
    <dgm:pt modelId="{2AABF86F-472B-405C-9C34-C0E8D0514D8C}" type="sibTrans" cxnId="{B2CEFE80-B77C-45E4-AB68-3C870F74F102}">
      <dgm:prSet/>
      <dgm:spPr/>
      <dgm:t>
        <a:bodyPr/>
        <a:lstStyle/>
        <a:p>
          <a:endParaRPr lang="de-DE"/>
        </a:p>
      </dgm:t>
    </dgm:pt>
    <dgm:pt modelId="{46AB35B1-BFAE-4CD6-9BD3-D67B71C099BD}">
      <dgm:prSet custT="1"/>
      <dgm:spPr>
        <a:solidFill>
          <a:srgbClr val="9497A7"/>
        </a:solidFill>
      </dgm:spPr>
      <dgm:t>
        <a:bodyPr/>
        <a:lstStyle/>
        <a:p>
          <a:pPr algn="l">
            <a:lnSpc>
              <a:spcPct val="100000"/>
            </a:lnSpc>
          </a:pPr>
          <a:r>
            <a:rPr lang="de-DE" sz="1600"/>
            <a:t>Postalische Einladung (Porto, Materialkosten)</a:t>
          </a:r>
          <a:endParaRPr lang="de-DE" sz="1600">
            <a:ea typeface="Calibri"/>
            <a:cs typeface="Calibri"/>
          </a:endParaRPr>
        </a:p>
      </dgm:t>
    </dgm:pt>
    <dgm:pt modelId="{06085C61-07B9-4D07-ACAC-907BDB206607}" type="parTrans" cxnId="{1FAE0210-1248-4BF6-AA1B-16E332878C93}">
      <dgm:prSet/>
      <dgm:spPr/>
      <dgm:t>
        <a:bodyPr/>
        <a:lstStyle/>
        <a:p>
          <a:endParaRPr lang="de-DE"/>
        </a:p>
      </dgm:t>
    </dgm:pt>
    <dgm:pt modelId="{7C279118-184C-40B8-9437-E4B33BE89A1E}" type="sibTrans" cxnId="{1FAE0210-1248-4BF6-AA1B-16E332878C93}">
      <dgm:prSet/>
      <dgm:spPr/>
      <dgm:t>
        <a:bodyPr/>
        <a:lstStyle/>
        <a:p>
          <a:endParaRPr lang="de-DE"/>
        </a:p>
      </dgm:t>
    </dgm:pt>
    <dgm:pt modelId="{7E74FEFA-A986-4574-A900-60D8B785982E}">
      <dgm:prSet custT="1"/>
      <dgm:spPr>
        <a:solidFill>
          <a:srgbClr val="9497A7"/>
        </a:solidFill>
      </dgm:spPr>
      <dgm:t>
        <a:bodyPr/>
        <a:lstStyle/>
        <a:p>
          <a:pPr algn="l">
            <a:lnSpc>
              <a:spcPct val="100000"/>
            </a:lnSpc>
          </a:pPr>
          <a:r>
            <a:rPr lang="de-DE" sz="1600"/>
            <a:t>Informationsgespräch (Online/Telefonisch)</a:t>
          </a:r>
        </a:p>
      </dgm:t>
    </dgm:pt>
    <dgm:pt modelId="{F951F8A6-2FA6-4A6E-BE12-6180B813DE22}" type="parTrans" cxnId="{D562400B-A640-4BD6-8151-3ECF3FB92706}">
      <dgm:prSet/>
      <dgm:spPr/>
      <dgm:t>
        <a:bodyPr/>
        <a:lstStyle/>
        <a:p>
          <a:endParaRPr lang="de-DE"/>
        </a:p>
      </dgm:t>
    </dgm:pt>
    <dgm:pt modelId="{80B939F3-E998-4650-9615-164A716B5CF9}" type="sibTrans" cxnId="{D562400B-A640-4BD6-8151-3ECF3FB92706}">
      <dgm:prSet/>
      <dgm:spPr/>
      <dgm:t>
        <a:bodyPr/>
        <a:lstStyle/>
        <a:p>
          <a:endParaRPr lang="de-DE"/>
        </a:p>
      </dgm:t>
    </dgm:pt>
    <dgm:pt modelId="{4BD8EC97-89C6-4A44-96F6-2F669B88D1FF}">
      <dgm:prSet custT="1"/>
      <dgm:spPr>
        <a:solidFill>
          <a:srgbClr val="012641"/>
        </a:solidFill>
        <a:ln>
          <a:solidFill>
            <a:srgbClr val="012641"/>
          </a:solidFill>
        </a:ln>
      </dgm:spPr>
      <dgm:t>
        <a:bodyPr/>
        <a:lstStyle/>
        <a:p>
          <a:pPr algn="l">
            <a:lnSpc>
              <a:spcPct val="100000"/>
            </a:lnSpc>
          </a:pPr>
          <a:r>
            <a:rPr lang="de-DE" sz="1600"/>
            <a:t>Fortlaufende Koordination und Rücksprachen mit betrieblichen und externen Partnern</a:t>
          </a:r>
          <a:endParaRPr lang="de-DE" sz="1600">
            <a:ea typeface="Calibri"/>
            <a:cs typeface="Calibri"/>
          </a:endParaRPr>
        </a:p>
      </dgm:t>
    </dgm:pt>
    <dgm:pt modelId="{70C73CB1-A275-426B-8B7A-BC5CBB7E8D81}" type="parTrans" cxnId="{A59EADC3-5BA2-47C4-9B11-D9B22EAF030E}">
      <dgm:prSet/>
      <dgm:spPr/>
      <dgm:t>
        <a:bodyPr/>
        <a:lstStyle/>
        <a:p>
          <a:endParaRPr lang="de-DE"/>
        </a:p>
      </dgm:t>
    </dgm:pt>
    <dgm:pt modelId="{47B53265-453E-4753-B50C-8994210E808D}" type="sibTrans" cxnId="{A59EADC3-5BA2-47C4-9B11-D9B22EAF030E}">
      <dgm:prSet/>
      <dgm:spPr/>
      <dgm:t>
        <a:bodyPr/>
        <a:lstStyle/>
        <a:p>
          <a:endParaRPr lang="de-DE"/>
        </a:p>
      </dgm:t>
    </dgm:pt>
    <dgm:pt modelId="{6B90EDAD-7885-48F2-9B03-3255A6EA0484}">
      <dgm:prSet custT="1"/>
      <dgm:spPr>
        <a:solidFill>
          <a:srgbClr val="012641"/>
        </a:solidFill>
        <a:ln>
          <a:solidFill>
            <a:srgbClr val="012641"/>
          </a:solidFill>
        </a:ln>
      </dgm:spPr>
      <dgm:t>
        <a:bodyPr/>
        <a:lstStyle/>
        <a:p>
          <a:pPr algn="l">
            <a:lnSpc>
              <a:spcPct val="100000"/>
            </a:lnSpc>
          </a:pPr>
          <a:r>
            <a:rPr lang="de-DE" sz="1600">
              <a:ea typeface="Calibri"/>
              <a:cs typeface="Calibri"/>
            </a:rPr>
            <a:t>Dokumentation</a:t>
          </a:r>
          <a:endParaRPr lang="de-DE" sz="1800"/>
        </a:p>
      </dgm:t>
    </dgm:pt>
    <dgm:pt modelId="{D981C201-5A69-4269-89B9-B62D83454E81}" type="parTrans" cxnId="{53223905-9F9E-4021-A7F3-417D935037BC}">
      <dgm:prSet/>
      <dgm:spPr/>
      <dgm:t>
        <a:bodyPr/>
        <a:lstStyle/>
        <a:p>
          <a:endParaRPr lang="de-DE"/>
        </a:p>
      </dgm:t>
    </dgm:pt>
    <dgm:pt modelId="{7F802DDD-8673-4D1A-9B6D-AF20491E4685}" type="sibTrans" cxnId="{53223905-9F9E-4021-A7F3-417D935037BC}">
      <dgm:prSet/>
      <dgm:spPr/>
      <dgm:t>
        <a:bodyPr/>
        <a:lstStyle/>
        <a:p>
          <a:endParaRPr lang="de-DE"/>
        </a:p>
      </dgm:t>
    </dgm:pt>
    <dgm:pt modelId="{C2D560C5-A248-4633-8C0D-9EE571323724}">
      <dgm:prSet custT="1"/>
      <dgm:spPr>
        <a:solidFill>
          <a:srgbClr val="9497A7"/>
        </a:solidFill>
      </dgm:spPr>
      <dgm:t>
        <a:bodyPr/>
        <a:lstStyle/>
        <a:p>
          <a:pPr algn="l">
            <a:lnSpc>
              <a:spcPct val="100000"/>
            </a:lnSpc>
          </a:pPr>
          <a:r>
            <a:rPr lang="de-DE" sz="1600">
              <a:ea typeface="Calibri"/>
              <a:cs typeface="Calibri"/>
            </a:rPr>
            <a:t>Assistance im Finden von Behandlungs-möglichkeiten (Fachärzte)  </a:t>
          </a:r>
          <a:endParaRPr lang="de-DE" sz="1600">
            <a:highlight>
              <a:srgbClr val="FFFF00"/>
            </a:highlight>
            <a:ea typeface="Calibri"/>
            <a:cs typeface="Calibri"/>
          </a:endParaRPr>
        </a:p>
      </dgm:t>
    </dgm:pt>
    <dgm:pt modelId="{9186337A-A3C6-4650-9221-528211E61385}" type="parTrans" cxnId="{4FD6C856-57D3-4C31-8C01-D03813DB2F64}">
      <dgm:prSet/>
      <dgm:spPr/>
      <dgm:t>
        <a:bodyPr/>
        <a:lstStyle/>
        <a:p>
          <a:endParaRPr lang="de-DE"/>
        </a:p>
      </dgm:t>
    </dgm:pt>
    <dgm:pt modelId="{89276866-ADDE-4616-A61D-CB163F4B9AAC}" type="sibTrans" cxnId="{4FD6C856-57D3-4C31-8C01-D03813DB2F64}">
      <dgm:prSet/>
      <dgm:spPr/>
      <dgm:t>
        <a:bodyPr/>
        <a:lstStyle/>
        <a:p>
          <a:endParaRPr lang="de-DE"/>
        </a:p>
      </dgm:t>
    </dgm:pt>
    <dgm:pt modelId="{063EEEBB-8632-4011-B309-56DB8BD3364A}">
      <dgm:prSet custT="1"/>
      <dgm:spPr>
        <a:solidFill>
          <a:srgbClr val="9497A7"/>
        </a:solidFill>
      </dgm:spPr>
      <dgm:t>
        <a:bodyPr/>
        <a:lstStyle/>
        <a:p>
          <a:pPr algn="l">
            <a:lnSpc>
              <a:spcPct val="100000"/>
            </a:lnSpc>
          </a:pPr>
          <a:r>
            <a:rPr lang="de-DE" sz="1600">
              <a:ea typeface="+mn-lt"/>
              <a:cs typeface="+mn-lt"/>
            </a:rPr>
            <a:t>Einholung ärztlicher Zweitmeinungen </a:t>
          </a:r>
          <a:endParaRPr lang="de-DE" sz="1600"/>
        </a:p>
      </dgm:t>
    </dgm:pt>
    <dgm:pt modelId="{1AF59735-AF4F-4DFB-927C-C7D42B922457}" type="parTrans" cxnId="{FEF7F8D3-A811-4A3F-8493-56B11307A344}">
      <dgm:prSet/>
      <dgm:spPr/>
      <dgm:t>
        <a:bodyPr/>
        <a:lstStyle/>
        <a:p>
          <a:endParaRPr lang="de-DE"/>
        </a:p>
      </dgm:t>
    </dgm:pt>
    <dgm:pt modelId="{57DA0DC1-26A1-4668-9D39-9CB3407337C6}" type="sibTrans" cxnId="{FEF7F8D3-A811-4A3F-8493-56B11307A344}">
      <dgm:prSet/>
      <dgm:spPr/>
      <dgm:t>
        <a:bodyPr/>
        <a:lstStyle/>
        <a:p>
          <a:endParaRPr lang="de-DE"/>
        </a:p>
      </dgm:t>
    </dgm:pt>
    <dgm:pt modelId="{79756154-EA3F-4882-8C25-3A875C1CEA7F}" type="pres">
      <dgm:prSet presAssocID="{3D0F201B-1385-4C4F-ABC0-237E40405436}" presName="Name0" presStyleCnt="0">
        <dgm:presLayoutVars>
          <dgm:dir/>
          <dgm:resizeHandles val="exact"/>
        </dgm:presLayoutVars>
      </dgm:prSet>
      <dgm:spPr/>
    </dgm:pt>
    <dgm:pt modelId="{005C99A0-8D2C-4383-BC80-8E2D58F9E13E}" type="pres">
      <dgm:prSet presAssocID="{8BA91F46-D211-43E4-BA1C-166F13336FCB}" presName="node" presStyleLbl="node1" presStyleIdx="0" presStyleCnt="4" custScaleX="113415" custLinFactNeighborX="30673">
        <dgm:presLayoutVars>
          <dgm:bulletEnabled val="1"/>
        </dgm:presLayoutVars>
      </dgm:prSet>
      <dgm:spPr/>
    </dgm:pt>
    <dgm:pt modelId="{BEB2EF76-BF83-4316-8160-ACF95EE1A67E}" type="pres">
      <dgm:prSet presAssocID="{CC068EBA-F94F-415C-86BD-2BED1D7BF38F}" presName="sibTrans" presStyleCnt="0"/>
      <dgm:spPr/>
    </dgm:pt>
    <dgm:pt modelId="{0C00549F-C372-4A63-8252-BA6FA5576A6A}" type="pres">
      <dgm:prSet presAssocID="{81EA6894-B1E4-4B14-9677-E3AE20A426B5}" presName="node" presStyleLbl="node1" presStyleIdx="1" presStyleCnt="4" custScaleX="114194">
        <dgm:presLayoutVars>
          <dgm:bulletEnabled val="1"/>
        </dgm:presLayoutVars>
      </dgm:prSet>
      <dgm:spPr/>
    </dgm:pt>
    <dgm:pt modelId="{F8E3F0D3-730E-4B19-B847-6DBA2C4CAA0C}" type="pres">
      <dgm:prSet presAssocID="{71F264F5-6344-4BD0-87D2-3D5BB68D54AE}" presName="sibTrans" presStyleCnt="0"/>
      <dgm:spPr/>
    </dgm:pt>
    <dgm:pt modelId="{86E2EF2A-D3A5-44C9-AD99-1FC20AF8421E}" type="pres">
      <dgm:prSet presAssocID="{079056E4-B541-46BC-A7DF-9927AC8C3FBA}" presName="node" presStyleLbl="node1" presStyleIdx="2" presStyleCnt="4" custScaleX="111209">
        <dgm:presLayoutVars>
          <dgm:bulletEnabled val="1"/>
        </dgm:presLayoutVars>
      </dgm:prSet>
      <dgm:spPr/>
    </dgm:pt>
    <dgm:pt modelId="{CF20B260-01A1-4745-BD54-892CCDE25878}" type="pres">
      <dgm:prSet presAssocID="{2056376F-9195-4ED3-AC67-C30F9FAA7EC0}" presName="sibTrans" presStyleCnt="0"/>
      <dgm:spPr/>
    </dgm:pt>
    <dgm:pt modelId="{7C704297-6CA5-47FD-85C5-33E34C2A2923}" type="pres">
      <dgm:prSet presAssocID="{93D34C25-BFC6-4190-B487-A5A0C2DECE85}" presName="node" presStyleLbl="node1" presStyleIdx="3" presStyleCnt="4" custScaleX="111111">
        <dgm:presLayoutVars>
          <dgm:bulletEnabled val="1"/>
        </dgm:presLayoutVars>
      </dgm:prSet>
      <dgm:spPr/>
    </dgm:pt>
  </dgm:ptLst>
  <dgm:cxnLst>
    <dgm:cxn modelId="{53223905-9F9E-4021-A7F3-417D935037BC}" srcId="{079056E4-B541-46BC-A7DF-9927AC8C3FBA}" destId="{6B90EDAD-7885-48F2-9B03-3255A6EA0484}" srcOrd="2" destOrd="0" parTransId="{D981C201-5A69-4269-89B9-B62D83454E81}" sibTransId="{7F802DDD-8673-4D1A-9B6D-AF20491E4685}"/>
    <dgm:cxn modelId="{D562400B-A640-4BD6-8151-3ECF3FB92706}" srcId="{81EA6894-B1E4-4B14-9677-E3AE20A426B5}" destId="{7E74FEFA-A986-4574-A900-60D8B785982E}" srcOrd="2" destOrd="0" parTransId="{F951F8A6-2FA6-4A6E-BE12-6180B813DE22}" sibTransId="{80B939F3-E998-4650-9615-164A716B5CF9}"/>
    <dgm:cxn modelId="{939ACF0D-A87F-4DFE-A264-771D12289C8A}" type="presOf" srcId="{E20D019C-5474-4ADF-82C9-7AD90FDF26FB}" destId="{005C99A0-8D2C-4383-BC80-8E2D58F9E13E}" srcOrd="0" destOrd="1" presId="urn:microsoft.com/office/officeart/2005/8/layout/hList6"/>
    <dgm:cxn modelId="{1FAE0210-1248-4BF6-AA1B-16E332878C93}" srcId="{81EA6894-B1E4-4B14-9677-E3AE20A426B5}" destId="{46AB35B1-BFAE-4CD6-9BD3-D67B71C099BD}" srcOrd="1" destOrd="0" parTransId="{06085C61-07B9-4D07-ACAC-907BDB206607}" sibTransId="{7C279118-184C-40B8-9437-E4B33BE89A1E}"/>
    <dgm:cxn modelId="{CAE43C18-8FF1-4B4B-9575-9CA1B253308A}" type="presOf" srcId="{6B90EDAD-7885-48F2-9B03-3255A6EA0484}" destId="{86E2EF2A-D3A5-44C9-AD99-1FC20AF8421E}" srcOrd="0" destOrd="3" presId="urn:microsoft.com/office/officeart/2005/8/layout/hList6"/>
    <dgm:cxn modelId="{D9F7F61D-D215-4CDE-B2B6-A5CDA854700C}" type="presOf" srcId="{4BD8EC97-89C6-4A44-96F6-2F669B88D1FF}" destId="{86E2EF2A-D3A5-44C9-AD99-1FC20AF8421E}" srcOrd="0" destOrd="2" presId="urn:microsoft.com/office/officeart/2005/8/layout/hList6"/>
    <dgm:cxn modelId="{94851620-5F1A-4BD4-921F-E7516868BD33}" type="presOf" srcId="{C2D560C5-A248-4633-8C0D-9EE571323724}" destId="{7C704297-6CA5-47FD-85C5-33E34C2A2923}" srcOrd="0" destOrd="1" presId="urn:microsoft.com/office/officeart/2005/8/layout/hList6"/>
    <dgm:cxn modelId="{4A336F30-2D8F-431E-9FDA-B673427DB8FC}" srcId="{079056E4-B541-46BC-A7DF-9927AC8C3FBA}" destId="{767EB5DA-523C-4C6A-B4BB-BBA63AECD2F9}" srcOrd="0" destOrd="0" parTransId="{8892A2CF-9AD8-431D-AC1A-73A9F568629C}" sibTransId="{F41F9945-F734-4629-B73B-211C33F1CBD5}"/>
    <dgm:cxn modelId="{57B3215B-9D41-43F6-A805-370CFA3C5384}" srcId="{81EA6894-B1E4-4B14-9677-E3AE20A426B5}" destId="{854A2806-2E70-4A69-89A1-3CADEE1C0370}" srcOrd="0" destOrd="0" parTransId="{36CDC7D5-9CF2-4549-8DB4-F720CC9F22A7}" sibTransId="{71626F42-BFF4-463C-81B6-C5D9B0C5FD3B}"/>
    <dgm:cxn modelId="{A1983D5F-E276-497B-9BD9-5963DB457389}" type="presOf" srcId="{079056E4-B541-46BC-A7DF-9927AC8C3FBA}" destId="{86E2EF2A-D3A5-44C9-AD99-1FC20AF8421E}" srcOrd="0" destOrd="0" presId="urn:microsoft.com/office/officeart/2005/8/layout/hList6"/>
    <dgm:cxn modelId="{1EDCA463-98B8-4E42-8D14-A40DC7DE8662}" type="presOf" srcId="{7E74FEFA-A986-4574-A900-60D8B785982E}" destId="{0C00549F-C372-4A63-8252-BA6FA5576A6A}" srcOrd="0" destOrd="3" presId="urn:microsoft.com/office/officeart/2005/8/layout/hList6"/>
    <dgm:cxn modelId="{7D591B6A-FCB0-42B8-8DD2-E9AFF12DF7FE}" type="presOf" srcId="{3D0F201B-1385-4C4F-ABC0-237E40405436}" destId="{79756154-EA3F-4882-8C25-3A875C1CEA7F}" srcOrd="0" destOrd="0" presId="urn:microsoft.com/office/officeart/2005/8/layout/hList6"/>
    <dgm:cxn modelId="{7B594751-FF1A-42E3-8A96-A605B4FE8087}" type="presOf" srcId="{063EEEBB-8632-4011-B309-56DB8BD3364A}" destId="{7C704297-6CA5-47FD-85C5-33E34C2A2923}" srcOrd="0" destOrd="2" presId="urn:microsoft.com/office/officeart/2005/8/layout/hList6"/>
    <dgm:cxn modelId="{4FD6C856-57D3-4C31-8C01-D03813DB2F64}" srcId="{93D34C25-BFC6-4190-B487-A5A0C2DECE85}" destId="{C2D560C5-A248-4633-8C0D-9EE571323724}" srcOrd="0" destOrd="0" parTransId="{9186337A-A3C6-4650-9221-528211E61385}" sibTransId="{89276866-ADDE-4616-A61D-CB163F4B9AAC}"/>
    <dgm:cxn modelId="{89AE4159-2D53-4812-BCBD-94AA965DA96B}" srcId="{3D0F201B-1385-4C4F-ABC0-237E40405436}" destId="{93D34C25-BFC6-4190-B487-A5A0C2DECE85}" srcOrd="3" destOrd="0" parTransId="{F67A77F4-5F01-4C58-8332-FE04420E7363}" sibTransId="{06A55F75-1CDF-49E3-AB8D-34A67AB46F56}"/>
    <dgm:cxn modelId="{5880995A-94AE-4084-B797-FBECEF58018C}" type="presOf" srcId="{93D34C25-BFC6-4190-B487-A5A0C2DECE85}" destId="{7C704297-6CA5-47FD-85C5-33E34C2A2923}" srcOrd="0" destOrd="0" presId="urn:microsoft.com/office/officeart/2005/8/layout/hList6"/>
    <dgm:cxn modelId="{B2CEFE80-B77C-45E4-AB68-3C870F74F102}" srcId="{8BA91F46-D211-43E4-BA1C-166F13336FCB}" destId="{2E9FCDE7-418E-4FF1-8E1A-A96F6A14013B}" srcOrd="2" destOrd="0" parTransId="{D6EB2E0D-F7F6-4A08-BBE0-5259BA9BDED6}" sibTransId="{2AABF86F-472B-405C-9C34-C0E8D0514D8C}"/>
    <dgm:cxn modelId="{E2D62088-4213-4FCD-A72D-9AE9CBD92572}" srcId="{8BA91F46-D211-43E4-BA1C-166F13336FCB}" destId="{E9C4CC2C-C342-4421-B60E-68034481BED7}" srcOrd="1" destOrd="0" parTransId="{8887F49E-FA67-4CBD-861B-EC76218B4C7B}" sibTransId="{D212152B-7F5C-4C81-B929-C15737A4307F}"/>
    <dgm:cxn modelId="{99B6F098-B8BF-4AD4-8D6A-57A780A6024D}" type="presOf" srcId="{E9C4CC2C-C342-4421-B60E-68034481BED7}" destId="{005C99A0-8D2C-4383-BC80-8E2D58F9E13E}" srcOrd="0" destOrd="2" presId="urn:microsoft.com/office/officeart/2005/8/layout/hList6"/>
    <dgm:cxn modelId="{DD0BFBA9-F9DC-4793-952F-4D3758A0829F}" srcId="{8BA91F46-D211-43E4-BA1C-166F13336FCB}" destId="{E20D019C-5474-4ADF-82C9-7AD90FDF26FB}" srcOrd="0" destOrd="0" parTransId="{2739A850-8F4C-46A3-945A-0B45DE9D766A}" sibTransId="{ED4ADC9D-FC72-40F8-BDDD-AE3F22D08B60}"/>
    <dgm:cxn modelId="{AE0EE0B8-35DE-4E53-84F4-543AFC80EB1C}" type="presOf" srcId="{854A2806-2E70-4A69-89A1-3CADEE1C0370}" destId="{0C00549F-C372-4A63-8252-BA6FA5576A6A}" srcOrd="0" destOrd="1" presId="urn:microsoft.com/office/officeart/2005/8/layout/hList6"/>
    <dgm:cxn modelId="{1B7A91BC-4261-4F66-A0F8-FC551A117E5B}" type="presOf" srcId="{767EB5DA-523C-4C6A-B4BB-BBA63AECD2F9}" destId="{86E2EF2A-D3A5-44C9-AD99-1FC20AF8421E}" srcOrd="0" destOrd="1" presId="urn:microsoft.com/office/officeart/2005/8/layout/hList6"/>
    <dgm:cxn modelId="{26B8C9C0-4C5B-4E29-B3DA-5E19BEFD1183}" srcId="{3D0F201B-1385-4C4F-ABC0-237E40405436}" destId="{8BA91F46-D211-43E4-BA1C-166F13336FCB}" srcOrd="0" destOrd="0" parTransId="{5002D688-EDB5-43D7-A258-4DA5D6160D5C}" sibTransId="{CC068EBA-F94F-415C-86BD-2BED1D7BF38F}"/>
    <dgm:cxn modelId="{44DA7CC3-A0B2-4D32-A405-4C0B8405BC8E}" type="presOf" srcId="{81EA6894-B1E4-4B14-9677-E3AE20A426B5}" destId="{0C00549F-C372-4A63-8252-BA6FA5576A6A}" srcOrd="0" destOrd="0" presId="urn:microsoft.com/office/officeart/2005/8/layout/hList6"/>
    <dgm:cxn modelId="{A59EADC3-5BA2-47C4-9B11-D9B22EAF030E}" srcId="{079056E4-B541-46BC-A7DF-9927AC8C3FBA}" destId="{4BD8EC97-89C6-4A44-96F6-2F669B88D1FF}" srcOrd="1" destOrd="0" parTransId="{70C73CB1-A275-426B-8B7A-BC5CBB7E8D81}" sibTransId="{47B53265-453E-4753-B50C-8994210E808D}"/>
    <dgm:cxn modelId="{4D3371CB-C166-435A-BE84-662EACD6A8C0}" type="presOf" srcId="{2E9FCDE7-418E-4FF1-8E1A-A96F6A14013B}" destId="{005C99A0-8D2C-4383-BC80-8E2D58F9E13E}" srcOrd="0" destOrd="3" presId="urn:microsoft.com/office/officeart/2005/8/layout/hList6"/>
    <dgm:cxn modelId="{FEF7F8D3-A811-4A3F-8493-56B11307A344}" srcId="{93D34C25-BFC6-4190-B487-A5A0C2DECE85}" destId="{063EEEBB-8632-4011-B309-56DB8BD3364A}" srcOrd="1" destOrd="0" parTransId="{1AF59735-AF4F-4DFB-927C-C7D42B922457}" sibTransId="{57DA0DC1-26A1-4668-9D39-9CB3407337C6}"/>
    <dgm:cxn modelId="{39A836E9-83D9-40A2-B586-A23E6084BE78}" srcId="{3D0F201B-1385-4C4F-ABC0-237E40405436}" destId="{079056E4-B541-46BC-A7DF-9927AC8C3FBA}" srcOrd="2" destOrd="0" parTransId="{AFFCA2AB-5587-4AE7-960A-1706E33C1847}" sibTransId="{2056376F-9195-4ED3-AC67-C30F9FAA7EC0}"/>
    <dgm:cxn modelId="{70841BF3-06DC-4178-8143-F099DE68E217}" type="presOf" srcId="{46AB35B1-BFAE-4CD6-9BD3-D67B71C099BD}" destId="{0C00549F-C372-4A63-8252-BA6FA5576A6A}" srcOrd="0" destOrd="2" presId="urn:microsoft.com/office/officeart/2005/8/layout/hList6"/>
    <dgm:cxn modelId="{6190B9F4-6F45-45FB-8BFD-E3BD7C7DFEC6}" type="presOf" srcId="{8BA91F46-D211-43E4-BA1C-166F13336FCB}" destId="{005C99A0-8D2C-4383-BC80-8E2D58F9E13E}" srcOrd="0" destOrd="0" presId="urn:microsoft.com/office/officeart/2005/8/layout/hList6"/>
    <dgm:cxn modelId="{9B72CDF4-F882-4240-9993-ECA3CF0F60CD}" srcId="{3D0F201B-1385-4C4F-ABC0-237E40405436}" destId="{81EA6894-B1E4-4B14-9677-E3AE20A426B5}" srcOrd="1" destOrd="0" parTransId="{330424FA-0FAD-4D09-8DE7-5EAD5A010E14}" sibTransId="{71F264F5-6344-4BD0-87D2-3D5BB68D54AE}"/>
    <dgm:cxn modelId="{6EA3EA7B-561A-4810-A7C0-AB96BAA820D7}" type="presParOf" srcId="{79756154-EA3F-4882-8C25-3A875C1CEA7F}" destId="{005C99A0-8D2C-4383-BC80-8E2D58F9E13E}" srcOrd="0" destOrd="0" presId="urn:microsoft.com/office/officeart/2005/8/layout/hList6"/>
    <dgm:cxn modelId="{510D14A9-43BF-417B-A667-00C69E9B0055}" type="presParOf" srcId="{79756154-EA3F-4882-8C25-3A875C1CEA7F}" destId="{BEB2EF76-BF83-4316-8160-ACF95EE1A67E}" srcOrd="1" destOrd="0" presId="urn:microsoft.com/office/officeart/2005/8/layout/hList6"/>
    <dgm:cxn modelId="{039C246B-9B29-49DF-8597-9F5D6AF12D86}" type="presParOf" srcId="{79756154-EA3F-4882-8C25-3A875C1CEA7F}" destId="{0C00549F-C372-4A63-8252-BA6FA5576A6A}" srcOrd="2" destOrd="0" presId="urn:microsoft.com/office/officeart/2005/8/layout/hList6"/>
    <dgm:cxn modelId="{F6EC324F-E8A4-41BB-8812-B03678F4F896}" type="presParOf" srcId="{79756154-EA3F-4882-8C25-3A875C1CEA7F}" destId="{F8E3F0D3-730E-4B19-B847-6DBA2C4CAA0C}" srcOrd="3" destOrd="0" presId="urn:microsoft.com/office/officeart/2005/8/layout/hList6"/>
    <dgm:cxn modelId="{FC59CA0B-6265-44BE-B55A-839AA468CD4E}" type="presParOf" srcId="{79756154-EA3F-4882-8C25-3A875C1CEA7F}" destId="{86E2EF2A-D3A5-44C9-AD99-1FC20AF8421E}" srcOrd="4" destOrd="0" presId="urn:microsoft.com/office/officeart/2005/8/layout/hList6"/>
    <dgm:cxn modelId="{0A9C477A-7E07-4078-8D18-3A144BB73FB6}" type="presParOf" srcId="{79756154-EA3F-4882-8C25-3A875C1CEA7F}" destId="{CF20B260-01A1-4745-BD54-892CCDE25878}" srcOrd="5" destOrd="0" presId="urn:microsoft.com/office/officeart/2005/8/layout/hList6"/>
    <dgm:cxn modelId="{782673F9-F72D-4D01-9F6F-5978BC092EF9}" type="presParOf" srcId="{79756154-EA3F-4882-8C25-3A875C1CEA7F}" destId="{7C704297-6CA5-47FD-85C5-33E34C2A2923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C99A0-8D2C-4383-BC80-8E2D58F9E13E}">
      <dsp:nvSpPr>
        <dsp:cNvPr id="0" name=""/>
        <dsp:cNvSpPr/>
      </dsp:nvSpPr>
      <dsp:spPr>
        <a:xfrm rot="16200000">
          <a:off x="-1157996" y="1208847"/>
          <a:ext cx="4922141" cy="2504445"/>
        </a:xfrm>
        <a:prstGeom prst="flowChartManualOperation">
          <a:avLst/>
        </a:prstGeom>
        <a:solidFill>
          <a:srgbClr val="01264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t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/>
            <a:t>Grundleistung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>
              <a:solidFill>
                <a:schemeClr val="bg1"/>
              </a:solidFill>
            </a:rPr>
            <a:t>Portal-Hosting auf </a:t>
          </a:r>
          <a:r>
            <a:rPr lang="de-DE" sz="1600" kern="1200">
              <a:solidFill>
                <a:schemeClr val="bg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www.BEM365.de</a:t>
          </a:r>
          <a:r>
            <a:rPr lang="de-DE" sz="1600" kern="1200"/>
            <a:t>,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/>
            <a:t>Hochsichere </a:t>
          </a:r>
          <a:r>
            <a:rPr lang="de-DE" sz="1600" kern="1200" err="1"/>
            <a:t>DatenCloud</a:t>
          </a:r>
          <a:r>
            <a:rPr lang="de-DE" sz="1600" kern="1200"/>
            <a:t> mit rollenbasiertem Nutzer- und Rechtemanagement</a:t>
          </a:r>
          <a:endParaRPr lang="en-US" sz="1600" kern="1200">
            <a:ea typeface="Calibri"/>
            <a:cs typeface="Calibri"/>
          </a:endParaRP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/>
            <a:t>Terminbuchungstool</a:t>
          </a:r>
          <a:endParaRPr lang="en-US" sz="1800" kern="1200">
            <a:ea typeface="Calibri"/>
            <a:cs typeface="Calibri"/>
          </a:endParaRPr>
        </a:p>
      </dsp:txBody>
      <dsp:txXfrm rot="5400000">
        <a:off x="50852" y="984427"/>
        <a:ext cx="2504445" cy="2953285"/>
      </dsp:txXfrm>
    </dsp:sp>
    <dsp:sp modelId="{0C00549F-C372-4A63-8252-BA6FA5576A6A}">
      <dsp:nvSpPr>
        <dsp:cNvPr id="0" name=""/>
        <dsp:cNvSpPr/>
      </dsp:nvSpPr>
      <dsp:spPr>
        <a:xfrm rot="16200000">
          <a:off x="1469866" y="1200246"/>
          <a:ext cx="4922141" cy="2521647"/>
        </a:xfrm>
        <a:prstGeom prst="flowChartManualOperation">
          <a:avLst/>
        </a:prstGeom>
        <a:solidFill>
          <a:srgbClr val="9497A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/>
            <a:t>Einladungs-management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/>
            <a:t>Information (BEM-Infomodul, FAQ, Info-Flyer)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/>
            <a:t>Postalische Einladung (Porto, Materialkosten)</a:t>
          </a:r>
          <a:endParaRPr lang="de-DE" sz="1600" kern="1200">
            <a:ea typeface="Calibri"/>
            <a:cs typeface="Calibri"/>
          </a:endParaRP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/>
            <a:t>Informationsgespräch (Online/Telefonisch)</a:t>
          </a:r>
        </a:p>
      </dsp:txBody>
      <dsp:txXfrm rot="5400000">
        <a:off x="2670113" y="984427"/>
        <a:ext cx="2521647" cy="2953285"/>
      </dsp:txXfrm>
    </dsp:sp>
    <dsp:sp modelId="{86E2EF2A-D3A5-44C9-AD99-1FC20AF8421E}">
      <dsp:nvSpPr>
        <dsp:cNvPr id="0" name=""/>
        <dsp:cNvSpPr/>
      </dsp:nvSpPr>
      <dsp:spPr>
        <a:xfrm rot="16200000">
          <a:off x="4124171" y="1233204"/>
          <a:ext cx="4922141" cy="2455732"/>
        </a:xfrm>
        <a:prstGeom prst="flowChartManualOperation">
          <a:avLst/>
        </a:prstGeom>
        <a:solidFill>
          <a:srgbClr val="012641"/>
        </a:solidFill>
        <a:ln w="12700" cap="flat" cmpd="sng" algn="ctr">
          <a:solidFill>
            <a:srgbClr val="01264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/>
            <a:t>Fallmanagement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/>
            <a:t>Planung, Koordination und Durchführung von BEM-Fallgesprächen mit den Beschäftigten</a:t>
          </a:r>
          <a:r>
            <a:rPr lang="de-DE" sz="1600" b="1" kern="1200"/>
            <a:t>   </a:t>
          </a:r>
          <a:endParaRPr lang="de-DE" sz="1600" kern="120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/>
            <a:t>Fortlaufende Koordination und Rücksprachen mit betrieblichen und externen Partnern</a:t>
          </a:r>
          <a:endParaRPr lang="de-DE" sz="1600" kern="1200">
            <a:ea typeface="Calibri"/>
            <a:cs typeface="Calibri"/>
          </a:endParaRP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>
              <a:ea typeface="Calibri"/>
              <a:cs typeface="Calibri"/>
            </a:rPr>
            <a:t>Dokumentation</a:t>
          </a:r>
          <a:endParaRPr lang="de-DE" sz="1800" kern="1200"/>
        </a:p>
      </dsp:txBody>
      <dsp:txXfrm rot="5400000">
        <a:off x="5357375" y="984428"/>
        <a:ext cx="2455732" cy="2953285"/>
      </dsp:txXfrm>
    </dsp:sp>
    <dsp:sp modelId="{7C704297-6CA5-47FD-85C5-33E34C2A2923}">
      <dsp:nvSpPr>
        <dsp:cNvPr id="0" name=""/>
        <dsp:cNvSpPr/>
      </dsp:nvSpPr>
      <dsp:spPr>
        <a:xfrm rot="16200000">
          <a:off x="6744437" y="1234286"/>
          <a:ext cx="4922141" cy="2453568"/>
        </a:xfrm>
        <a:prstGeom prst="flowChartManualOperation">
          <a:avLst/>
        </a:prstGeom>
        <a:solidFill>
          <a:srgbClr val="9497A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/>
            <a:t>Care-Management 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>
              <a:ea typeface="Calibri"/>
              <a:cs typeface="Calibri"/>
            </a:rPr>
            <a:t>Assistance im Finden von Behandlungs-möglichkeiten (Fachärzte)  </a:t>
          </a:r>
          <a:endParaRPr lang="de-DE" sz="1600" kern="1200">
            <a:highlight>
              <a:srgbClr val="FFFF00"/>
            </a:highlight>
            <a:ea typeface="Calibri"/>
            <a:cs typeface="Calibri"/>
          </a:endParaRP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600" kern="1200">
              <a:ea typeface="+mn-lt"/>
              <a:cs typeface="+mn-lt"/>
            </a:rPr>
            <a:t>Einholung ärztlicher Zweitmeinungen </a:t>
          </a:r>
          <a:endParaRPr lang="de-DE" sz="1600" kern="1200"/>
        </a:p>
      </dsp:txBody>
      <dsp:txXfrm rot="5400000">
        <a:off x="7978723" y="984428"/>
        <a:ext cx="2453568" cy="29532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defRPr>
            </a:lvl1pPr>
          </a:lstStyle>
          <a:p>
            <a:endParaRPr lang="en-US">
              <a:latin typeface="Abadi" panose="020B0604020104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defRPr>
            </a:lvl1pPr>
          </a:lstStyle>
          <a:p>
            <a:fld id="{3CDFE222-915F-4076-A64C-FCD84141A6B5}" type="datetimeFigureOut">
              <a:rPr lang="en-US" smtClean="0">
                <a:latin typeface="Abadi" panose="020B0604020104020204" pitchFamily="34" charset="0"/>
              </a:rPr>
              <a:pPr/>
              <a:t>7/2/2026</a:t>
            </a:fld>
            <a:endParaRPr lang="en-US">
              <a:latin typeface="Abadi" panose="020B0604020104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Abadi" panose="020B0604020104020204" pitchFamily="34" charset="0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defRPr>
            </a:lvl1pPr>
          </a:lstStyle>
          <a:p>
            <a:endParaRPr lang="en-US">
              <a:latin typeface="Abadi" panose="020B0604020104020204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anose="020B0502040204020203" pitchFamily="34" charset="0"/>
                <a:cs typeface="Segoe UI" panose="020B0502040204020203" pitchFamily="34" charset="0"/>
                <a:sym typeface="Segoe UI" panose="020B0502040204020203" pitchFamily="34" charset="0"/>
              </a:defRPr>
            </a:lvl1pPr>
          </a:lstStyle>
          <a:p>
            <a:fld id="{0116A731-5E76-4190-B805-4A9AC832BFD5}" type="slidenum">
              <a:rPr lang="en-US" smtClean="0">
                <a:latin typeface="Abadi" panose="020B0604020104020204" pitchFamily="34" charset="0"/>
              </a:rPr>
              <a:pPr/>
              <a:t>‹Nr.›</a:t>
            </a:fld>
            <a:endParaRPr lang="en-US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09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Segoe UI" panose="020B0502040204020203" pitchFamily="34" charset="0"/>
        <a:sym typeface="Segoe UI" panose="020B0502040204020203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Segoe UI" panose="020B0502040204020203" pitchFamily="34" charset="0"/>
        <a:sym typeface="Segoe UI" panose="020B0502040204020203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Segoe UI" panose="020B0502040204020203" pitchFamily="34" charset="0"/>
        <a:sym typeface="Segoe UI" panose="020B0502040204020203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Segoe UI" panose="020B0502040204020203" pitchFamily="34" charset="0"/>
        <a:sym typeface="Segoe UI" panose="020B0502040204020203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badi" panose="020B0604020104020204" pitchFamily="34" charset="0"/>
        <a:ea typeface="+mn-ea"/>
        <a:cs typeface="Segoe UI" panose="020B0502040204020203" pitchFamily="34" charset="0"/>
        <a:sym typeface="Segoe UI" panose="020B0502040204020203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969F-DE0A-7A8B-3A7A-CCE45B5AF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A95A7-684F-798D-C41C-2255E7610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CE7140-1813-8F61-0D8B-86DBEDA18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12935-CE8E-C1E9-8F63-9B8139911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6A731-5E76-4190-B805-4A9AC832BFD5}" type="slidenum">
              <a:rPr lang="en-US" smtClean="0">
                <a:latin typeface="Abadi" panose="020B0604020104020204" pitchFamily="34" charset="0"/>
              </a:rPr>
              <a:pPr/>
              <a:t>1</a:t>
            </a:fld>
            <a:endParaRPr lang="en-US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1172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3C875-39D7-84B7-F416-090BC67EE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D789D-1F73-B6F1-05D5-457366F76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EB729-41BE-5FAE-B58B-11F0D9240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3A586-E234-0759-1FC8-F0DDEC7F0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6A731-5E76-4190-B805-4A9AC832BFD5}" type="slidenum">
              <a:rPr lang="en-US" smtClean="0">
                <a:latin typeface="Abadi" panose="020B0604020104020204" pitchFamily="34" charset="0"/>
              </a:rPr>
              <a:pPr/>
              <a:t>2</a:t>
            </a:fld>
            <a:endParaRPr lang="en-US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04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badi" panose="020B0604020104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6A731-5E76-4190-B805-4A9AC832BFD5}" type="slidenum">
              <a:rPr lang="en-US" smtClean="0">
                <a:latin typeface="Abadi" panose="020B0604020104020204" pitchFamily="34" charset="0"/>
              </a:rPr>
              <a:pPr/>
              <a:t>3</a:t>
            </a:fld>
            <a:endParaRPr lang="en-US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31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/>
              <a:t>Message: Externes BEM ist kostengünstig</a:t>
            </a:r>
          </a:p>
          <a:p>
            <a:r>
              <a:rPr lang="de-DE"/>
              <a:t>Beschleunigte Rückkehr an den Arbeitsplatz</a:t>
            </a:r>
          </a:p>
          <a:p>
            <a:r>
              <a:rPr lang="de-DE"/>
              <a:t>Höhere Zufriedenheit bei MA</a:t>
            </a:r>
          </a:p>
          <a:p>
            <a:r>
              <a:rPr lang="de-DE"/>
              <a:t>Weniger Rechtsstreitigkeiten / Abmahnungen / Krankheitskosten</a:t>
            </a:r>
          </a:p>
          <a:p>
            <a:endParaRPr lang="de-DE"/>
          </a:p>
          <a:p>
            <a:endParaRPr lang="de-DE"/>
          </a:p>
          <a:p>
            <a:r>
              <a:rPr lang="de-DE" b="1"/>
              <a:t>Entlastung interner Ressourcen</a:t>
            </a:r>
          </a:p>
          <a:p>
            <a:r>
              <a:rPr lang="de-DE" b="0"/>
              <a:t>Trotzdem ist auch eine interne BEM-Verantwortliche nötig, vor allem bei der Implementierung und Pilot.</a:t>
            </a:r>
          </a:p>
          <a:p>
            <a:r>
              <a:rPr lang="de-DE"/>
              <a:t>Koordination &amp; Schnittstellenmanagement</a:t>
            </a:r>
          </a:p>
          <a:p>
            <a:r>
              <a:rPr lang="de-DE"/>
              <a:t>Kommunikation &amp; Information</a:t>
            </a:r>
          </a:p>
          <a:p>
            <a:r>
              <a:rPr lang="de-DE"/>
              <a:t>Qualitätssicherung</a:t>
            </a:r>
          </a:p>
          <a:p>
            <a:r>
              <a:rPr lang="de-DE"/>
              <a:t>Organisations- &amp; Kulturarbeit</a:t>
            </a:r>
            <a:endParaRPr lang="de-DE" b="0"/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6A731-5E76-4190-B805-4A9AC832BFD5}" type="slidenum">
              <a:rPr lang="en-US" smtClean="0">
                <a:latin typeface="Abadi" panose="020B0604020104020204" pitchFamily="34" charset="0"/>
              </a:rPr>
              <a:pPr/>
              <a:t>7</a:t>
            </a:fld>
            <a:endParaRPr lang="en-US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92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https://bem365.de/rtl/?p=b8&amp;f=28-DE32.35465464-0225</a:t>
            </a: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6A731-5E76-4190-B805-4A9AC832BFD5}" type="slidenum">
              <a:rPr lang="en-US" smtClean="0">
                <a:latin typeface="Abadi" panose="020B0604020104020204" pitchFamily="34" charset="0"/>
              </a:rPr>
              <a:pPr/>
              <a:t>8</a:t>
            </a:fld>
            <a:endParaRPr lang="en-US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828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4DE19-BCE2-7255-FB13-939F81BDA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CAA6504-6098-90F9-E562-B439E7F37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D53FA8E-E578-304C-9AEE-A745C66D4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https://bem365.de/rtl/?p=b8&amp;f=28-DE32.35465464-0225</a:t>
            </a: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488C08-79C2-9466-C599-E05C434CF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6A731-5E76-4190-B805-4A9AC832BFD5}" type="slidenum">
              <a:rPr lang="en-US" smtClean="0">
                <a:latin typeface="Abadi" panose="020B0604020104020204" pitchFamily="34" charset="0"/>
              </a:rPr>
              <a:pPr/>
              <a:t>9</a:t>
            </a:fld>
            <a:endParaRPr lang="en-US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913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4CA1E-3CA3-2EFF-0C4D-C76DC5263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16AFBC6-3553-2BE4-94CE-CF6932A23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0FAC790-EFC0-4249-76D2-D1C9A7BE7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https://outlook.office.com/book/BEM365BuchungstoolMyBrand@gesundheitsmanagement.com/?ismsaljsauthenabled</a:t>
            </a: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8B01AE-5C14-8BE3-8A31-246357D17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6A731-5E76-4190-B805-4A9AC832BFD5}" type="slidenum">
              <a:rPr lang="en-US" smtClean="0">
                <a:latin typeface="Abadi" panose="020B0604020104020204" pitchFamily="34" charset="0"/>
              </a:rPr>
              <a:pPr/>
              <a:t>10</a:t>
            </a:fld>
            <a:endParaRPr lang="en-US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5424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56E3F-2198-E1C1-5BA8-19DC5D55A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42D5032-DA2B-34F6-0D07-29F8D354E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1DABE79-9735-D87F-7675-1F782A5DD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4D662C-F20F-4452-A2A7-33A3877B0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6A731-5E76-4190-B805-4A9AC832BFD5}" type="slidenum">
              <a:rPr lang="en-US" smtClean="0">
                <a:latin typeface="Abadi" panose="020B0604020104020204" pitchFamily="34" charset="0"/>
              </a:rPr>
              <a:pPr/>
              <a:t>11</a:t>
            </a:fld>
            <a:endParaRPr lang="en-US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616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6AD4F-F1AF-C318-4481-4D747853B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2EB6BD-C221-BAAB-6AF5-1FE497813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419E9D3-ED16-601D-CA8C-02DDE4904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C3D175-751A-3B8C-BC55-D341431BD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6A731-5E76-4190-B805-4A9AC832BFD5}" type="slidenum">
              <a:rPr lang="en-US" smtClean="0">
                <a:latin typeface="Abadi" panose="020B0604020104020204" pitchFamily="34" charset="0"/>
              </a:rPr>
              <a:pPr/>
              <a:t>12</a:t>
            </a:fld>
            <a:endParaRPr lang="en-US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9247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Leitfragen: </a:t>
            </a:r>
          </a:p>
          <a:p>
            <a:r>
              <a:rPr lang="de-DE"/>
              <a:t>Wie wird das BEM aktuell bei Ihnen umgesetzt?</a:t>
            </a:r>
          </a:p>
          <a:p>
            <a:r>
              <a:rPr lang="de-DE"/>
              <a:t>Wie viele Mitarbeitende und wie hoch die BEM-Quote?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Wie ist die aktuelle Situation bei Ihnen- Wo sind die Herausforderungen und Probleme?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Wie sieht der Entscheidungsprozess bei Ihnen typischerweise aus?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Was haben Sie sich zeitlich vorgestellt?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Was möchten Sie digital oder vor Ort machen?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Wie ist die Unternehmensstruktur (Standorte, BR, SBV, Betriebsvereinbarung)</a:t>
            </a:r>
          </a:p>
          <a:p>
            <a:r>
              <a:rPr lang="de-DE"/>
              <a:t>Gibt es Rückstande, die aufgearbeitet werden müssen?</a:t>
            </a:r>
          </a:p>
          <a:p>
            <a:endParaRPr lang="de-DE"/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6A731-5E76-4190-B805-4A9AC832BFD5}" type="slidenum">
              <a:rPr lang="en-US" smtClean="0">
                <a:latin typeface="Abadi" panose="020B0604020104020204" pitchFamily="34" charset="0"/>
              </a:rPr>
              <a:pPr/>
              <a:t>13</a:t>
            </a:fld>
            <a:endParaRPr lang="en-US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029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Implementierung: 8000€</a:t>
            </a:r>
          </a:p>
          <a:p>
            <a:r>
              <a:rPr lang="de-DE"/>
              <a:t>Grundleistung: 1000 € pro Monat</a:t>
            </a:r>
          </a:p>
          <a:p>
            <a:r>
              <a:rPr lang="de-DE"/>
              <a:t>Einladungsmanagementpauschale: 150 €</a:t>
            </a:r>
          </a:p>
          <a:p>
            <a:r>
              <a:rPr lang="de-DE"/>
              <a:t>Fallmanagement: 125 € pro Stunde (digital) 1500€ pro Tag (vor Ort/4 Gespräche mit Nachbereitung)</a:t>
            </a:r>
          </a:p>
          <a:p>
            <a:r>
              <a:rPr lang="de-DE"/>
              <a:t>Care-Management: siehe Fallmanagement</a:t>
            </a:r>
          </a:p>
          <a:p>
            <a:r>
              <a:rPr lang="de-DE"/>
              <a:t>Reporting: 500€ pro Monat</a:t>
            </a: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6A731-5E76-4190-B805-4A9AC832BFD5}" type="slidenum">
              <a:rPr lang="en-US" smtClean="0">
                <a:latin typeface="Abadi" panose="020B0604020104020204" pitchFamily="34" charset="0"/>
              </a:rPr>
              <a:pPr/>
              <a:t>14</a:t>
            </a:fld>
            <a:endParaRPr lang="en-US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309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67828-52B4-EF9A-8459-03D0AB8A0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73287-9F38-F2B0-0A4C-84CFB4E3B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C3CA5-4D57-FDAE-D7F2-AFD28119B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Abadi" panose="020B06040201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6E7CC-233A-2B10-06D7-D2AEB546C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6A731-5E76-4190-B805-4A9AC832BFD5}" type="slidenum">
              <a:rPr lang="en-US" smtClean="0">
                <a:latin typeface="Abadi" panose="020B0604020104020204" pitchFamily="34" charset="0"/>
              </a:rPr>
              <a:pPr/>
              <a:t>15</a:t>
            </a:fld>
            <a:endParaRPr lang="en-US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860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2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2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2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2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2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2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2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2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2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2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2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2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2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2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4" Type="http://schemas.openxmlformats.org/officeDocument/2006/relationships/image" Target="../media/image2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4" Type="http://schemas.openxmlformats.org/officeDocument/2006/relationships/image" Target="../media/image2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4" Type="http://schemas.openxmlformats.org/officeDocument/2006/relationships/image" Target="../media/image2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4" Type="http://schemas.openxmlformats.org/officeDocument/2006/relationships/image" Target="../media/image2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4" Type="http://schemas.openxmlformats.org/officeDocument/2006/relationships/image" Target="../media/image2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4.emf"/></Relationships>
</file>

<file path=ppt/slideLayouts/_rels/slideLayout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sv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39" Type="http://schemas.openxmlformats.org/officeDocument/2006/relationships/image" Target="../media/image39.svg"/><Relationship Id="rId21" Type="http://schemas.openxmlformats.org/officeDocument/2006/relationships/image" Target="../media/image21.svg"/><Relationship Id="rId34" Type="http://schemas.openxmlformats.org/officeDocument/2006/relationships/image" Target="../media/image34.svg"/><Relationship Id="rId42" Type="http://schemas.openxmlformats.org/officeDocument/2006/relationships/image" Target="../media/image42.svg"/><Relationship Id="rId47" Type="http://schemas.openxmlformats.org/officeDocument/2006/relationships/image" Target="../media/image47.svg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6.svg"/><Relationship Id="rId29" Type="http://schemas.openxmlformats.org/officeDocument/2006/relationships/image" Target="../media/image29.svg"/><Relationship Id="rId1" Type="http://schemas.openxmlformats.org/officeDocument/2006/relationships/tags" Target="../tags/tag48.xml"/><Relationship Id="rId6" Type="http://schemas.microsoft.com/office/2007/relationships/hdphoto" Target="../media/hdphoto2.wdp"/><Relationship Id="rId11" Type="http://schemas.openxmlformats.org/officeDocument/2006/relationships/image" Target="../media/image11.svg"/><Relationship Id="rId24" Type="http://schemas.openxmlformats.org/officeDocument/2006/relationships/image" Target="../media/image24.svg"/><Relationship Id="rId32" Type="http://schemas.openxmlformats.org/officeDocument/2006/relationships/image" Target="../media/image32.svg"/><Relationship Id="rId37" Type="http://schemas.openxmlformats.org/officeDocument/2006/relationships/image" Target="../media/image37.svg"/><Relationship Id="rId40" Type="http://schemas.openxmlformats.org/officeDocument/2006/relationships/image" Target="../media/image40.svg"/><Relationship Id="rId45" Type="http://schemas.openxmlformats.org/officeDocument/2006/relationships/image" Target="../media/image45.svg"/><Relationship Id="rId5" Type="http://schemas.openxmlformats.org/officeDocument/2006/relationships/image" Target="../media/image6.pn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28" Type="http://schemas.openxmlformats.org/officeDocument/2006/relationships/image" Target="../media/image28.svg"/><Relationship Id="rId36" Type="http://schemas.openxmlformats.org/officeDocument/2006/relationships/image" Target="../media/image36.sv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31" Type="http://schemas.openxmlformats.org/officeDocument/2006/relationships/image" Target="../media/image31.svg"/><Relationship Id="rId44" Type="http://schemas.openxmlformats.org/officeDocument/2006/relationships/image" Target="../media/image44.svg"/><Relationship Id="rId4" Type="http://schemas.openxmlformats.org/officeDocument/2006/relationships/image" Target="../media/image4.emf"/><Relationship Id="rId9" Type="http://schemas.openxmlformats.org/officeDocument/2006/relationships/image" Target="../media/image9.svg"/><Relationship Id="rId14" Type="http://schemas.openxmlformats.org/officeDocument/2006/relationships/image" Target="../media/image14.svg"/><Relationship Id="rId22" Type="http://schemas.openxmlformats.org/officeDocument/2006/relationships/image" Target="../media/image22.svg"/><Relationship Id="rId27" Type="http://schemas.openxmlformats.org/officeDocument/2006/relationships/image" Target="../media/image27.svg"/><Relationship Id="rId30" Type="http://schemas.openxmlformats.org/officeDocument/2006/relationships/image" Target="../media/image30.svg"/><Relationship Id="rId35" Type="http://schemas.openxmlformats.org/officeDocument/2006/relationships/image" Target="../media/image35.svg"/><Relationship Id="rId43" Type="http://schemas.openxmlformats.org/officeDocument/2006/relationships/image" Target="../media/image43.svg"/><Relationship Id="rId8" Type="http://schemas.openxmlformats.org/officeDocument/2006/relationships/image" Target="../media/image8.svg"/><Relationship Id="rId3" Type="http://schemas.openxmlformats.org/officeDocument/2006/relationships/oleObject" Target="../embeddings/oleObject43.bin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33" Type="http://schemas.openxmlformats.org/officeDocument/2006/relationships/image" Target="../media/image33.svg"/><Relationship Id="rId38" Type="http://schemas.openxmlformats.org/officeDocument/2006/relationships/image" Target="../media/image38.svg"/><Relationship Id="rId46" Type="http://schemas.openxmlformats.org/officeDocument/2006/relationships/image" Target="../media/image46.svg"/><Relationship Id="rId20" Type="http://schemas.openxmlformats.org/officeDocument/2006/relationships/image" Target="../media/image20.svg"/><Relationship Id="rId41" Type="http://schemas.openxmlformats.org/officeDocument/2006/relationships/image" Target="../media/image41.svg"/></Relationships>
</file>

<file path=ppt/slideLayouts/_rels/slideLayout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svg"/><Relationship Id="rId18" Type="http://schemas.openxmlformats.org/officeDocument/2006/relationships/image" Target="../media/image61.svg"/><Relationship Id="rId26" Type="http://schemas.openxmlformats.org/officeDocument/2006/relationships/image" Target="../media/image69.svg"/><Relationship Id="rId39" Type="http://schemas.openxmlformats.org/officeDocument/2006/relationships/image" Target="../media/image82.svg"/><Relationship Id="rId21" Type="http://schemas.openxmlformats.org/officeDocument/2006/relationships/image" Target="../media/image64.svg"/><Relationship Id="rId34" Type="http://schemas.openxmlformats.org/officeDocument/2006/relationships/image" Target="../media/image77.svg"/><Relationship Id="rId42" Type="http://schemas.openxmlformats.org/officeDocument/2006/relationships/image" Target="../media/image85.svg"/><Relationship Id="rId7" Type="http://schemas.openxmlformats.org/officeDocument/2006/relationships/image" Target="../media/image50.sv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59.svg"/><Relationship Id="rId29" Type="http://schemas.openxmlformats.org/officeDocument/2006/relationships/image" Target="../media/image72.svg"/><Relationship Id="rId1" Type="http://schemas.openxmlformats.org/officeDocument/2006/relationships/tags" Target="../tags/tag49.xml"/><Relationship Id="rId6" Type="http://schemas.openxmlformats.org/officeDocument/2006/relationships/image" Target="../media/image49.svg"/><Relationship Id="rId11" Type="http://schemas.openxmlformats.org/officeDocument/2006/relationships/image" Target="../media/image54.svg"/><Relationship Id="rId24" Type="http://schemas.openxmlformats.org/officeDocument/2006/relationships/image" Target="../media/image67.svg"/><Relationship Id="rId32" Type="http://schemas.openxmlformats.org/officeDocument/2006/relationships/image" Target="../media/image75.svg"/><Relationship Id="rId37" Type="http://schemas.openxmlformats.org/officeDocument/2006/relationships/image" Target="../media/image80.svg"/><Relationship Id="rId40" Type="http://schemas.openxmlformats.org/officeDocument/2006/relationships/image" Target="../media/image83.svg"/><Relationship Id="rId45" Type="http://schemas.openxmlformats.org/officeDocument/2006/relationships/image" Target="../media/image88.svg"/><Relationship Id="rId5" Type="http://schemas.openxmlformats.org/officeDocument/2006/relationships/image" Target="../media/image48.svg"/><Relationship Id="rId15" Type="http://schemas.openxmlformats.org/officeDocument/2006/relationships/image" Target="../media/image58.svg"/><Relationship Id="rId23" Type="http://schemas.openxmlformats.org/officeDocument/2006/relationships/image" Target="../media/image66.svg"/><Relationship Id="rId28" Type="http://schemas.openxmlformats.org/officeDocument/2006/relationships/image" Target="../media/image71.svg"/><Relationship Id="rId36" Type="http://schemas.openxmlformats.org/officeDocument/2006/relationships/image" Target="../media/image79.svg"/><Relationship Id="rId10" Type="http://schemas.openxmlformats.org/officeDocument/2006/relationships/image" Target="../media/image53.svg"/><Relationship Id="rId19" Type="http://schemas.openxmlformats.org/officeDocument/2006/relationships/image" Target="../media/image62.svg"/><Relationship Id="rId31" Type="http://schemas.openxmlformats.org/officeDocument/2006/relationships/image" Target="../media/image74.svg"/><Relationship Id="rId44" Type="http://schemas.openxmlformats.org/officeDocument/2006/relationships/image" Target="../media/image87.svg"/><Relationship Id="rId4" Type="http://schemas.openxmlformats.org/officeDocument/2006/relationships/image" Target="../media/image2.emf"/><Relationship Id="rId9" Type="http://schemas.openxmlformats.org/officeDocument/2006/relationships/image" Target="../media/image52.svg"/><Relationship Id="rId14" Type="http://schemas.openxmlformats.org/officeDocument/2006/relationships/image" Target="../media/image57.svg"/><Relationship Id="rId22" Type="http://schemas.openxmlformats.org/officeDocument/2006/relationships/image" Target="../media/image65.svg"/><Relationship Id="rId27" Type="http://schemas.openxmlformats.org/officeDocument/2006/relationships/image" Target="../media/image70.svg"/><Relationship Id="rId30" Type="http://schemas.openxmlformats.org/officeDocument/2006/relationships/image" Target="../media/image73.svg"/><Relationship Id="rId35" Type="http://schemas.openxmlformats.org/officeDocument/2006/relationships/image" Target="../media/image78.svg"/><Relationship Id="rId43" Type="http://schemas.openxmlformats.org/officeDocument/2006/relationships/image" Target="../media/image86.svg"/><Relationship Id="rId8" Type="http://schemas.openxmlformats.org/officeDocument/2006/relationships/image" Target="../media/image51.svg"/><Relationship Id="rId3" Type="http://schemas.openxmlformats.org/officeDocument/2006/relationships/oleObject" Target="../embeddings/oleObject32.bin"/><Relationship Id="rId12" Type="http://schemas.openxmlformats.org/officeDocument/2006/relationships/image" Target="../media/image55.svg"/><Relationship Id="rId17" Type="http://schemas.openxmlformats.org/officeDocument/2006/relationships/image" Target="../media/image60.svg"/><Relationship Id="rId25" Type="http://schemas.openxmlformats.org/officeDocument/2006/relationships/image" Target="../media/image68.svg"/><Relationship Id="rId33" Type="http://schemas.openxmlformats.org/officeDocument/2006/relationships/image" Target="../media/image76.svg"/><Relationship Id="rId38" Type="http://schemas.openxmlformats.org/officeDocument/2006/relationships/image" Target="../media/image81.svg"/><Relationship Id="rId20" Type="http://schemas.openxmlformats.org/officeDocument/2006/relationships/image" Target="../media/image63.svg"/><Relationship Id="rId41" Type="http://schemas.openxmlformats.org/officeDocument/2006/relationships/image" Target="../media/image8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8040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 defTabSz="914400" rtl="0" eaLnBrk="1" latinLnBrk="0" hangingPunct="1">
              <a:buNone/>
              <a:defRPr lang="en-US" sz="2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135E2FC-DBB7-FA2D-F7F7-7BB38D229F2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194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mit großem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91855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61E107C8-1674-ABB0-E068-CBA26FBFFCF7}"/>
              </a:ext>
            </a:extLst>
          </p:cNvPr>
          <p:cNvSpPr/>
          <p:nvPr userDrawn="1"/>
        </p:nvSpPr>
        <p:spPr>
          <a:xfrm>
            <a:off x="-1" y="-1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pic>
        <p:nvPicPr>
          <p:cNvPr id="13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E297101-D811-C648-3B4D-A059E60DF84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4995" y="-1143000"/>
            <a:ext cx="6858000" cy="6858000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58D0131-D415-90A8-D070-322A940FB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0605" y="3242373"/>
            <a:ext cx="4714789" cy="603883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lvl1pPr marL="0" indent="0" algn="l" defTabSz="914400" rtl="0" eaLnBrk="1" latinLnBrk="0" hangingPunct="1">
              <a:buNone/>
              <a:defRPr lang="en-GB" sz="3600" b="0" kern="1200" dirty="0">
                <a:solidFill>
                  <a:schemeClr val="bg2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1DB5746-190E-73CB-8FBE-0B7644680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0605" y="5170027"/>
            <a:ext cx="4714789" cy="341632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lvl1pPr marL="0" indent="0" algn="l" defTabSz="914400" rtl="0" eaLnBrk="1" latinLnBrk="0" hangingPunct="1">
              <a:buNone/>
              <a:defRPr lang="en-GB" sz="1800" b="0" kern="1200" dirty="0">
                <a:solidFill>
                  <a:schemeClr val="bg2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/>
              <a:t>www.website.com</a:t>
            </a:r>
            <a:endParaRPr lang="en-GB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108B397-E077-8D00-4299-2C96B31374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0605" y="1346342"/>
            <a:ext cx="3493878" cy="1223318"/>
          </a:xfrm>
          <a:custGeom>
            <a:avLst/>
            <a:gdLst>
              <a:gd name="connsiteX0" fmla="*/ 0 w 3493878"/>
              <a:gd name="connsiteY0" fmla="*/ 0 h 1223318"/>
              <a:gd name="connsiteX1" fmla="*/ 3493878 w 3493878"/>
              <a:gd name="connsiteY1" fmla="*/ 0 h 1223318"/>
              <a:gd name="connsiteX2" fmla="*/ 3493878 w 3493878"/>
              <a:gd name="connsiteY2" fmla="*/ 1223318 h 1223318"/>
              <a:gd name="connsiteX3" fmla="*/ 0 w 3493878"/>
              <a:gd name="connsiteY3" fmla="*/ 1223318 h 122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3878" h="1223318">
                <a:moveTo>
                  <a:pt x="0" y="0"/>
                </a:moveTo>
                <a:lnTo>
                  <a:pt x="3493878" y="0"/>
                </a:lnTo>
                <a:lnTo>
                  <a:pt x="3493878" y="1223318"/>
                </a:lnTo>
                <a:lnTo>
                  <a:pt x="0" y="12233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491C6C-F32A-AFF9-5EB9-D7A595BB63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998" y="-1"/>
            <a:ext cx="6096001" cy="6858000"/>
          </a:xfr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17F1BD-8C54-CCD7-267E-BC5A0B3FC550}"/>
              </a:ext>
            </a:extLst>
          </p:cNvPr>
          <p:cNvSpPr/>
          <p:nvPr userDrawn="1"/>
        </p:nvSpPr>
        <p:spPr>
          <a:xfrm rot="16200000">
            <a:off x="83345" y="33723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634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2DE2811-F1C6-BC2E-CAE0-5292CB18F5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8360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392" progId="TCLayout.ActiveDocument.1">
                  <p:embed/>
                </p:oleObj>
              </mc:Choice>
              <mc:Fallback>
                <p:oleObj name="think-cell Slide" r:id="rId3" imgW="405" imgH="392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DE2811-F1C6-BC2E-CAE0-5292CB18F5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92D452A-F87F-E458-4847-7B2616417A62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864886D-C752-F404-9634-C97513F4D7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096" y="-1143000"/>
            <a:ext cx="6858000" cy="6858000"/>
          </a:xfrm>
          <a:prstGeom prst="rect">
            <a:avLst/>
          </a:prstGeom>
        </p:spPr>
      </p:pic>
      <p:sp>
        <p:nvSpPr>
          <p:cNvPr id="16" name="Circle: Hollow 15">
            <a:extLst>
              <a:ext uri="{FF2B5EF4-FFF2-40B4-BE49-F238E27FC236}">
                <a16:creationId xmlns:a16="http://schemas.microsoft.com/office/drawing/2014/main" id="{CBE08881-E042-B25B-8B94-E94B4D3D423A}"/>
              </a:ext>
            </a:extLst>
          </p:cNvPr>
          <p:cNvSpPr/>
          <p:nvPr userDrawn="1"/>
        </p:nvSpPr>
        <p:spPr>
          <a:xfrm>
            <a:off x="-5196841" y="1661160"/>
            <a:ext cx="10393680" cy="10393680"/>
          </a:xfrm>
          <a:prstGeom prst="donut">
            <a:avLst>
              <a:gd name="adj" fmla="val 21545"/>
            </a:avLst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31BD6CD-E368-79C4-B698-FFF62C02B5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0255" y="2154832"/>
            <a:ext cx="3185162" cy="1115224"/>
          </a:xfrm>
          <a:custGeom>
            <a:avLst/>
            <a:gdLst>
              <a:gd name="connsiteX0" fmla="*/ 0 w 3493878"/>
              <a:gd name="connsiteY0" fmla="*/ 0 h 1223318"/>
              <a:gd name="connsiteX1" fmla="*/ 3493878 w 3493878"/>
              <a:gd name="connsiteY1" fmla="*/ 0 h 1223318"/>
              <a:gd name="connsiteX2" fmla="*/ 3493878 w 3493878"/>
              <a:gd name="connsiteY2" fmla="*/ 1223318 h 1223318"/>
              <a:gd name="connsiteX3" fmla="*/ 0 w 3493878"/>
              <a:gd name="connsiteY3" fmla="*/ 1223318 h 122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3878" h="1223318">
                <a:moveTo>
                  <a:pt x="0" y="0"/>
                </a:moveTo>
                <a:lnTo>
                  <a:pt x="3493878" y="0"/>
                </a:lnTo>
                <a:lnTo>
                  <a:pt x="3493878" y="1223318"/>
                </a:lnTo>
                <a:lnTo>
                  <a:pt x="0" y="12233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31A5B6D-3F33-3251-21F5-508CBA472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0255" y="3733523"/>
            <a:ext cx="8759190" cy="1588127"/>
          </a:xfrm>
        </p:spPr>
        <p:txBody>
          <a:bodyPr>
            <a:noAutofit/>
          </a:bodyPr>
          <a:lstStyle>
            <a:lvl1pPr marL="0" indent="0" algn="l">
              <a:buNone/>
              <a:defRPr sz="5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D813B16-D696-AC7E-F206-F51DD748D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256" y="5580737"/>
            <a:ext cx="8759189" cy="34163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Lorem ipsum dolor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9CB645-7585-3980-08F3-8714FFC9872F}"/>
              </a:ext>
            </a:extLst>
          </p:cNvPr>
          <p:cNvSpPr/>
          <p:nvPr userDrawn="1"/>
        </p:nvSpPr>
        <p:spPr>
          <a:xfrm rot="16200000">
            <a:off x="6012373" y="724974"/>
            <a:ext cx="166553" cy="122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03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2DE2811-F1C6-BC2E-CAE0-5292CB18F5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13544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392" progId="TCLayout.ActiveDocument.1">
                  <p:embed/>
                </p:oleObj>
              </mc:Choice>
              <mc:Fallback>
                <p:oleObj name="think-cell Slide" r:id="rId3" imgW="405" imgH="392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DE2811-F1C6-BC2E-CAE0-5292CB18F5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92D452A-F87F-E458-4847-7B2616417A62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864886D-C752-F404-9634-C97513F4D7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096" y="-114300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B758A6-7D2E-CBDE-99DC-B5E2CA1B38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3918" y="3526579"/>
            <a:ext cx="6111790" cy="660758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lvl1pPr marL="0" indent="0" algn="l" defTabSz="914400" rtl="0" eaLnBrk="1" latinLnBrk="0" hangingPunct="1">
              <a:buNone/>
              <a:defRPr lang="en-GB" sz="4000" b="0" kern="1200" dirty="0">
                <a:solidFill>
                  <a:schemeClr val="bg2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86F2886-3316-70C6-D8BC-F45B819096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3918" y="2914920"/>
            <a:ext cx="4714789" cy="348109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lvl1pPr marL="0" indent="0" algn="l" defTabSz="914400" rtl="0" eaLnBrk="1" latinLnBrk="0" hangingPunct="1">
              <a:buNone/>
              <a:defRPr lang="en-GB" sz="1800" b="0" kern="1200" dirty="0">
                <a:solidFill>
                  <a:schemeClr val="accent2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 err="1"/>
              <a:t>Abschnitt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31BD6CD-E368-79C4-B698-FFF62C02B5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3918" y="5476906"/>
            <a:ext cx="1904194" cy="666719"/>
          </a:xfrm>
          <a:custGeom>
            <a:avLst/>
            <a:gdLst>
              <a:gd name="connsiteX0" fmla="*/ 0 w 3493878"/>
              <a:gd name="connsiteY0" fmla="*/ 0 h 1223318"/>
              <a:gd name="connsiteX1" fmla="*/ 3493878 w 3493878"/>
              <a:gd name="connsiteY1" fmla="*/ 0 h 1223318"/>
              <a:gd name="connsiteX2" fmla="*/ 3493878 w 3493878"/>
              <a:gd name="connsiteY2" fmla="*/ 1223318 h 1223318"/>
              <a:gd name="connsiteX3" fmla="*/ 0 w 3493878"/>
              <a:gd name="connsiteY3" fmla="*/ 1223318 h 122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3878" h="1223318">
                <a:moveTo>
                  <a:pt x="0" y="0"/>
                </a:moveTo>
                <a:lnTo>
                  <a:pt x="3493878" y="0"/>
                </a:lnTo>
                <a:lnTo>
                  <a:pt x="3493878" y="1223318"/>
                </a:lnTo>
                <a:lnTo>
                  <a:pt x="0" y="12233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FD5997-B537-7BD8-0398-9FD96E751E3A}"/>
              </a:ext>
            </a:extLst>
          </p:cNvPr>
          <p:cNvSpPr/>
          <p:nvPr userDrawn="1"/>
        </p:nvSpPr>
        <p:spPr>
          <a:xfrm rot="16200000">
            <a:off x="83345" y="3662736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13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Agendapunkte + Unter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9927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8FFA0FAB-1EB2-34EA-D784-F84FFEAF63C9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8348562" y="617757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DCEE6936-9BCD-E0AC-CF24-48D0E6F4A4C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348562" y="2081805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4D94D953-98BB-6DF8-6B12-E4DEF1C8F98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8348562" y="3545853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88975DAF-B54A-2D2F-CDC5-6D7FA91D00BE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8348562" y="5009902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240F3344-3A1D-0A57-36FB-0BB60B66245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670565" y="617757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854E2587-C5C8-6AEC-7271-C8FC9ABE1D5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670565" y="2081805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AB84A7C-E871-57DE-22A0-0B9761BE684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670565" y="3545853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211705B-AC80-3E50-D9BD-B05FE51A5142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670565" y="5009902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82863A-576C-B743-19BD-63586F59C00F}"/>
              </a:ext>
            </a:extLst>
          </p:cNvPr>
          <p:cNvSpPr/>
          <p:nvPr userDrawn="1"/>
        </p:nvSpPr>
        <p:spPr>
          <a:xfrm>
            <a:off x="-8873" y="-1"/>
            <a:ext cx="3744000" cy="68270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69F9EB-4E05-53D8-ED88-D4C8E63F70AE}"/>
              </a:ext>
            </a:extLst>
          </p:cNvPr>
          <p:cNvSpPr/>
          <p:nvPr userDrawn="1"/>
        </p:nvSpPr>
        <p:spPr>
          <a:xfrm rot="16200000">
            <a:off x="1805527" y="4928399"/>
            <a:ext cx="115200" cy="37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33" name="Picture 3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404447E-D422-DC8E-CB34-4D3D8B7617E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2901" y="-1092029"/>
            <a:ext cx="5735079" cy="5735079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5C49DB8-5A0D-5147-2D20-4AB7DE5365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669" y="2999169"/>
            <a:ext cx="2796403" cy="859659"/>
          </a:xfrm>
          <a:prstGeom prst="rect">
            <a:avLst/>
          </a:prstGeom>
        </p:spPr>
        <p:txBody>
          <a:bodyPr wrap="square" lIns="0" rIns="0" anchor="ctr">
            <a:noAutofit/>
          </a:bodyPr>
          <a:lstStyle>
            <a:lvl1pPr marL="0" indent="0" algn="l" defTabSz="914400" rtl="0" eaLnBrk="1" latinLnBrk="0" hangingPunct="1">
              <a:buNone/>
              <a:defRPr lang="en-GB" sz="5400" b="0" kern="1200" dirty="0">
                <a:solidFill>
                  <a:schemeClr val="bg2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/>
              <a:t>Agenda</a:t>
            </a:r>
            <a:endParaRPr lang="en-GB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75D479EC-F331-226D-8D79-C8B0E40B164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74565" y="836864"/>
            <a:ext cx="2425643" cy="341632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E6C848D4-E918-26BA-380C-CFBEF2DDCC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74565" y="1190334"/>
            <a:ext cx="2425643" cy="504000"/>
          </a:xfrm>
        </p:spPr>
        <p:txBody>
          <a:bodyPr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AutoNum type="romanLcPeriod"/>
              <a:tabLst/>
              <a:defRPr sz="1200"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de-DE"/>
              <a:t>Unterpunkt </a:t>
            </a:r>
          </a:p>
          <a:p>
            <a:pPr lvl="0"/>
            <a:r>
              <a:rPr lang="de-DE"/>
              <a:t>Unterpunkt</a:t>
            </a:r>
          </a:p>
        </p:txBody>
      </p:sp>
      <p:sp>
        <p:nvSpPr>
          <p:cNvPr id="17" name="Textplatzhalter 14">
            <a:extLst>
              <a:ext uri="{FF2B5EF4-FFF2-40B4-BE49-F238E27FC236}">
                <a16:creationId xmlns:a16="http://schemas.microsoft.com/office/drawing/2014/main" id="{694367A9-FA80-977C-EFED-BFA658BA3A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85790" y="836242"/>
            <a:ext cx="2425643" cy="341632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18" name="Textplatzhalter 14">
            <a:extLst>
              <a:ext uri="{FF2B5EF4-FFF2-40B4-BE49-F238E27FC236}">
                <a16:creationId xmlns:a16="http://schemas.microsoft.com/office/drawing/2014/main" id="{7511AC7E-A82B-DB4F-7258-080B339513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85790" y="1189712"/>
            <a:ext cx="2425643" cy="504000"/>
          </a:xfrm>
        </p:spPr>
        <p:txBody>
          <a:bodyPr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AutoNum type="romanLcPeriod"/>
              <a:tabLst/>
              <a:defRPr sz="1200"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de-DE"/>
              <a:t>Unterpunkt </a:t>
            </a:r>
          </a:p>
          <a:p>
            <a:pPr lvl="0"/>
            <a:r>
              <a:rPr lang="de-DE"/>
              <a:t>Unterpunkt</a:t>
            </a:r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56A67A96-3BD9-E4DC-52F6-601BE540C6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74565" y="2290358"/>
            <a:ext cx="2425643" cy="341632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20" name="Textplatzhalter 14">
            <a:extLst>
              <a:ext uri="{FF2B5EF4-FFF2-40B4-BE49-F238E27FC236}">
                <a16:creationId xmlns:a16="http://schemas.microsoft.com/office/drawing/2014/main" id="{C29C9D9D-4619-BC6C-17A9-9256CACDF78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74565" y="2643828"/>
            <a:ext cx="2425643" cy="504000"/>
          </a:xfrm>
        </p:spPr>
        <p:txBody>
          <a:bodyPr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AutoNum type="romanLcPeriod"/>
              <a:tabLst/>
              <a:defRPr sz="1200"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de-DE"/>
              <a:t>Unterpunkt </a:t>
            </a:r>
          </a:p>
          <a:p>
            <a:pPr lvl="0"/>
            <a:r>
              <a:rPr lang="de-DE"/>
              <a:t>Unterpunkt</a:t>
            </a:r>
          </a:p>
        </p:txBody>
      </p:sp>
      <p:sp>
        <p:nvSpPr>
          <p:cNvPr id="21" name="Textplatzhalter 14">
            <a:extLst>
              <a:ext uri="{FF2B5EF4-FFF2-40B4-BE49-F238E27FC236}">
                <a16:creationId xmlns:a16="http://schemas.microsoft.com/office/drawing/2014/main" id="{5CAF742A-F533-BF3B-5944-369047CBCD9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172246" y="3757828"/>
            <a:ext cx="2425643" cy="341632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22" name="Textplatzhalter 14">
            <a:extLst>
              <a:ext uri="{FF2B5EF4-FFF2-40B4-BE49-F238E27FC236}">
                <a16:creationId xmlns:a16="http://schemas.microsoft.com/office/drawing/2014/main" id="{9BECD1F4-F796-6BF7-8EA7-CB888A7C306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172246" y="4111298"/>
            <a:ext cx="2425643" cy="504000"/>
          </a:xfrm>
        </p:spPr>
        <p:txBody>
          <a:bodyPr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AutoNum type="romanLcPeriod"/>
              <a:tabLst/>
              <a:defRPr sz="1200"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de-DE"/>
              <a:t>Unterpunkt </a:t>
            </a:r>
          </a:p>
          <a:p>
            <a:pPr lvl="0"/>
            <a:r>
              <a:rPr lang="de-DE"/>
              <a:t>Unterpunkt</a:t>
            </a: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77B7BF23-5D20-4A7B-BD1F-F63BDFDEFF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72246" y="5218575"/>
            <a:ext cx="2425643" cy="341632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24" name="Textplatzhalter 14">
            <a:extLst>
              <a:ext uri="{FF2B5EF4-FFF2-40B4-BE49-F238E27FC236}">
                <a16:creationId xmlns:a16="http://schemas.microsoft.com/office/drawing/2014/main" id="{AB331D77-4D35-C034-9E2F-9857011A2B9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72246" y="5572045"/>
            <a:ext cx="2425643" cy="504000"/>
          </a:xfrm>
        </p:spPr>
        <p:txBody>
          <a:bodyPr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AutoNum type="romanLcPeriod"/>
              <a:tabLst/>
              <a:defRPr sz="1200"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de-DE"/>
              <a:t>Unterpunkt </a:t>
            </a:r>
          </a:p>
          <a:p>
            <a:pPr lvl="0"/>
            <a:r>
              <a:rPr lang="de-DE"/>
              <a:t>Unterpunkt</a:t>
            </a: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5128863B-D7E2-17D6-FFC4-B7DE7137811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85790" y="2290358"/>
            <a:ext cx="2425643" cy="341632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26" name="Textplatzhalter 14">
            <a:extLst>
              <a:ext uri="{FF2B5EF4-FFF2-40B4-BE49-F238E27FC236}">
                <a16:creationId xmlns:a16="http://schemas.microsoft.com/office/drawing/2014/main" id="{2A45C55B-83FC-E695-255E-38F3D2BB76A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885790" y="2643828"/>
            <a:ext cx="2425643" cy="504000"/>
          </a:xfrm>
        </p:spPr>
        <p:txBody>
          <a:bodyPr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AutoNum type="romanLcPeriod"/>
              <a:tabLst/>
              <a:defRPr sz="1200"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de-DE"/>
              <a:t>Unterpunkt </a:t>
            </a:r>
          </a:p>
          <a:p>
            <a:pPr lvl="0"/>
            <a:r>
              <a:rPr lang="de-DE"/>
              <a:t>Unterpunkt</a:t>
            </a: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019049ED-310C-EF93-CF7B-D5B4F7CF98A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883471" y="3757828"/>
            <a:ext cx="2425643" cy="341632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28" name="Textplatzhalter 14">
            <a:extLst>
              <a:ext uri="{FF2B5EF4-FFF2-40B4-BE49-F238E27FC236}">
                <a16:creationId xmlns:a16="http://schemas.microsoft.com/office/drawing/2014/main" id="{48C9FA92-BA99-E4FD-87F6-3D14631E182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83471" y="4111298"/>
            <a:ext cx="2425643" cy="504000"/>
          </a:xfrm>
        </p:spPr>
        <p:txBody>
          <a:bodyPr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AutoNum type="romanLcPeriod"/>
              <a:tabLst/>
              <a:defRPr sz="1200"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de-DE"/>
              <a:t>Unterpunkt </a:t>
            </a:r>
          </a:p>
          <a:p>
            <a:pPr lvl="0"/>
            <a:r>
              <a:rPr lang="de-DE"/>
              <a:t>Unterpunkt</a:t>
            </a: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883EC8D8-817B-C098-DDA1-1A4A2A2DD9B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83471" y="5218575"/>
            <a:ext cx="2425643" cy="341632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30" name="Textplatzhalter 14">
            <a:extLst>
              <a:ext uri="{FF2B5EF4-FFF2-40B4-BE49-F238E27FC236}">
                <a16:creationId xmlns:a16="http://schemas.microsoft.com/office/drawing/2014/main" id="{B162B786-8DD9-06BA-578D-80B47A88EAA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83471" y="5572045"/>
            <a:ext cx="2425643" cy="504000"/>
          </a:xfrm>
        </p:spPr>
        <p:txBody>
          <a:bodyPr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AutoNum type="romanLcPeriod"/>
              <a:tabLst/>
              <a:defRPr sz="1200"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de-DE"/>
              <a:t>Unterpunkt </a:t>
            </a:r>
          </a:p>
          <a:p>
            <a:pPr lvl="0"/>
            <a:r>
              <a:rPr lang="de-DE"/>
              <a:t>Unterpunkt</a:t>
            </a:r>
          </a:p>
        </p:txBody>
      </p:sp>
    </p:spTree>
    <p:extLst>
      <p:ext uri="{BB962C8B-B14F-4D97-AF65-F5344CB8AC3E}">
        <p14:creationId xmlns:p14="http://schemas.microsoft.com/office/powerpoint/2010/main" val="175239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Agendapunkte 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9927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8FFA0FAB-1EB2-34EA-D784-F84FFEAF63C9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8348562" y="617757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DCEE6936-9BCD-E0AC-CF24-48D0E6F4A4C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348562" y="2081805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4D94D953-98BB-6DF8-6B12-E4DEF1C8F98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8348562" y="3545853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88975DAF-B54A-2D2F-CDC5-6D7FA91D00BE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8348562" y="5009902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240F3344-3A1D-0A57-36FB-0BB60B66245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670565" y="617757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854E2587-C5C8-6AEC-7271-C8FC9ABE1D5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670565" y="2081805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AB84A7C-E871-57DE-22A0-0B9761BE684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670565" y="3545853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211705B-AC80-3E50-D9BD-B05FE51A5142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670565" y="5009902"/>
            <a:ext cx="3177006" cy="1234172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82863A-576C-B743-19BD-63586F59C00F}"/>
              </a:ext>
            </a:extLst>
          </p:cNvPr>
          <p:cNvSpPr/>
          <p:nvPr userDrawn="1"/>
        </p:nvSpPr>
        <p:spPr>
          <a:xfrm>
            <a:off x="-8873" y="-1"/>
            <a:ext cx="3744000" cy="68270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69F9EB-4E05-53D8-ED88-D4C8E63F70AE}"/>
              </a:ext>
            </a:extLst>
          </p:cNvPr>
          <p:cNvSpPr/>
          <p:nvPr userDrawn="1"/>
        </p:nvSpPr>
        <p:spPr>
          <a:xfrm rot="16200000">
            <a:off x="1805527" y="4928399"/>
            <a:ext cx="115200" cy="37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33" name="Picture 3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404447E-D422-DC8E-CB34-4D3D8B7617E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2901" y="-1092029"/>
            <a:ext cx="5735079" cy="5735079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5C49DB8-5A0D-5147-2D20-4AB7DE5365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669" y="2999169"/>
            <a:ext cx="2796403" cy="859659"/>
          </a:xfrm>
          <a:prstGeom prst="rect">
            <a:avLst/>
          </a:prstGeom>
        </p:spPr>
        <p:txBody>
          <a:bodyPr wrap="square" lIns="0" rIns="0" anchor="ctr">
            <a:noAutofit/>
          </a:bodyPr>
          <a:lstStyle>
            <a:lvl1pPr marL="0" indent="0" algn="l" defTabSz="914400" rtl="0" eaLnBrk="1" latinLnBrk="0" hangingPunct="1">
              <a:buNone/>
              <a:defRPr lang="en-GB" sz="5400" b="0" kern="1200" dirty="0">
                <a:solidFill>
                  <a:schemeClr val="bg2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/>
              <a:t>Agenda</a:t>
            </a:r>
            <a:endParaRPr lang="en-GB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75D479EC-F331-226D-8D79-C8B0E40B164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74565" y="1086588"/>
            <a:ext cx="2425643" cy="296511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17" name="Textplatzhalter 14">
            <a:extLst>
              <a:ext uri="{FF2B5EF4-FFF2-40B4-BE49-F238E27FC236}">
                <a16:creationId xmlns:a16="http://schemas.microsoft.com/office/drawing/2014/main" id="{694367A9-FA80-977C-EFED-BFA658BA3A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85790" y="1086588"/>
            <a:ext cx="2425643" cy="296511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56A67A96-3BD9-E4DC-52F6-601BE540C6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74565" y="2550636"/>
            <a:ext cx="2425643" cy="296511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21" name="Textplatzhalter 14">
            <a:extLst>
              <a:ext uri="{FF2B5EF4-FFF2-40B4-BE49-F238E27FC236}">
                <a16:creationId xmlns:a16="http://schemas.microsoft.com/office/drawing/2014/main" id="{5CAF742A-F533-BF3B-5944-369047CBCD9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172246" y="4014684"/>
            <a:ext cx="2425643" cy="296511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23" name="Textplatzhalter 14">
            <a:extLst>
              <a:ext uri="{FF2B5EF4-FFF2-40B4-BE49-F238E27FC236}">
                <a16:creationId xmlns:a16="http://schemas.microsoft.com/office/drawing/2014/main" id="{77B7BF23-5D20-4A7B-BD1F-F63BDFDEFF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72246" y="5478733"/>
            <a:ext cx="2425643" cy="296511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5128863B-D7E2-17D6-FFC4-B7DE7137811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85790" y="2550636"/>
            <a:ext cx="2425643" cy="296511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27" name="Textplatzhalter 14">
            <a:extLst>
              <a:ext uri="{FF2B5EF4-FFF2-40B4-BE49-F238E27FC236}">
                <a16:creationId xmlns:a16="http://schemas.microsoft.com/office/drawing/2014/main" id="{019049ED-310C-EF93-CF7B-D5B4F7CF98A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883471" y="4014684"/>
            <a:ext cx="2425643" cy="296511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29" name="Textplatzhalter 14">
            <a:extLst>
              <a:ext uri="{FF2B5EF4-FFF2-40B4-BE49-F238E27FC236}">
                <a16:creationId xmlns:a16="http://schemas.microsoft.com/office/drawing/2014/main" id="{883EC8D8-817B-C098-DDA1-1A4A2A2DD9B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883471" y="5478733"/>
            <a:ext cx="2425643" cy="296511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3361490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Agendapunkte mit Unterpunk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9842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A9DF3CBC-B5F4-95C0-BBD6-C818D4D1DF2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670564" y="617757"/>
            <a:ext cx="7083284" cy="1716978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889918C-B7F5-261E-3FE3-E4C08565807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670564" y="2522202"/>
            <a:ext cx="7083284" cy="1716978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5C187A2-22A6-E3FA-A86B-D7345FA5BA9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670564" y="4426647"/>
            <a:ext cx="7083284" cy="1716978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82863A-576C-B743-19BD-63586F59C00F}"/>
              </a:ext>
            </a:extLst>
          </p:cNvPr>
          <p:cNvSpPr/>
          <p:nvPr userDrawn="1"/>
        </p:nvSpPr>
        <p:spPr>
          <a:xfrm>
            <a:off x="-8873" y="-1"/>
            <a:ext cx="3744000" cy="68270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69F9EB-4E05-53D8-ED88-D4C8E63F70AE}"/>
              </a:ext>
            </a:extLst>
          </p:cNvPr>
          <p:cNvSpPr/>
          <p:nvPr userDrawn="1"/>
        </p:nvSpPr>
        <p:spPr>
          <a:xfrm rot="16200000">
            <a:off x="1805527" y="4928399"/>
            <a:ext cx="115200" cy="37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33" name="Picture 3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404447E-D422-DC8E-CB34-4D3D8B7617E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2901" y="-1092029"/>
            <a:ext cx="5735079" cy="5735079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5C49DB8-5A0D-5147-2D20-4AB7DE5365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669" y="2999169"/>
            <a:ext cx="2796403" cy="859659"/>
          </a:xfrm>
          <a:prstGeom prst="rect">
            <a:avLst/>
          </a:prstGeom>
        </p:spPr>
        <p:txBody>
          <a:bodyPr wrap="square" lIns="0" rIns="0" anchor="ctr">
            <a:noAutofit/>
          </a:bodyPr>
          <a:lstStyle>
            <a:lvl1pPr marL="0" indent="0" algn="l" defTabSz="914400" rtl="0" eaLnBrk="1" latinLnBrk="0" hangingPunct="1">
              <a:buNone/>
              <a:defRPr lang="en-GB" sz="5400" b="0" kern="1200" dirty="0">
                <a:solidFill>
                  <a:schemeClr val="bg2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/>
              <a:t>Agenda</a:t>
            </a:r>
            <a:endParaRPr lang="en-GB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75D479EC-F331-226D-8D79-C8B0E40B164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74565" y="1057984"/>
            <a:ext cx="6341975" cy="296511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E6C848D4-E918-26BA-380C-CFBEF2DDCC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74565" y="1388894"/>
            <a:ext cx="6341975" cy="504000"/>
          </a:xfrm>
        </p:spPr>
        <p:txBody>
          <a:bodyPr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AutoNum type="romanLcPeriod"/>
              <a:tabLst/>
              <a:defRPr sz="1200"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de-DE"/>
              <a:t>Unterpunkt </a:t>
            </a:r>
          </a:p>
          <a:p>
            <a:pPr lvl="0"/>
            <a:r>
              <a:rPr lang="de-DE"/>
              <a:t>Unterpunkt</a:t>
            </a:r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56A67A96-3BD9-E4DC-52F6-601BE540C6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74565" y="2963236"/>
            <a:ext cx="6341975" cy="296511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20" name="Textplatzhalter 14">
            <a:extLst>
              <a:ext uri="{FF2B5EF4-FFF2-40B4-BE49-F238E27FC236}">
                <a16:creationId xmlns:a16="http://schemas.microsoft.com/office/drawing/2014/main" id="{C29C9D9D-4619-BC6C-17A9-9256CACDF78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74565" y="3294146"/>
            <a:ext cx="6341975" cy="504000"/>
          </a:xfrm>
        </p:spPr>
        <p:txBody>
          <a:bodyPr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AutoNum type="romanLcPeriod"/>
              <a:tabLst/>
              <a:defRPr sz="1200"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de-DE"/>
              <a:t>Unterpunkt </a:t>
            </a:r>
          </a:p>
          <a:p>
            <a:pPr lvl="0"/>
            <a:r>
              <a:rPr lang="de-DE"/>
              <a:t>Unterpunkt</a:t>
            </a:r>
          </a:p>
        </p:txBody>
      </p:sp>
      <p:sp>
        <p:nvSpPr>
          <p:cNvPr id="21" name="Textplatzhalter 14">
            <a:extLst>
              <a:ext uri="{FF2B5EF4-FFF2-40B4-BE49-F238E27FC236}">
                <a16:creationId xmlns:a16="http://schemas.microsoft.com/office/drawing/2014/main" id="{5CAF742A-F533-BF3B-5944-369047CBCD9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172246" y="4867681"/>
            <a:ext cx="6341975" cy="296511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22" name="Textplatzhalter 14">
            <a:extLst>
              <a:ext uri="{FF2B5EF4-FFF2-40B4-BE49-F238E27FC236}">
                <a16:creationId xmlns:a16="http://schemas.microsoft.com/office/drawing/2014/main" id="{9BECD1F4-F796-6BF7-8EA7-CB888A7C306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172246" y="5198591"/>
            <a:ext cx="6341975" cy="504000"/>
          </a:xfrm>
        </p:spPr>
        <p:txBody>
          <a:bodyPr anchor="t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AutoNum type="romanLcPeriod"/>
              <a:tabLst/>
              <a:defRPr sz="1200"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de-DE"/>
              <a:t>Unterpunkt </a:t>
            </a:r>
          </a:p>
          <a:p>
            <a:pPr lvl="0"/>
            <a:r>
              <a:rPr lang="de-DE"/>
              <a:t>Unterpunkt</a:t>
            </a:r>
          </a:p>
        </p:txBody>
      </p:sp>
    </p:spTree>
    <p:extLst>
      <p:ext uri="{BB962C8B-B14F-4D97-AF65-F5344CB8AC3E}">
        <p14:creationId xmlns:p14="http://schemas.microsoft.com/office/powerpoint/2010/main" val="1983479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Agendapunkte 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99842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A9DF3CBC-B5F4-95C0-BBD6-C818D4D1DF2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670564" y="617757"/>
            <a:ext cx="7083284" cy="1716978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889918C-B7F5-261E-3FE3-E4C08565807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4670564" y="2522202"/>
            <a:ext cx="7083284" cy="1716978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5C187A2-22A6-E3FA-A86B-D7345FA5BA9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670564" y="4426647"/>
            <a:ext cx="7083284" cy="1716978"/>
          </a:xfrm>
          <a:custGeom>
            <a:avLst/>
            <a:gdLst>
              <a:gd name="csX0" fmla="*/ 0 w 3177006"/>
              <a:gd name="csY0" fmla="*/ 0 h 1234172"/>
              <a:gd name="csX1" fmla="*/ 3177006 w 3177006"/>
              <a:gd name="csY1" fmla="*/ 0 h 1234172"/>
              <a:gd name="csX2" fmla="*/ 3177006 w 3177006"/>
              <a:gd name="csY2" fmla="*/ 1234172 h 1234172"/>
              <a:gd name="csX3" fmla="*/ 0 w 3177006"/>
              <a:gd name="csY3" fmla="*/ 1234172 h 1234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177006" h="1234172">
                <a:moveTo>
                  <a:pt x="0" y="0"/>
                </a:moveTo>
                <a:lnTo>
                  <a:pt x="3177006" y="0"/>
                </a:lnTo>
                <a:lnTo>
                  <a:pt x="3177006" y="1234172"/>
                </a:lnTo>
                <a:lnTo>
                  <a:pt x="0" y="1234172"/>
                </a:ln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82863A-576C-B743-19BD-63586F59C00F}"/>
              </a:ext>
            </a:extLst>
          </p:cNvPr>
          <p:cNvSpPr/>
          <p:nvPr userDrawn="1"/>
        </p:nvSpPr>
        <p:spPr>
          <a:xfrm>
            <a:off x="-8873" y="-1"/>
            <a:ext cx="3744000" cy="68270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69F9EB-4E05-53D8-ED88-D4C8E63F70AE}"/>
              </a:ext>
            </a:extLst>
          </p:cNvPr>
          <p:cNvSpPr/>
          <p:nvPr userDrawn="1"/>
        </p:nvSpPr>
        <p:spPr>
          <a:xfrm rot="16200000">
            <a:off x="1805527" y="4928399"/>
            <a:ext cx="115200" cy="37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33" name="Picture 3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404447E-D422-DC8E-CB34-4D3D8B7617E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2901" y="-1092029"/>
            <a:ext cx="5735079" cy="5735079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5C49DB8-5A0D-5147-2D20-4AB7DE5365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7669" y="2999169"/>
            <a:ext cx="2796403" cy="859659"/>
          </a:xfrm>
          <a:prstGeom prst="rect">
            <a:avLst/>
          </a:prstGeom>
        </p:spPr>
        <p:txBody>
          <a:bodyPr wrap="square" lIns="0" rIns="0" anchor="ctr">
            <a:noAutofit/>
          </a:bodyPr>
          <a:lstStyle>
            <a:lvl1pPr marL="0" indent="0" algn="l" defTabSz="914400" rtl="0" eaLnBrk="1" latinLnBrk="0" hangingPunct="1">
              <a:buNone/>
              <a:defRPr lang="en-GB" sz="5400" b="0" kern="1200" dirty="0">
                <a:solidFill>
                  <a:schemeClr val="bg2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/>
              <a:t>Agenda</a:t>
            </a:r>
            <a:endParaRPr lang="en-GB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75D479EC-F331-226D-8D79-C8B0E40B164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74565" y="1327991"/>
            <a:ext cx="6341975" cy="296511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56A67A96-3BD9-E4DC-52F6-601BE540C6A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74565" y="3232436"/>
            <a:ext cx="6341975" cy="296511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  <p:sp>
        <p:nvSpPr>
          <p:cNvPr id="21" name="Textplatzhalter 14">
            <a:extLst>
              <a:ext uri="{FF2B5EF4-FFF2-40B4-BE49-F238E27FC236}">
                <a16:creationId xmlns:a16="http://schemas.microsoft.com/office/drawing/2014/main" id="{5CAF742A-F533-BF3B-5944-369047CBCD9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172246" y="5136881"/>
            <a:ext cx="6341975" cy="296511"/>
          </a:xfrm>
        </p:spPr>
        <p:txBody>
          <a:bodyPr anchor="ctr">
            <a:noAutofit/>
          </a:bodyPr>
          <a:lstStyle>
            <a:lvl1pPr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1383522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hemen mit Icon/Z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68352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81C72DB1-BC26-8BD4-0A85-427C06185F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1799" y="1875453"/>
            <a:ext cx="3651035" cy="18490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251999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669CB813-57AE-41DB-794F-8DA9DA270FB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67075" y="1580651"/>
            <a:ext cx="553261" cy="55326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mtClean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3D84BD9-EBBA-4579-1F37-D2A167276E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31799" y="4222090"/>
            <a:ext cx="3651035" cy="18490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251999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A9B98E2E-4FF7-E5A0-6EC8-23F282E9431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7075" y="3927288"/>
            <a:ext cx="553261" cy="55326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FEA6644-01FA-112A-E4AE-888A0011199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70482" y="1875453"/>
            <a:ext cx="3651035" cy="18490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251999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CD05733-EE02-3419-3334-09A1B09380C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105758" y="1580651"/>
            <a:ext cx="553261" cy="55326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A3BBC502-50B4-8628-FDAD-0CE3C67B813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270482" y="4222090"/>
            <a:ext cx="3651035" cy="18490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251999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8B5C8C4C-FA06-3D26-842C-EDDE3098B99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05758" y="3927288"/>
            <a:ext cx="553261" cy="55326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48FBF16-B467-365D-346D-E149B42B18D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109165" y="1875453"/>
            <a:ext cx="3651035" cy="18490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251999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96502F4-2C4D-314D-891C-27AECACE63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944441" y="1580651"/>
            <a:ext cx="553261" cy="553261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6DB11B1B-09B9-407C-F0F6-9E3CC16AC62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8109165" y="4222090"/>
            <a:ext cx="3651035" cy="18490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251999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11ACE51A-96AA-FA05-F861-01B0C90304B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944441" y="3927288"/>
            <a:ext cx="553261" cy="55326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C347211-769A-4210-BBA6-C02E4C6335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69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zess 8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91907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7565E42-36DC-F314-4D17-7E98C51473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799" y="2026507"/>
            <a:ext cx="262773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9CE82C9B-3C9E-D87A-3067-E4CFBF48E0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1799" y="2473325"/>
            <a:ext cx="2627738" cy="1210186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DC379399-6B80-6A33-7483-617CCD2A86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799" y="4486620"/>
            <a:ext cx="262773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62" name="Text Placeholder 17">
            <a:extLst>
              <a:ext uri="{FF2B5EF4-FFF2-40B4-BE49-F238E27FC236}">
                <a16:creationId xmlns:a16="http://schemas.microsoft.com/office/drawing/2014/main" id="{BB86899B-39B2-8E8C-6285-31AA56C02AA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1799" y="4933438"/>
            <a:ext cx="2627738" cy="1210186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779E61F4-18BE-A741-5CC7-C5554C9DB3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62312" y="2026507"/>
            <a:ext cx="262773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64" name="Text Placeholder 17">
            <a:extLst>
              <a:ext uri="{FF2B5EF4-FFF2-40B4-BE49-F238E27FC236}">
                <a16:creationId xmlns:a16="http://schemas.microsoft.com/office/drawing/2014/main" id="{349B285F-877F-484D-837A-62BC66559DC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262312" y="2473325"/>
            <a:ext cx="2627738" cy="1210186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7" name="Text Placeholder 10">
            <a:extLst>
              <a:ext uri="{FF2B5EF4-FFF2-40B4-BE49-F238E27FC236}">
                <a16:creationId xmlns:a16="http://schemas.microsoft.com/office/drawing/2014/main" id="{244048B9-9D9C-FEB3-88CA-354FCFA9BC2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62312" y="4486620"/>
            <a:ext cx="262773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68" name="Text Placeholder 17">
            <a:extLst>
              <a:ext uri="{FF2B5EF4-FFF2-40B4-BE49-F238E27FC236}">
                <a16:creationId xmlns:a16="http://schemas.microsoft.com/office/drawing/2014/main" id="{405289A4-F050-2C87-A381-683A883625A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62312" y="4933438"/>
            <a:ext cx="2627738" cy="1210186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B4A8A2FD-7D22-D804-537D-76C1D4D2751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2825" y="2026507"/>
            <a:ext cx="262773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70" name="Text Placeholder 17">
            <a:extLst>
              <a:ext uri="{FF2B5EF4-FFF2-40B4-BE49-F238E27FC236}">
                <a16:creationId xmlns:a16="http://schemas.microsoft.com/office/drawing/2014/main" id="{DED2B13C-542A-6D58-DDAE-6E0E2594BE4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92825" y="2473325"/>
            <a:ext cx="2627738" cy="1210186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3" name="Text Placeholder 10">
            <a:extLst>
              <a:ext uri="{FF2B5EF4-FFF2-40B4-BE49-F238E27FC236}">
                <a16:creationId xmlns:a16="http://schemas.microsoft.com/office/drawing/2014/main" id="{2390A411-AED7-AAC5-6BDE-FAE9CA14CE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2825" y="4486620"/>
            <a:ext cx="262773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063527A6-F4C2-7245-36AD-4F9DA7A100D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92825" y="4933438"/>
            <a:ext cx="2627738" cy="1210186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5" name="Text Placeholder 10">
            <a:extLst>
              <a:ext uri="{FF2B5EF4-FFF2-40B4-BE49-F238E27FC236}">
                <a16:creationId xmlns:a16="http://schemas.microsoft.com/office/drawing/2014/main" id="{15931874-616A-06F3-ED19-723A53CB0C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23338" y="2026507"/>
            <a:ext cx="262773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76" name="Text Placeholder 17">
            <a:extLst>
              <a:ext uri="{FF2B5EF4-FFF2-40B4-BE49-F238E27FC236}">
                <a16:creationId xmlns:a16="http://schemas.microsoft.com/office/drawing/2014/main" id="{8EA8F239-DB48-855D-7F68-888C488CE9B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23338" y="2473325"/>
            <a:ext cx="2627738" cy="1210186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79" name="Text Placeholder 10">
            <a:extLst>
              <a:ext uri="{FF2B5EF4-FFF2-40B4-BE49-F238E27FC236}">
                <a16:creationId xmlns:a16="http://schemas.microsoft.com/office/drawing/2014/main" id="{EFE008AC-878E-C354-8ACB-5847B5C6139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23338" y="4486620"/>
            <a:ext cx="262773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80" name="Text Placeholder 17">
            <a:extLst>
              <a:ext uri="{FF2B5EF4-FFF2-40B4-BE49-F238E27FC236}">
                <a16:creationId xmlns:a16="http://schemas.microsoft.com/office/drawing/2014/main" id="{D7612BC4-1ED6-0751-67DF-B4EB0B5EB54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923338" y="4933438"/>
            <a:ext cx="2627738" cy="1210186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326157A-52A2-7F23-FC99-2C9D32920CB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5588A2-6A14-EA87-ACFB-91A86DB1244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520158" y="1489075"/>
            <a:ext cx="451022" cy="451022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b="1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EF711D-8BA8-E198-95B8-D3B2616D1C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50671" y="1489075"/>
            <a:ext cx="451022" cy="451022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b="1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55ECD8B-B276-7D41-4E0B-5F4D362F169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81184" y="1489075"/>
            <a:ext cx="451022" cy="451022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b="1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02C19B-6F36-824E-8266-216BC81FAF3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011696" y="1489075"/>
            <a:ext cx="451022" cy="451022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b="1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5E89629-9D0F-E20B-94B0-9FDCA35B072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20158" y="3949188"/>
            <a:ext cx="451022" cy="451022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b="1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4D1E8DD-698F-4F8A-3482-9004B962FFE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50671" y="3949188"/>
            <a:ext cx="451022" cy="451022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b="1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0C34105-4AFF-4FF6-7523-068D50775A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181184" y="3949188"/>
            <a:ext cx="451022" cy="451022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b="1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1741E3E-C23E-DABD-D3FA-77E471A7BC0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011696" y="3949188"/>
            <a:ext cx="451022" cy="451022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b="1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</p:spTree>
    <p:extLst>
      <p:ext uri="{BB962C8B-B14F-4D97-AF65-F5344CB8AC3E}">
        <p14:creationId xmlns:p14="http://schemas.microsoft.com/office/powerpoint/2010/main" val="3021743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zess 9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329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F0D2800D-68CB-45AF-67D6-C0392B3EC3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14637" y="1748482"/>
            <a:ext cx="3104120" cy="126234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492EB4FF-9460-8F79-30B9-3C87C6C4004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14637" y="3185182"/>
            <a:ext cx="3104120" cy="126234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0" name="Text Placeholder 16">
            <a:extLst>
              <a:ext uri="{FF2B5EF4-FFF2-40B4-BE49-F238E27FC236}">
                <a16:creationId xmlns:a16="http://schemas.microsoft.com/office/drawing/2014/main" id="{0747A923-01E5-A69D-3308-341ECA888D1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814637" y="4621882"/>
            <a:ext cx="3104120" cy="126234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1" name="Text Placeholder 16">
            <a:extLst>
              <a:ext uri="{FF2B5EF4-FFF2-40B4-BE49-F238E27FC236}">
                <a16:creationId xmlns:a16="http://schemas.microsoft.com/office/drawing/2014/main" id="{405EC3E8-86AC-2EA4-B781-F8851B92D1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9730" y="1748482"/>
            <a:ext cx="3104120" cy="126234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2" name="Text Placeholder 16">
            <a:extLst>
              <a:ext uri="{FF2B5EF4-FFF2-40B4-BE49-F238E27FC236}">
                <a16:creationId xmlns:a16="http://schemas.microsoft.com/office/drawing/2014/main" id="{754F135E-8324-E5AE-B43D-7B95F68D12C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49730" y="3185182"/>
            <a:ext cx="3104120" cy="126234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3" name="Text Placeholder 16">
            <a:extLst>
              <a:ext uri="{FF2B5EF4-FFF2-40B4-BE49-F238E27FC236}">
                <a16:creationId xmlns:a16="http://schemas.microsoft.com/office/drawing/2014/main" id="{77601EFC-7C5B-11BE-8747-0FD48BAFFEE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49730" y="4621882"/>
            <a:ext cx="3104120" cy="126234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670D94DC-EEBD-550F-D2EB-AE9FABFCD6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9547" y="1748482"/>
            <a:ext cx="3104120" cy="126234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77EE8942-E8B4-89A7-AAF0-BAB6C51C61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9547" y="3185182"/>
            <a:ext cx="3104120" cy="126234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DD458E60-B5CF-F0E4-6398-3425EF31F58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79547" y="4621882"/>
            <a:ext cx="3104120" cy="126234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0899F01-F374-EA08-C103-46D7485231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26321B-18FD-A340-EFC0-621F4F9F71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1800" y="2154142"/>
            <a:ext cx="451021" cy="451021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800" b="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9EA476-BE5D-59FC-D3DF-BB913955026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66890" y="2154142"/>
            <a:ext cx="451021" cy="451021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800" b="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355AAB8-FBB7-E87E-DC2E-F820DD0C86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01983" y="2154142"/>
            <a:ext cx="451021" cy="451021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800" b="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6B7A1F9-079F-AC22-C7AA-E84273E660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31800" y="3590842"/>
            <a:ext cx="451021" cy="451021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800" b="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99D07B4-8786-84D5-6225-0B23BD0577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266890" y="3590842"/>
            <a:ext cx="451021" cy="451021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800" b="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524C83B-6C22-AE66-6CF1-95080318861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01983" y="3590842"/>
            <a:ext cx="451021" cy="451021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800" b="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19FE24F-9ACB-BDDC-10F2-CDED2DAE448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31800" y="5027542"/>
            <a:ext cx="451021" cy="451021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800" b="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21D1CA5-1720-C094-E849-AFAAB833EDE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66890" y="5027542"/>
            <a:ext cx="451021" cy="451021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800" b="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59BA760-DFB2-4704-436D-9E1E46B07BE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101983" y="5027542"/>
            <a:ext cx="451021" cy="451021"/>
          </a:xfrm>
          <a:custGeom>
            <a:avLst/>
            <a:gdLst>
              <a:gd name="csX0" fmla="*/ 225511 w 451022"/>
              <a:gd name="csY0" fmla="*/ 0 h 451022"/>
              <a:gd name="csX1" fmla="*/ 451022 w 451022"/>
              <a:gd name="csY1" fmla="*/ 225511 h 451022"/>
              <a:gd name="csX2" fmla="*/ 225511 w 451022"/>
              <a:gd name="csY2" fmla="*/ 451022 h 451022"/>
              <a:gd name="csX3" fmla="*/ 0 w 451022"/>
              <a:gd name="csY3" fmla="*/ 225511 h 451022"/>
              <a:gd name="csX4" fmla="*/ 225511 w 451022"/>
              <a:gd name="csY4" fmla="*/ 0 h 4510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51022" h="451022">
                <a:moveTo>
                  <a:pt x="225511" y="0"/>
                </a:moveTo>
                <a:cubicBezTo>
                  <a:pt x="350057" y="0"/>
                  <a:pt x="451022" y="100965"/>
                  <a:pt x="451022" y="225511"/>
                </a:cubicBezTo>
                <a:cubicBezTo>
                  <a:pt x="451022" y="350057"/>
                  <a:pt x="350057" y="451022"/>
                  <a:pt x="225511" y="451022"/>
                </a:cubicBezTo>
                <a:cubicBezTo>
                  <a:pt x="100965" y="451022"/>
                  <a:pt x="0" y="350057"/>
                  <a:pt x="0" y="225511"/>
                </a:cubicBezTo>
                <a:cubicBezTo>
                  <a:pt x="0" y="100965"/>
                  <a:pt x="100965" y="0"/>
                  <a:pt x="225511" y="0"/>
                </a:cubicBezTo>
                <a:close/>
              </a:path>
            </a:pathLst>
          </a:custGeom>
          <a:solidFill>
            <a:schemeClr val="accent1"/>
          </a:solidFill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lang="en-GB" sz="1800" b="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</p:spTree>
    <p:extLst>
      <p:ext uri="{BB962C8B-B14F-4D97-AF65-F5344CB8AC3E}">
        <p14:creationId xmlns:p14="http://schemas.microsoft.com/office/powerpoint/2010/main" val="4074778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16838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eck 5">
            <a:extLst>
              <a:ext uri="{FF2B5EF4-FFF2-40B4-BE49-F238E27FC236}">
                <a16:creationId xmlns:a16="http://schemas.microsoft.com/office/drawing/2014/main" id="{56EE90DC-B314-0E11-9BE8-4CB138B815B9}"/>
              </a:ext>
            </a:extLst>
          </p:cNvPr>
          <p:cNvSpPr/>
          <p:nvPr userDrawn="1"/>
        </p:nvSpPr>
        <p:spPr>
          <a:xfrm>
            <a:off x="7241059" y="0"/>
            <a:ext cx="4950941" cy="6858000"/>
          </a:xfrm>
          <a:prstGeom prst="rect">
            <a:avLst/>
          </a:pr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endParaRPr lang="de-DE" sz="1400" b="0" err="1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800" y="455313"/>
            <a:ext cx="6525592" cy="52322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 defTabSz="914400" rtl="0" eaLnBrk="1" latinLnBrk="0" hangingPunct="1">
              <a:buNone/>
              <a:defRPr lang="en-US" sz="28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pic>
        <p:nvPicPr>
          <p:cNvPr id="3" name="Grafik 3" descr="Ein Bild, das Grafiken, Screenshot, Kreis, Grafikdesign enthält.&#10;&#10;KI-generierte Inhalte können fehlerhaft sein.">
            <a:extLst>
              <a:ext uri="{FF2B5EF4-FFF2-40B4-BE49-F238E27FC236}">
                <a16:creationId xmlns:a16="http://schemas.microsoft.com/office/drawing/2014/main" id="{3A529401-064B-9E9F-FFE7-153D7727D26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638" y="406399"/>
            <a:ext cx="733425" cy="733425"/>
          </a:xfrm>
          <a:prstGeom prst="rect">
            <a:avLst/>
          </a:prstGeom>
        </p:spPr>
      </p:pic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30E70CD7-F3B7-DAB9-6A8D-3E90D911F42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679209" y="1489076"/>
            <a:ext cx="4074641" cy="4654549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defRPr lang="en-US" b="0" i="0" smtClean="0">
                <a:latin typeface="Abadi ExtraLight" panose="020B0204020104020204" pitchFamily="34" charset="77"/>
              </a:defRPr>
            </a:lvl4pPr>
            <a:lvl5pPr>
              <a:defRPr lang="en-GB"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BBC32697-2449-1ADB-71F8-117DFCD3C246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31800" y="1998133"/>
            <a:ext cx="6525592" cy="4145492"/>
          </a:xfrm>
        </p:spPr>
        <p:txBody>
          <a:bodyPr lIns="144000" tIns="144000" rIns="144000" bIns="144000">
            <a:noAutofit/>
          </a:bodyPr>
          <a:lstStyle>
            <a:lvl1pPr>
              <a:defRPr b="0" i="0">
                <a:latin typeface="Abadi ExtraLight" panose="020B0204020104020204" pitchFamily="34" charset="77"/>
              </a:defRPr>
            </a:lvl1pPr>
            <a:lvl2pPr>
              <a:defRPr b="0" i="0">
                <a:latin typeface="Abadi ExtraLight" panose="020B0204020104020204" pitchFamily="34" charset="77"/>
              </a:defRPr>
            </a:lvl2pPr>
            <a:lvl3pPr>
              <a:defRPr b="0" i="0">
                <a:latin typeface="Abadi ExtraLight" panose="020B0204020104020204" pitchFamily="34" charset="77"/>
              </a:defRPr>
            </a:lvl3pPr>
            <a:lvl4pPr>
              <a:defRPr b="0" i="0">
                <a:latin typeface="Abadi ExtraLight" panose="020B0204020104020204" pitchFamily="34" charset="77"/>
              </a:defRPr>
            </a:lvl4pPr>
            <a:lvl5pPr>
              <a:defRPr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EFB9E62-B1C3-4750-FC04-BE893C282C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1489076"/>
            <a:ext cx="6525592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11A19292-9B59-A883-A0B5-32C682A8482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799" y="208228"/>
            <a:ext cx="6525593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305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67894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BE30BC64-1883-75D8-C8FC-CB118E113C9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8150" y="1489075"/>
            <a:ext cx="7270589" cy="46545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defRPr lang="en-US" b="0" i="0" smtClean="0">
                <a:latin typeface="Abadi ExtraLight" panose="020B0204020104020204" pitchFamily="34" charset="77"/>
              </a:defRPr>
            </a:lvl4pPr>
            <a:lvl5pPr>
              <a:defRPr lang="en-GB"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E1F62377-C87D-84FA-AD7E-015A0C6121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094330" y="1489075"/>
            <a:ext cx="3659519" cy="46545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defRPr lang="en-US" b="0" i="0" smtClean="0">
                <a:latin typeface="Abadi ExtraLight" panose="020B0204020104020204" pitchFamily="34" charset="77"/>
              </a:defRPr>
            </a:lvl4pPr>
            <a:lvl5pPr>
              <a:defRPr lang="en-GB"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1EFBC9E-5F4F-9B16-D755-F1CA7002858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604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box +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73771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37D8BA-C903-EDA2-09D4-C2769A1818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800" y="1489076"/>
            <a:ext cx="558283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10FB656-26A7-405F-DB6D-888C52AD17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1012" y="1489076"/>
            <a:ext cx="558283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7622C4F-4877-2F8D-B096-16948E44799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8150" y="1990863"/>
            <a:ext cx="5582838" cy="415276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defRPr lang="en-US" b="0" i="0" smtClean="0">
                <a:latin typeface="Abadi ExtraLight" panose="020B0204020104020204" pitchFamily="34" charset="77"/>
              </a:defRPr>
            </a:lvl4pPr>
            <a:lvl5pPr>
              <a:defRPr lang="en-GB"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B0AC3F7-B87A-1BC3-1B26-B8CAE3178F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1012" y="1990863"/>
            <a:ext cx="5582838" cy="253986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defRPr lang="en-US" b="0" i="0" smtClean="0">
                <a:latin typeface="Abadi ExtraLight" panose="020B0204020104020204" pitchFamily="34" charset="77"/>
              </a:defRPr>
            </a:lvl4pPr>
            <a:lvl5pPr>
              <a:defRPr lang="en-GB"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A94FA9B-E83D-C726-6F77-724BBEB7456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71012" y="4601945"/>
            <a:ext cx="5582838" cy="735228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828000" tIns="144000" rIns="144000" bIns="144000" rtlCol="0" anchor="ctr">
            <a:noAutofit/>
          </a:bodyPr>
          <a:lstStyle>
            <a:lvl1pPr marL="0" indent="0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23946B7-4BE6-3BFD-679A-E239453439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71012" y="5408398"/>
            <a:ext cx="5582838" cy="735228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828000" tIns="144000" rIns="144000" bIns="144000" rtlCol="0" anchor="ctr">
            <a:noAutofit/>
          </a:bodyPr>
          <a:lstStyle>
            <a:lvl1pPr marL="0" indent="0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3E5205D4-51AD-8297-155A-96EABD0302B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63483" y="4684207"/>
            <a:ext cx="570704" cy="57070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2C415D3C-0E01-A9C8-1CD9-209B51A7D9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3483" y="5490660"/>
            <a:ext cx="570704" cy="57070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0378495-06F2-E539-0CEF-31C9C6554F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97CE1D-2C12-3AAD-E757-3588E7377913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E9B29BDA-E23F-AFA2-4172-CAD0D5525F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14855ED-4DE6-D57B-44A6-048935CA1A2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298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hemen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1892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E3F6D81A-068F-4E01-D965-6AD31117CE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800" y="3316406"/>
            <a:ext cx="1719748" cy="282722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08000" tIns="144000" rIns="72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0ED3D1F2-DB2A-0655-7E5A-643559918F8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352260" y="3316406"/>
            <a:ext cx="1719748" cy="282722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08000" tIns="144000" rIns="72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6E815771-844B-67AF-CFBC-38D4ED8680A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72720" y="3316406"/>
            <a:ext cx="1719748" cy="282722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08000" tIns="144000" rIns="72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5336F2FB-4FE0-E7B8-A80F-4EF89828EDF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93180" y="3316406"/>
            <a:ext cx="1719748" cy="282722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08000" tIns="144000" rIns="72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8E2B77C6-C897-122C-860B-AA7A2D38C13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113640" y="3316406"/>
            <a:ext cx="1719748" cy="282722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08000" tIns="144000" rIns="72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AC6D3D9D-7659-B3F1-41C7-AF90481DAE9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0034102" y="3316406"/>
            <a:ext cx="1719748" cy="282722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08000" tIns="144000" rIns="72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55976B4-798F-340D-99B8-A5D1D5A1B7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1489076"/>
            <a:ext cx="171974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D970F02-5710-F073-687A-86552F515A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52260" y="1489076"/>
            <a:ext cx="171974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25D89553-D464-6514-2A9E-FBCC85E36D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2720" y="1489076"/>
            <a:ext cx="171974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88A9E96-B149-BACB-0D25-1FD8671FE9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93180" y="1489076"/>
            <a:ext cx="171974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166C46BD-6726-CE2E-2FF1-FA13EEA05B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13640" y="1489076"/>
            <a:ext cx="171974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E6C3DFC5-E5AD-365F-8620-111DF055E2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034102" y="1489076"/>
            <a:ext cx="171974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D88E641-C49E-590C-BA17-66A4C13C40D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31800" y="1906704"/>
            <a:ext cx="1719263" cy="1235075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8EA35AC3-01F6-D71D-D750-91D239B2D30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352745" y="1906704"/>
            <a:ext cx="1719263" cy="1235075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C7318059-C043-8489-CB8E-967E81D442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73690" y="1906704"/>
            <a:ext cx="1719263" cy="1235075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A9493FC7-1E39-154D-A78F-4D5A2B2C76D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4635" y="1906704"/>
            <a:ext cx="1719263" cy="1235075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D01D5E8D-8165-BB43-4029-83E1876FF4F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115580" y="1906704"/>
            <a:ext cx="1719263" cy="1235075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1" name="Bildplatzhalter 2">
            <a:extLst>
              <a:ext uri="{FF2B5EF4-FFF2-40B4-BE49-F238E27FC236}">
                <a16:creationId xmlns:a16="http://schemas.microsoft.com/office/drawing/2014/main" id="{6D34065B-352A-87E7-DD6A-B41C7119734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0036525" y="1906704"/>
            <a:ext cx="1719263" cy="1235075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B5E0AF76-5719-607A-99DE-EFAFFCA22AF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752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 + 4 The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07154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0DF7181-789F-87AF-973A-8D31A6C40E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607050" y="2829169"/>
            <a:ext cx="2984512" cy="1287011"/>
          </a:xfrm>
          <a:custGeom>
            <a:avLst/>
            <a:gdLst>
              <a:gd name="connsiteX0" fmla="*/ 0 w 2984512"/>
              <a:gd name="connsiteY0" fmla="*/ 0 h 1379330"/>
              <a:gd name="connsiteX1" fmla="*/ 2984512 w 2984512"/>
              <a:gd name="connsiteY1" fmla="*/ 0 h 1379330"/>
              <a:gd name="connsiteX2" fmla="*/ 2984512 w 2984512"/>
              <a:gd name="connsiteY2" fmla="*/ 1379330 h 1379330"/>
              <a:gd name="connsiteX3" fmla="*/ 0 w 2984512"/>
              <a:gd name="connsiteY3" fmla="*/ 1379330 h 137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4512" h="1379330">
                <a:moveTo>
                  <a:pt x="0" y="0"/>
                </a:moveTo>
                <a:lnTo>
                  <a:pt x="2984512" y="0"/>
                </a:lnTo>
                <a:lnTo>
                  <a:pt x="2984512" y="1379330"/>
                </a:lnTo>
                <a:lnTo>
                  <a:pt x="0" y="1379330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EE55DF-BA76-BDE1-EB61-3600924BF0F1}"/>
              </a:ext>
            </a:extLst>
          </p:cNvPr>
          <p:cNvSpPr/>
          <p:nvPr userDrawn="1"/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rgbClr val="F1F5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 defTabSz="914400" rtl="0" eaLnBrk="1" latinLnBrk="0" hangingPunct="1">
              <a:buNone/>
              <a:defRPr lang="en-US" sz="2800" b="0" kern="120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850CAF0-9C2D-EDFD-9743-7F7B5CADEC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2273300"/>
            <a:ext cx="4838700" cy="3870325"/>
          </a:xfrm>
        </p:spPr>
        <p:txBody>
          <a:bodyPr>
            <a:noAutofit/>
          </a:bodyPr>
          <a:lstStyle>
            <a:lvl1pPr>
              <a:defRPr b="0" i="0">
                <a:latin typeface="Abadi ExtraLight" panose="020B0204020104020204" pitchFamily="34" charset="77"/>
              </a:defRPr>
            </a:lvl1pPr>
            <a:lvl2pPr>
              <a:defRPr b="0" i="0">
                <a:latin typeface="Abadi ExtraLight" panose="020B0204020104020204" pitchFamily="34" charset="77"/>
              </a:defRPr>
            </a:lvl2pPr>
            <a:lvl3pPr>
              <a:defRPr b="0" i="0">
                <a:latin typeface="Abadi ExtraLight" panose="020B0204020104020204" pitchFamily="34" charset="77"/>
              </a:defRPr>
            </a:lvl3pPr>
            <a:lvl4pPr>
              <a:defRPr b="0" i="0">
                <a:latin typeface="Abadi ExtraLight" panose="020B0204020104020204" pitchFamily="34" charset="77"/>
              </a:defRPr>
            </a:lvl4pPr>
            <a:lvl5pPr>
              <a:defRPr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004B6EBF-A924-B5EF-63EB-C1559460E4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7050" y="2273298"/>
            <a:ext cx="2984512" cy="555871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22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B3F4E3-36BE-1A17-394F-F3C86C3ACC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775688" y="2829169"/>
            <a:ext cx="2984512" cy="1287011"/>
          </a:xfrm>
          <a:custGeom>
            <a:avLst/>
            <a:gdLst>
              <a:gd name="connsiteX0" fmla="*/ 0 w 2984512"/>
              <a:gd name="connsiteY0" fmla="*/ 0 h 1379330"/>
              <a:gd name="connsiteX1" fmla="*/ 2984512 w 2984512"/>
              <a:gd name="connsiteY1" fmla="*/ 0 h 1379330"/>
              <a:gd name="connsiteX2" fmla="*/ 2984512 w 2984512"/>
              <a:gd name="connsiteY2" fmla="*/ 1379330 h 1379330"/>
              <a:gd name="connsiteX3" fmla="*/ 0 w 2984512"/>
              <a:gd name="connsiteY3" fmla="*/ 1379330 h 137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4512" h="1379330">
                <a:moveTo>
                  <a:pt x="0" y="0"/>
                </a:moveTo>
                <a:lnTo>
                  <a:pt x="2984512" y="0"/>
                </a:lnTo>
                <a:lnTo>
                  <a:pt x="2984512" y="1379330"/>
                </a:lnTo>
                <a:lnTo>
                  <a:pt x="0" y="1379330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A6D34090-1C5E-81E9-AD3E-74EAA453529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75688" y="2273298"/>
            <a:ext cx="2984512" cy="555871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22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CA110D2-62CC-884E-B624-5BACA5ECB5A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607050" y="4856614"/>
            <a:ext cx="2984512" cy="1287011"/>
          </a:xfrm>
          <a:custGeom>
            <a:avLst/>
            <a:gdLst>
              <a:gd name="connsiteX0" fmla="*/ 0 w 2984512"/>
              <a:gd name="connsiteY0" fmla="*/ 0 h 1379330"/>
              <a:gd name="connsiteX1" fmla="*/ 2984512 w 2984512"/>
              <a:gd name="connsiteY1" fmla="*/ 0 h 1379330"/>
              <a:gd name="connsiteX2" fmla="*/ 2984512 w 2984512"/>
              <a:gd name="connsiteY2" fmla="*/ 1379330 h 1379330"/>
              <a:gd name="connsiteX3" fmla="*/ 0 w 2984512"/>
              <a:gd name="connsiteY3" fmla="*/ 1379330 h 137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4512" h="1379330">
                <a:moveTo>
                  <a:pt x="0" y="0"/>
                </a:moveTo>
                <a:lnTo>
                  <a:pt x="2984512" y="0"/>
                </a:lnTo>
                <a:lnTo>
                  <a:pt x="2984512" y="1379330"/>
                </a:lnTo>
                <a:lnTo>
                  <a:pt x="0" y="1379330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5F83E939-EE91-FE24-B713-15C19A76E1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07050" y="4300743"/>
            <a:ext cx="2984512" cy="555871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22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94F1488-6CF5-9EB8-AF98-953DC3EC63A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775688" y="4856614"/>
            <a:ext cx="2984512" cy="1287011"/>
          </a:xfrm>
          <a:custGeom>
            <a:avLst/>
            <a:gdLst>
              <a:gd name="connsiteX0" fmla="*/ 0 w 2984512"/>
              <a:gd name="connsiteY0" fmla="*/ 0 h 1379330"/>
              <a:gd name="connsiteX1" fmla="*/ 2984512 w 2984512"/>
              <a:gd name="connsiteY1" fmla="*/ 0 h 1379330"/>
              <a:gd name="connsiteX2" fmla="*/ 2984512 w 2984512"/>
              <a:gd name="connsiteY2" fmla="*/ 1379330 h 1379330"/>
              <a:gd name="connsiteX3" fmla="*/ 0 w 2984512"/>
              <a:gd name="connsiteY3" fmla="*/ 1379330 h 1379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4512" h="1379330">
                <a:moveTo>
                  <a:pt x="0" y="0"/>
                </a:moveTo>
                <a:lnTo>
                  <a:pt x="2984512" y="0"/>
                </a:lnTo>
                <a:lnTo>
                  <a:pt x="2984512" y="1379330"/>
                </a:lnTo>
                <a:lnTo>
                  <a:pt x="0" y="1379330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DFB20636-1B98-902C-B8AA-2B2BA7BA801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75688" y="4300743"/>
            <a:ext cx="2984512" cy="555871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22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pic>
        <p:nvPicPr>
          <p:cNvPr id="10" name="Grafik 9" descr="Ein Bild, das Grafiken, Screenshot, Kreis, Grafikdesign enthält.&#10;&#10;KI-generierte Inhalte können fehlerhaft sein.">
            <a:extLst>
              <a:ext uri="{FF2B5EF4-FFF2-40B4-BE49-F238E27FC236}">
                <a16:creationId xmlns:a16="http://schemas.microsoft.com/office/drawing/2014/main" id="{41D275FE-8F98-998F-C673-5CFE64B16C9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638" y="406399"/>
            <a:ext cx="733425" cy="733425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4A03102-B613-5FEE-6254-4E74E8FD4E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332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+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44463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A55EDF7-803E-F944-889D-B17AC9FF0DF7}"/>
              </a:ext>
            </a:extLst>
          </p:cNvPr>
          <p:cNvSpPr/>
          <p:nvPr userDrawn="1"/>
        </p:nvSpPr>
        <p:spPr>
          <a:xfrm>
            <a:off x="-1" y="0"/>
            <a:ext cx="12192001" cy="1911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 defTabSz="914400" rtl="0" eaLnBrk="1" latinLnBrk="0" hangingPunct="1">
              <a:buNone/>
              <a:defRPr lang="en-US" sz="2800" b="0" kern="1200" dirty="0" smtClean="0">
                <a:solidFill>
                  <a:schemeClr val="bg2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E9161D0-F162-BF54-F875-2FCA15F57498}"/>
              </a:ext>
            </a:extLst>
          </p:cNvPr>
          <p:cNvSpPr/>
          <p:nvPr userDrawn="1"/>
        </p:nvSpPr>
        <p:spPr>
          <a:xfrm>
            <a:off x="431799" y="1489075"/>
            <a:ext cx="7481746" cy="4654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err="1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DDBCB853-B59F-B52F-56C5-DFF8D2268FE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00100" y="1723799"/>
            <a:ext cx="6743700" cy="4181702"/>
          </a:xfr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vert="horz" lIns="91440" tIns="45720" rIns="91440" bIns="4572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de-DE"/>
              <a:t>Diagramm durch Klicken auf Symbol hinzufügen</a:t>
            </a:r>
            <a:endParaRPr lang="en-GB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24B18367-5DFF-1104-9F57-A09B310592C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12410" y="1489075"/>
            <a:ext cx="3641440" cy="465455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288000" tIns="251999" rIns="144000" bIns="144000" rtlCol="0" anchor="t">
            <a:noAutofit/>
          </a:bodyPr>
          <a:lstStyle>
            <a:lvl1pPr marL="0" indent="0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3" name="Grafik 12" descr="Ein Bild, das Grafiken, Kreis, Grafikdesign, Design enthält.&#10;&#10;KI-generierte Inhalte können fehlerhaft sein.">
            <a:extLst>
              <a:ext uri="{FF2B5EF4-FFF2-40B4-BE49-F238E27FC236}">
                <a16:creationId xmlns:a16="http://schemas.microsoft.com/office/drawing/2014/main" id="{0A76D603-65A3-B1E1-0101-5A86C37C199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650" y="497376"/>
            <a:ext cx="601400" cy="551469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FDFB0ED-E617-C88C-ABFE-B3769B9AF6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5573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+ Textbox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44463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7" name="Chart Placeholder 16">
            <a:extLst>
              <a:ext uri="{FF2B5EF4-FFF2-40B4-BE49-F238E27FC236}">
                <a16:creationId xmlns:a16="http://schemas.microsoft.com/office/drawing/2014/main" id="{DDBCB853-B59F-B52F-56C5-DFF8D2268FE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31800" y="1489075"/>
            <a:ext cx="7481745" cy="4654550"/>
          </a:xfr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vert="horz" lIns="91440" tIns="45720" rIns="91440" bIns="4572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de-DE"/>
              <a:t>Diagramm durch Klicken auf Symbol hinzufügen</a:t>
            </a:r>
            <a:endParaRPr lang="en-GB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24B18367-5DFF-1104-9F57-A09B310592C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12410" y="1489075"/>
            <a:ext cx="3641440" cy="465455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288000" tIns="251999" rIns="144000" bIns="144000" rtlCol="0" anchor="t">
            <a:noAutofit/>
          </a:bodyPr>
          <a:lstStyle>
            <a:lvl1pPr marL="0" indent="0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660FAFD-85E3-014F-7879-198B1B976B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4497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063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E8E8ECB6-4A33-F3E2-022E-6AE731AAE0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800" y="1489076"/>
            <a:ext cx="558283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816B595F-323A-C037-320C-32949DF13F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71012" y="1489076"/>
            <a:ext cx="558283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00E3ECAC-AF0C-7083-2FD1-97852DFBCA7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8150" y="5213350"/>
            <a:ext cx="5582838" cy="930278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2" name="Chart Placeholder 16">
            <a:extLst>
              <a:ext uri="{FF2B5EF4-FFF2-40B4-BE49-F238E27FC236}">
                <a16:creationId xmlns:a16="http://schemas.microsoft.com/office/drawing/2014/main" id="{3698295A-4BA8-CEC9-46F2-E46F9347B57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31799" y="1990863"/>
            <a:ext cx="5582839" cy="3095487"/>
          </a:xfr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vert="horz" lIns="91440" tIns="45720" rIns="91440" bIns="4572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de-DE"/>
              <a:t>Diagramm durch Klicken auf Symbol hinzufügen</a:t>
            </a:r>
            <a:endParaRPr lang="en-GB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1ADBD2AF-B53D-6878-2241-3CEE836E41D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1012" y="5213350"/>
            <a:ext cx="5582838" cy="930278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0" name="Chart Placeholder 16">
            <a:extLst>
              <a:ext uri="{FF2B5EF4-FFF2-40B4-BE49-F238E27FC236}">
                <a16:creationId xmlns:a16="http://schemas.microsoft.com/office/drawing/2014/main" id="{33C2C611-F850-A25D-BA24-AAFA5BA26702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>
          <a:xfrm>
            <a:off x="6171011" y="1990863"/>
            <a:ext cx="5582839" cy="3095487"/>
          </a:xfr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vert="horz" lIns="91440" tIns="45720" rIns="91440" bIns="4572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de-DE"/>
              <a:t>Diagramm durch Klicken auf Symbol hinzufügen</a:t>
            </a:r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AD8A759-3343-D1F7-02C8-5951AA142F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5317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258488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2CA1BD4-B2C0-18B3-EDFE-6AE0F5C361C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801" y="5213350"/>
            <a:ext cx="3659519" cy="930278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84E5A5AD-55EB-E5A0-889A-3C429A7AC7E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63065" y="5213350"/>
            <a:ext cx="3659519" cy="930278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06B11297-ED9E-D7DD-BE7A-E9515FB6A16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094331" y="5213350"/>
            <a:ext cx="3659519" cy="930278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5" name="Chart Placeholder 16">
            <a:extLst>
              <a:ext uri="{FF2B5EF4-FFF2-40B4-BE49-F238E27FC236}">
                <a16:creationId xmlns:a16="http://schemas.microsoft.com/office/drawing/2014/main" id="{126F5F79-D4DB-5B5C-9B42-0C687C76C22E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431799" y="1489075"/>
            <a:ext cx="3659521" cy="3597275"/>
          </a:xfr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vert="horz" lIns="91440" tIns="45720" rIns="91440" bIns="4572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de-DE"/>
              <a:t>Diagramm durch Klicken auf Symbol hinzufügen</a:t>
            </a:r>
            <a:endParaRPr lang="en-GB"/>
          </a:p>
        </p:txBody>
      </p:sp>
      <p:sp>
        <p:nvSpPr>
          <p:cNvPr id="21" name="Chart Placeholder 16">
            <a:extLst>
              <a:ext uri="{FF2B5EF4-FFF2-40B4-BE49-F238E27FC236}">
                <a16:creationId xmlns:a16="http://schemas.microsoft.com/office/drawing/2014/main" id="{2139EBAF-F3E0-E496-1FBA-572AFD91079A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4266240" y="1489075"/>
            <a:ext cx="3659521" cy="3597275"/>
          </a:xfr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vert="horz" lIns="91440" tIns="45720" rIns="91440" bIns="4572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de-DE"/>
              <a:t>Diagramm durch Klicken auf Symbol hinzufügen</a:t>
            </a:r>
            <a:endParaRPr lang="en-GB"/>
          </a:p>
        </p:txBody>
      </p:sp>
      <p:sp>
        <p:nvSpPr>
          <p:cNvPr id="22" name="Chart Placeholder 16">
            <a:extLst>
              <a:ext uri="{FF2B5EF4-FFF2-40B4-BE49-F238E27FC236}">
                <a16:creationId xmlns:a16="http://schemas.microsoft.com/office/drawing/2014/main" id="{A1D7B79C-A8DC-428D-4986-BF14667DF833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8094329" y="1489075"/>
            <a:ext cx="3659521" cy="3597275"/>
          </a:xfr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vert="horz" lIns="91440" tIns="45720" rIns="91440" bIns="4572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de-DE"/>
              <a:t>Diagramm durch Klicken auf Symbol hinzufügen</a:t>
            </a:r>
            <a:endParaRPr lang="en-GB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2252DBF-6639-E317-379F-6B47B16E54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4060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Themen + groß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33551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Picture Placeholder 24">
            <a:extLst>
              <a:ext uri="{FF2B5EF4-FFF2-40B4-BE49-F238E27FC236}">
                <a16:creationId xmlns:a16="http://schemas.microsoft.com/office/drawing/2014/main" id="{F0AB08BE-4852-575E-36B4-FEAD15FC25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40221" y="1489075"/>
            <a:ext cx="5951777" cy="5368924"/>
          </a:xfr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2388D61-9777-A9E9-7981-D10B4252EA6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1800" y="1489077"/>
            <a:ext cx="5519979" cy="1450649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940CB907-FC9E-0371-749B-02911578DA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1800" y="3091027"/>
            <a:ext cx="5519979" cy="1450649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2845E53-210C-6730-CB0D-FAC44CDF47D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1800" y="4692977"/>
            <a:ext cx="5519979" cy="1450649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386F68B-D5B2-6781-5F7F-D110B4AA2A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7F6A29A5-8FFB-F1A8-704F-9019000BB57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4900" y="1797290"/>
            <a:ext cx="831444" cy="83144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60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7145AAB-6D2C-515D-998F-42B0FCF77E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4900" y="3399240"/>
            <a:ext cx="831444" cy="83144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60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BC00F9F-F348-441F-D9C6-C7B810609C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900" y="5001190"/>
            <a:ext cx="831444" cy="83144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60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</p:spTree>
    <p:extLst>
      <p:ext uri="{BB962C8B-B14F-4D97-AF65-F5344CB8AC3E}">
        <p14:creationId xmlns:p14="http://schemas.microsoft.com/office/powerpoint/2010/main" val="12000962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10805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FAFEECFD-02B8-C6E4-60C1-A876DE1BE5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802" y="1968186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213AE666-C928-B6EA-9199-47C1DAC38E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1802" y="2682243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D74DCFD5-3C82-EA8C-120F-6CA48658FD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1802" y="3396300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81061235-46BF-BA20-897A-2FA1DB495B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1802" y="4110357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33E7B4AE-C83F-0C5F-E130-8510F12993D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1802" y="4824414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96B5E933-1528-3AD6-C40A-F142345B822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1802" y="5538472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2F6F7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solidFill>
                  <a:schemeClr val="tx1"/>
                </a:solidFill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AD81A169-7A72-2D64-DE85-9158BFEABF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28267" y="1968186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E077325B-A617-25C3-D543-4105703D14C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328267" y="2682243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D8B58634-618A-A76F-3AF7-DAF46D7DE7D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28267" y="3396300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4F142A1E-0F0A-9DDB-6622-B47161B3535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328267" y="4110357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CFDDD3A7-2A9D-BECF-6806-1A635E8D5FC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28267" y="4824414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C8E7488B-49B9-DDC0-67D6-04AF31105BE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328267" y="5538472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dirty="0">
                <a:latin typeface="Abadi ExtraLight" panose="020B0204020104020204" pitchFamily="34" charset="77"/>
              </a:defRPr>
            </a:lvl1pPr>
          </a:lstStyle>
          <a:p>
            <a:pPr marL="0" lvl="0" indent="0" algn="ctr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FBB0C0AA-9A75-15B6-C036-635C14E2140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24734" y="1968186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04BEA919-5654-FA51-BFB4-42049D699AB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4734" y="2682243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513F1C66-4267-A9AE-9278-9359D9175D4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4734" y="3396300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46B1B95A-5609-2C89-49EA-957A0E55442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24734" y="4110357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F86F11B8-0F92-A534-A9E4-F79A59136BD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224734" y="4824414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7570C6AA-0022-AB36-3911-A6F96033261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24734" y="5538472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dirty="0">
                <a:latin typeface="Abadi ExtraLight" panose="020B0204020104020204" pitchFamily="34" charset="77"/>
              </a:defRPr>
            </a:lvl1pPr>
          </a:lstStyle>
          <a:p>
            <a:pPr marL="0" lvl="0" indent="0" algn="ctr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0" name="Text Placeholder 16">
            <a:extLst>
              <a:ext uri="{FF2B5EF4-FFF2-40B4-BE49-F238E27FC236}">
                <a16:creationId xmlns:a16="http://schemas.microsoft.com/office/drawing/2014/main" id="{10429D55-1D3F-84B4-29CC-D4FD91C3F54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121201" y="1968186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5E3B0DAC-8315-E3F4-D738-DCA290DD262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21201" y="2682243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2" name="Text Placeholder 16">
            <a:extLst>
              <a:ext uri="{FF2B5EF4-FFF2-40B4-BE49-F238E27FC236}">
                <a16:creationId xmlns:a16="http://schemas.microsoft.com/office/drawing/2014/main" id="{81D08309-AE89-7EB3-53C3-22D62F9B939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9121201" y="3396300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985AEB62-84E0-D9CD-B8E3-6950BA4D96A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121201" y="4110357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C3FC91D6-4213-81C7-3974-4F170611DFB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21201" y="4824414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417C3669-76B7-C067-B612-6A6BC90635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21201" y="5538472"/>
            <a:ext cx="2632649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dirty="0">
                <a:latin typeface="Abadi ExtraLight" panose="020B0204020104020204" pitchFamily="34" charset="77"/>
              </a:defRPr>
            </a:lvl1pPr>
          </a:lstStyle>
          <a:p>
            <a:pPr marL="0" lvl="0" indent="0" algn="ctr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4E910DF-55E4-1C77-604B-06122DAA4E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1489076"/>
            <a:ext cx="2632649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68F8C863-4CD2-D354-5E54-8BE13CA4A1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8267" y="1489076"/>
            <a:ext cx="2632649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5926330-BF5F-5F20-0EE8-DFCA630F4C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4734" y="1489076"/>
            <a:ext cx="2632649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126A1876-958F-FDC8-7AD0-EA29D06D14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21201" y="1489076"/>
            <a:ext cx="2632649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063562B3-3D91-445B-64D1-C6D2CB8EB2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0922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m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39738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0D5B42EF-669D-9D1F-F122-D3B2A82C761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905461" y="1499016"/>
            <a:ext cx="2848388" cy="4644608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defRPr lang="en-US" b="0" i="0" smtClean="0">
                <a:latin typeface="Abadi ExtraLight" panose="020B0204020104020204" pitchFamily="34" charset="77"/>
              </a:defRPr>
            </a:lvl4pPr>
            <a:lvl5pPr>
              <a:defRPr lang="en-GB"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DCE05F8-B8EE-E80D-DDF0-2EB45CBB0D9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799" y="1968186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1C841CBF-A2C0-0549-AF63-B93E054EC5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1799" y="2682243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70C0BD12-597F-9EFC-5175-16124AFE742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1799" y="3396300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882D6522-256F-9226-8D36-5FB678EB637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1799" y="4110357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B5F2C3A-AE63-55E9-D411-879BAC77FDA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1799" y="4824414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54BC240F-D8B9-36D4-F731-25785F6A6CA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525930" y="1968186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5DF074F1-C22C-D614-1CC5-5226509F8C6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525930" y="2682243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ADFF0B59-D092-48EB-C8C4-382B42B5634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525930" y="3396300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EDCB1D7D-BBAA-B27B-BE8F-3F36F209CAE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525930" y="4110357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2E24E71-565C-BF59-1914-3F24EBE7048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525930" y="4824414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2C341444-C248-357F-C600-FAC891A3AFD9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4620061" y="1968186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21615CA9-53B0-EF0F-5AC0-3E5B1A926639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620061" y="2682243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CC349978-D8DF-9B1D-4B34-3BDBC931270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620061" y="3396300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ABAA734A-CD2B-F304-1B5E-C79FEED606B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4620061" y="4110357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20D1E97F-D3C1-64A9-6B6B-139B3B889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620061" y="4824414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60846E13-80A2-CB78-89F1-41E2B3E3BC98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714191" y="1968186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Text Placeholder 16">
            <a:extLst>
              <a:ext uri="{FF2B5EF4-FFF2-40B4-BE49-F238E27FC236}">
                <a16:creationId xmlns:a16="http://schemas.microsoft.com/office/drawing/2014/main" id="{E2F59A0F-3A08-B365-B775-6D161DFC212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6714191" y="2682243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1E07D185-17C9-1555-FAD5-D0A5A612273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714191" y="3396300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DB8CDA13-427D-D7CB-8037-06C05A891E91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714191" y="4110357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DA72DF92-086A-DE3D-67DC-B9A28FC6871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714191" y="4824414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7DFC072-AE6F-30CB-A319-2723ED829C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799" y="1489076"/>
            <a:ext cx="1923182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0CD52E1-056C-B7AA-54B8-01FBDE0707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5930" y="1489076"/>
            <a:ext cx="1923182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FB421D42-AED8-FE09-F616-2D54F1E7FC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20061" y="1489076"/>
            <a:ext cx="1923182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02F24FF-BBAF-811D-DD40-AB10344A5F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14191" y="1489076"/>
            <a:ext cx="1923182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F9E59E8A-ED98-12BE-0C9F-13C097A5E44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31799" y="5538472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4E7A959-D703-7C83-8463-23A2101B3E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F9B289A-79CA-9E46-F49D-82B1D6555062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525930" y="5538472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F1BEFF1-6F65-045F-06B8-E7A5DEAE64C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620061" y="5538472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A3F6F836-21D7-B94D-7613-E81AE72BDFFC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6714191" y="5538472"/>
            <a:ext cx="1923182" cy="6051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460131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1101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8CAD9997-5BB7-A981-FF3A-B6BE7AB35A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800" y="1489076"/>
            <a:ext cx="628650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accen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No.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398F1CF-A9BC-358B-628C-ABB6FE1D87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2551" y="1489076"/>
            <a:ext cx="1529295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C4261B1-1F24-1C8B-5C4C-0F63ED0EB0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33948" y="1489076"/>
            <a:ext cx="1529295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9653C3E-594A-262B-7812-59B6286F5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85342" y="1489076"/>
            <a:ext cx="1529295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5CE4901-30E8-E6CD-4AD7-C9A4581305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1990863"/>
            <a:ext cx="628650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F175448F-A096-8C05-6F78-3AB63E318C1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800" y="2845935"/>
            <a:ext cx="628650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2A5359CE-1497-870B-291B-283788E624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3701006"/>
            <a:ext cx="628650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BD33A5C1-2E72-7A3A-34CE-EB73D0C802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1800" y="4556079"/>
            <a:ext cx="628650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50C112E7-F325-8D2B-5E4C-F9229944A52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1800" y="5411150"/>
            <a:ext cx="628650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BD1B6275-5A26-A232-9593-8D386843157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82551" y="1990863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0D7D8708-7E66-06FA-7D79-E65FCA62291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82551" y="2845935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334D78F8-339C-3DFD-4B3E-38F635158C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82551" y="3701006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775E0A72-377A-3C05-4B45-0CAF63C34AF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82551" y="4556079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Text Placeholder 16">
            <a:extLst>
              <a:ext uri="{FF2B5EF4-FFF2-40B4-BE49-F238E27FC236}">
                <a16:creationId xmlns:a16="http://schemas.microsoft.com/office/drawing/2014/main" id="{55EAC360-E071-BD45-90B6-736400063D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82551" y="5411150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8" name="Text Placeholder 16">
            <a:extLst>
              <a:ext uri="{FF2B5EF4-FFF2-40B4-BE49-F238E27FC236}">
                <a16:creationId xmlns:a16="http://schemas.microsoft.com/office/drawing/2014/main" id="{EB624C58-A5BE-6E02-1D92-4B99DEDBD6F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833948" y="1990863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06184C72-60C4-08D9-7673-CBAEDC0C906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33948" y="2845935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0" name="Text Placeholder 16">
            <a:extLst>
              <a:ext uri="{FF2B5EF4-FFF2-40B4-BE49-F238E27FC236}">
                <a16:creationId xmlns:a16="http://schemas.microsoft.com/office/drawing/2014/main" id="{2E3DF3F7-5A86-3668-2A61-89387B2C4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33948" y="3701006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467DAD04-1472-EFEC-21C8-E20AAF09AE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833948" y="4556079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2CF41204-91C2-4EE2-A7DF-06A9ECFB894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833948" y="5411150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D543F6D2-4C7B-6D4C-E0A2-93A82718E88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485342" y="1990863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B4C621FD-982E-4260-00B1-E6C744E56F2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485342" y="2845935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A94E6E51-CF03-AAF7-36F4-E06789828C5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485342" y="3701006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0B70CABA-0BAC-F5DC-3EFF-529095748E2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485342" y="4556079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FE62DED1-9762-1598-B0E9-9EA6C77AB72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485342" y="5411150"/>
            <a:ext cx="1529295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BB13A99-AF72-ED9D-038B-68C664F4028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94782" y="1489076"/>
            <a:ext cx="5459067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E585CB3B-670C-C126-88D7-5A68E201E88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294782" y="1990862"/>
            <a:ext cx="5459067" cy="415276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defRPr lang="en-US" b="0" i="0" smtClean="0">
                <a:latin typeface="Abadi ExtraLight" panose="020B0204020104020204" pitchFamily="34" charset="77"/>
              </a:defRPr>
            </a:lvl4pPr>
            <a:lvl5pPr>
              <a:defRPr lang="en-GB"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49169C45-6D1F-B335-FE52-2B8B425598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9587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t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583162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037FA63-EE86-E603-C336-950690F575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799" y="1489076"/>
            <a:ext cx="2141863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accen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4A8DE49-D84F-9A96-A14A-8C08629A91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26846" y="1489076"/>
            <a:ext cx="2141863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B89B729F-AC37-F970-6754-23C940D366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21893" y="1489076"/>
            <a:ext cx="2141863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F3EC5DD4-A1DF-7FB3-DA4A-1DF1FF2E47F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16940" y="1489076"/>
            <a:ext cx="2141863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80DA873D-38CE-ADF1-4CFC-0DFE64F8EF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11986" y="1489076"/>
            <a:ext cx="2141863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DD333B2-CD66-7279-E8A3-B6E61264F6C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26846" y="2262995"/>
            <a:ext cx="4436910" cy="352167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rgbClr val="F1F5F6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200" b="0" i="0" smtClean="0">
                <a:solidFill>
                  <a:schemeClr val="accent1"/>
                </a:solidFill>
                <a:latin typeface="Abadi ExtraLight" panose="020B0204020104020204" pitchFamily="34" charset="77"/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994E2DB-36E1-B448-1BF6-11256E8C43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21893" y="2731763"/>
            <a:ext cx="2141863" cy="352167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rgbClr val="F1F5F6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200" b="0" i="0" smtClean="0">
                <a:solidFill>
                  <a:schemeClr val="accent1"/>
                </a:solidFill>
                <a:latin typeface="Abadi ExtraLight" panose="020B0204020104020204" pitchFamily="34" charset="77"/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B3956F85-E2A8-A8AC-EDE9-490E3F7D9C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21893" y="3691109"/>
            <a:ext cx="4436910" cy="352167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rgbClr val="F1F5F6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200" b="0" i="0" smtClean="0">
                <a:solidFill>
                  <a:schemeClr val="accent1"/>
                </a:solidFill>
                <a:latin typeface="Abadi ExtraLight" panose="020B0204020104020204" pitchFamily="34" charset="77"/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157BB089-D284-9517-825A-A996C1EEDD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21893" y="4159877"/>
            <a:ext cx="2141863" cy="352167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rgbClr val="F1F5F6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200" b="0" i="0" smtClean="0">
                <a:solidFill>
                  <a:schemeClr val="accent1"/>
                </a:solidFill>
                <a:latin typeface="Abadi ExtraLight" panose="020B0204020104020204" pitchFamily="34" charset="77"/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97AFC7F1-0AE2-A96D-5A88-A8773C8AC8D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6941" y="5119224"/>
            <a:ext cx="2141863" cy="352167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rgbClr val="F1F5F6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200" b="0" i="0" smtClean="0">
                <a:solidFill>
                  <a:schemeClr val="accent1"/>
                </a:solidFill>
                <a:latin typeface="Abadi ExtraLight" panose="020B0204020104020204" pitchFamily="34" charset="77"/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A5D1F28A-925E-9205-32F7-EA5A4E870F5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16939" y="5587992"/>
            <a:ext cx="4436911" cy="352167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rgbClr val="F1F5F6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200" b="0" i="0" smtClean="0">
                <a:solidFill>
                  <a:schemeClr val="accent1"/>
                </a:solidFill>
                <a:latin typeface="Abadi ExtraLight" panose="020B0204020104020204" pitchFamily="34" charset="77"/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7F56A3CC-ED1C-B825-A3F4-F5128EEC44A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1" y="2016072"/>
            <a:ext cx="2141862" cy="1271324"/>
          </a:xfrm>
          <a:custGeom>
            <a:avLst/>
            <a:gdLst>
              <a:gd name="connsiteX0" fmla="*/ 0 w 3649643"/>
              <a:gd name="connsiteY0" fmla="*/ 0 h 861110"/>
              <a:gd name="connsiteX1" fmla="*/ 3649643 w 3649643"/>
              <a:gd name="connsiteY1" fmla="*/ 0 h 861110"/>
              <a:gd name="connsiteX2" fmla="*/ 3649643 w 3649643"/>
              <a:gd name="connsiteY2" fmla="*/ 861110 h 861110"/>
              <a:gd name="connsiteX3" fmla="*/ 0 w 3649643"/>
              <a:gd name="connsiteY3" fmla="*/ 861110 h 861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9643" h="861110">
                <a:moveTo>
                  <a:pt x="0" y="0"/>
                </a:moveTo>
                <a:lnTo>
                  <a:pt x="3649643" y="0"/>
                </a:lnTo>
                <a:lnTo>
                  <a:pt x="3649643" y="861110"/>
                </a:lnTo>
                <a:lnTo>
                  <a:pt x="0" y="861110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dirty="0">
                <a:latin typeface="Abadi ExtraLight" panose="020B0204020104020204" pitchFamily="34" charset="77"/>
              </a:defRPr>
            </a:lvl1pPr>
            <a:lvl2pPr>
              <a:defRPr lang="en-US" b="0" i="0" dirty="0">
                <a:latin typeface="Abadi ExtraLight" panose="020B0204020104020204" pitchFamily="34" charset="77"/>
              </a:defRPr>
            </a:lvl2pPr>
            <a:lvl3pPr marL="914400" indent="0">
              <a:buNone/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CF5DEFE7-7465-EB77-1B3F-12CFAD2BC6A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1801" y="3444187"/>
            <a:ext cx="2141862" cy="1271324"/>
          </a:xfrm>
          <a:custGeom>
            <a:avLst/>
            <a:gdLst>
              <a:gd name="connsiteX0" fmla="*/ 0 w 3649643"/>
              <a:gd name="connsiteY0" fmla="*/ 0 h 861110"/>
              <a:gd name="connsiteX1" fmla="*/ 3649643 w 3649643"/>
              <a:gd name="connsiteY1" fmla="*/ 0 h 861110"/>
              <a:gd name="connsiteX2" fmla="*/ 3649643 w 3649643"/>
              <a:gd name="connsiteY2" fmla="*/ 861110 h 861110"/>
              <a:gd name="connsiteX3" fmla="*/ 0 w 3649643"/>
              <a:gd name="connsiteY3" fmla="*/ 861110 h 861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9643" h="861110">
                <a:moveTo>
                  <a:pt x="0" y="0"/>
                </a:moveTo>
                <a:lnTo>
                  <a:pt x="3649643" y="0"/>
                </a:lnTo>
                <a:lnTo>
                  <a:pt x="3649643" y="861110"/>
                </a:lnTo>
                <a:lnTo>
                  <a:pt x="0" y="861110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dirty="0">
                <a:latin typeface="Abadi ExtraLight" panose="020B0204020104020204" pitchFamily="34" charset="77"/>
              </a:defRPr>
            </a:lvl1pPr>
            <a:lvl2pPr>
              <a:defRPr lang="en-US" b="0" i="0" dirty="0">
                <a:latin typeface="Abadi ExtraLight" panose="020B0204020104020204" pitchFamily="34" charset="77"/>
              </a:defRPr>
            </a:lvl2pPr>
            <a:lvl3pPr marL="914400" indent="0">
              <a:buNone/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A6F975AE-0117-2E77-C297-29A7A6EA02F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31801" y="4872301"/>
            <a:ext cx="2141862" cy="1271324"/>
          </a:xfrm>
          <a:custGeom>
            <a:avLst/>
            <a:gdLst>
              <a:gd name="connsiteX0" fmla="*/ 0 w 3649643"/>
              <a:gd name="connsiteY0" fmla="*/ 0 h 861110"/>
              <a:gd name="connsiteX1" fmla="*/ 3649643 w 3649643"/>
              <a:gd name="connsiteY1" fmla="*/ 0 h 861110"/>
              <a:gd name="connsiteX2" fmla="*/ 3649643 w 3649643"/>
              <a:gd name="connsiteY2" fmla="*/ 861110 h 861110"/>
              <a:gd name="connsiteX3" fmla="*/ 0 w 3649643"/>
              <a:gd name="connsiteY3" fmla="*/ 861110 h 861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9643" h="861110">
                <a:moveTo>
                  <a:pt x="0" y="0"/>
                </a:moveTo>
                <a:lnTo>
                  <a:pt x="3649643" y="0"/>
                </a:lnTo>
                <a:lnTo>
                  <a:pt x="3649643" y="861110"/>
                </a:lnTo>
                <a:lnTo>
                  <a:pt x="0" y="861110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ctr">
            <a:noAutofit/>
          </a:bodyPr>
          <a:lstStyle>
            <a:lvl1pPr>
              <a:defRPr lang="en-US" b="0" i="0" dirty="0">
                <a:latin typeface="Abadi ExtraLight" panose="020B0204020104020204" pitchFamily="34" charset="77"/>
              </a:defRPr>
            </a:lvl1pPr>
            <a:lvl2pPr>
              <a:defRPr lang="en-US" b="0" i="0" dirty="0">
                <a:latin typeface="Abadi ExtraLight" panose="020B0204020104020204" pitchFamily="34" charset="77"/>
              </a:defRPr>
            </a:lvl2pPr>
            <a:lvl3pPr marL="914400" indent="0">
              <a:buNone/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19CA49A-837D-18A9-0261-CBE209E2D5DD}"/>
              </a:ext>
            </a:extLst>
          </p:cNvPr>
          <p:cNvCxnSpPr/>
          <p:nvPr userDrawn="1"/>
        </p:nvCxnSpPr>
        <p:spPr>
          <a:xfrm>
            <a:off x="2726846" y="3365792"/>
            <a:ext cx="902700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0CC4EC0-0FDA-4C16-7698-007E63EC86CF}"/>
              </a:ext>
            </a:extLst>
          </p:cNvPr>
          <p:cNvCxnSpPr/>
          <p:nvPr userDrawn="1"/>
        </p:nvCxnSpPr>
        <p:spPr>
          <a:xfrm>
            <a:off x="2726846" y="4793906"/>
            <a:ext cx="902700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A2A0DB-9287-43F2-BE8C-01AC9435C4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5573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hemen, 1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40409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1C7031-1985-4E2D-AB8A-1F2773FE7F2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84366" y="3610990"/>
            <a:ext cx="5569485" cy="114300"/>
          </a:xfrm>
          <a:custGeom>
            <a:avLst/>
            <a:gdLst>
              <a:gd name="csX0" fmla="*/ 0 w 5569485"/>
              <a:gd name="csY0" fmla="*/ 0 h 114300"/>
              <a:gd name="csX1" fmla="*/ 5569485 w 5569485"/>
              <a:gd name="csY1" fmla="*/ 0 h 114300"/>
              <a:gd name="csX2" fmla="*/ 5569485 w 5569485"/>
              <a:gd name="csY2" fmla="*/ 114300 h 114300"/>
              <a:gd name="csX3" fmla="*/ 0 w 5569485"/>
              <a:gd name="csY3" fmla="*/ 114300 h 1143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569485" h="114300">
                <a:moveTo>
                  <a:pt x="0" y="0"/>
                </a:moveTo>
                <a:lnTo>
                  <a:pt x="5569485" y="0"/>
                </a:lnTo>
                <a:lnTo>
                  <a:pt x="5569485" y="114300"/>
                </a:lnTo>
                <a:lnTo>
                  <a:pt x="0" y="114300"/>
                </a:lnTo>
                <a:close/>
              </a:path>
            </a:pathLst>
          </a:custGeom>
          <a:solidFill>
            <a:schemeClr val="accent2"/>
          </a:solidFill>
          <a:effectLst/>
        </p:spPr>
        <p:txBody>
          <a:bodyPr vert="horz" wrap="square" lIns="324000" tIns="144000" rIns="324000" bIns="144000" rtlCol="0" anchor="ctr">
            <a:noAutofit/>
          </a:bodyPr>
          <a:lstStyle>
            <a:lvl1pPr>
              <a:buNone/>
              <a:defRPr lang="en-US" sz="100" b="0" i="0" smtClean="0">
                <a:solidFill>
                  <a:schemeClr val="bg2">
                    <a:alpha val="0"/>
                  </a:schemeClr>
                </a:solidFill>
                <a:latin typeface="Abadi ExtraLight" panose="020B0204020104020204" pitchFamily="34" charset="77"/>
              </a:defRPr>
            </a:lvl1pPr>
            <a:lvl2pPr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2pPr>
            <a:lvl3pPr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3pPr>
            <a:lvl4pPr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4pPr>
            <a:lvl5pPr>
              <a:defRPr lang="en-GB" b="0" i="0">
                <a:solidFill>
                  <a:schemeClr val="bg2"/>
                </a:solidFill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4C57B8C4-06D2-D241-7309-252C365D54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799" y="1489075"/>
            <a:ext cx="5569485" cy="2236214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324000" tIns="144000" rIns="32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defRPr lang="en-US" b="0" i="0" smtClean="0">
                <a:latin typeface="Abadi ExtraLight" panose="020B0204020104020204" pitchFamily="34" charset="77"/>
              </a:defRPr>
            </a:lvl4pPr>
            <a:lvl5pPr>
              <a:defRPr lang="en-GB"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26703CA-DDC8-F468-4CA3-BDE30634F2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1799" y="3907411"/>
            <a:ext cx="5569485" cy="2236214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324000" tIns="144000" rIns="32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defRPr lang="en-US" b="0" i="0" smtClean="0">
                <a:latin typeface="Abadi ExtraLight" panose="020B0204020104020204" pitchFamily="34" charset="77"/>
              </a:defRPr>
            </a:lvl4pPr>
            <a:lvl5pPr>
              <a:defRPr lang="en-GB"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994FD595-BF6A-6755-5C2B-E69CED22A7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84364" y="1489076"/>
            <a:ext cx="5569485" cy="212191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chemeClr val="accent1"/>
          </a:solidFill>
          <a:effectLst/>
        </p:spPr>
        <p:txBody>
          <a:bodyPr vert="horz" lIns="324000" tIns="144000" rIns="324000" bIns="144000" rtlCol="0" anchor="ctr">
            <a:noAutofit/>
          </a:bodyPr>
          <a:lstStyle>
            <a:lvl1pPr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1pPr>
            <a:lvl2pPr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2pPr>
            <a:lvl3pPr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3pPr>
            <a:lvl4pPr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4pPr>
            <a:lvl5pPr>
              <a:defRPr lang="en-GB" b="0" i="0">
                <a:solidFill>
                  <a:schemeClr val="bg2"/>
                </a:solidFill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F60DAE4-7BEF-2E68-01DB-03C18B7E368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84364" y="3907411"/>
            <a:ext cx="5569485" cy="2236214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324000" tIns="144000" rIns="32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defRPr lang="en-US" b="0" i="0" smtClean="0">
                <a:latin typeface="Abadi ExtraLight" panose="020B0204020104020204" pitchFamily="34" charset="77"/>
              </a:defRPr>
            </a:lvl4pPr>
            <a:lvl5pPr>
              <a:defRPr lang="en-GB"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031A213-FF05-8F19-B1CE-E3FE475C00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1629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ighlightthe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E09DE95-C994-A1B3-75A1-5E4D14E89E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31209" y="1489075"/>
            <a:ext cx="7437881" cy="123417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40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76F8047-EB89-06F0-F3F5-E1346D4E2EF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31209" y="2951847"/>
            <a:ext cx="7437881" cy="123417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40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DAA5F8A5-FB4C-5BE2-31BB-ACF28A3718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31209" y="4414619"/>
            <a:ext cx="7437881" cy="123417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40000" tIns="144000" rIns="144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802422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647CA50B-F798-39E8-8B8E-28795E5B6445}"/>
              </a:ext>
            </a:extLst>
          </p:cNvPr>
          <p:cNvSpPr/>
          <p:nvPr userDrawn="1"/>
        </p:nvSpPr>
        <p:spPr>
          <a:xfrm>
            <a:off x="0" y="-1"/>
            <a:ext cx="4315968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A89BC1-8F06-36AA-9051-A5C96B8FF9C2}"/>
              </a:ext>
            </a:extLst>
          </p:cNvPr>
          <p:cNvSpPr/>
          <p:nvPr userDrawn="1"/>
        </p:nvSpPr>
        <p:spPr>
          <a:xfrm rot="16200000">
            <a:off x="2113939" y="4650458"/>
            <a:ext cx="93603" cy="43214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14" name="Picture 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5E9D035-B315-4FF5-7186-7A188529EDC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2771" y="-1024066"/>
            <a:ext cx="5735079" cy="5735079"/>
          </a:xfrm>
          <a:prstGeom prst="rect">
            <a:avLst/>
          </a:prstGeom>
        </p:spPr>
      </p:pic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604FCD9-DF5D-D50B-F200-2148E3F570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46959" y="1829530"/>
            <a:ext cx="553261" cy="55326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D201F30-4178-F769-01B2-172AB0348D9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046959" y="3292302"/>
            <a:ext cx="553261" cy="55326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58A3257-FF86-3C65-6FAB-A1E44BF139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046959" y="4755074"/>
            <a:ext cx="553261" cy="553261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</p:spTree>
    <p:extLst>
      <p:ext uri="{BB962C8B-B14F-4D97-AF65-F5344CB8AC3E}">
        <p14:creationId xmlns:p14="http://schemas.microsoft.com/office/powerpoint/2010/main" val="11273426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2564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19116190-8A17-B8EB-2E87-016833390765}"/>
              </a:ext>
            </a:extLst>
          </p:cNvPr>
          <p:cNvSpPr/>
          <p:nvPr userDrawn="1"/>
        </p:nvSpPr>
        <p:spPr>
          <a:xfrm>
            <a:off x="-1" y="-1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pic>
        <p:nvPicPr>
          <p:cNvPr id="42" name="Picture 4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B406D6B-F2E6-8BA9-BBE7-758060FD83C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2901" y="-1092029"/>
            <a:ext cx="5735079" cy="5735079"/>
          </a:xfrm>
          <a:prstGeom prst="rect">
            <a:avLst/>
          </a:prstGeom>
        </p:spPr>
      </p:pic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E3F6FFA-054C-31F6-1CE0-499B503868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24" y="1489076"/>
            <a:ext cx="5187950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lang="en-GB" dirty="0">
                <a:solidFill>
                  <a:schemeClr val="accent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buNone/>
            </a:pPr>
            <a:r>
              <a:rPr lang="en-GB"/>
              <a:t>Titel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7069A83-14DA-64A7-830E-474EFF1FF8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024" y="2006323"/>
            <a:ext cx="5187950" cy="878702"/>
          </a:xfrm>
        </p:spPr>
        <p:txBody>
          <a:bodyPr>
            <a:noAutofit/>
          </a:bodyPr>
          <a:lstStyle>
            <a:lvl1pPr algn="ctr">
              <a:buNone/>
              <a:defRPr sz="2800" b="0" i="0">
                <a:solidFill>
                  <a:schemeClr val="bg2"/>
                </a:solidFill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C5105B1E-B5A7-EEEF-2AF2-7A6A153BB45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4024" y="3188835"/>
            <a:ext cx="5187950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noFill/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143A859-5887-EDCB-873E-864D977793A9}"/>
              </a:ext>
            </a:extLst>
          </p:cNvPr>
          <p:cNvCxnSpPr/>
          <p:nvPr userDrawn="1"/>
        </p:nvCxnSpPr>
        <p:spPr>
          <a:xfrm>
            <a:off x="454024" y="4032384"/>
            <a:ext cx="518795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F1E154A-2A41-D637-2A24-69CA69FDF2D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4024" y="4143458"/>
            <a:ext cx="5187950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noFill/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1A56E7C4-437C-F514-E590-AAE6AF8AE3B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4024" y="5098083"/>
            <a:ext cx="5187950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noFill/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7AE16F-D60F-1F17-A869-F3645BA6C16B}"/>
              </a:ext>
            </a:extLst>
          </p:cNvPr>
          <p:cNvCxnSpPr/>
          <p:nvPr userDrawn="1"/>
        </p:nvCxnSpPr>
        <p:spPr>
          <a:xfrm>
            <a:off x="454024" y="4987008"/>
            <a:ext cx="518795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725FD14-FE80-D64A-677F-0B0F7308ED2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65900" y="1489076"/>
            <a:ext cx="5187950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lang="en-GB" dirty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buNone/>
            </a:pPr>
            <a:r>
              <a:rPr lang="en-GB"/>
              <a:t>Titel</a:t>
            </a: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18E42ED4-8B2F-F72E-06D9-3F51F0125E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65900" y="2006323"/>
            <a:ext cx="5187950" cy="878702"/>
          </a:xfrm>
        </p:spPr>
        <p:txBody>
          <a:bodyPr>
            <a:noAutofit/>
          </a:bodyPr>
          <a:lstStyle>
            <a:lvl1pPr algn="ctr">
              <a:buNone/>
              <a:defRPr sz="2800" b="0" i="0">
                <a:solidFill>
                  <a:schemeClr val="tx1"/>
                </a:solidFill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</a:p>
        </p:txBody>
      </p:sp>
      <p:sp>
        <p:nvSpPr>
          <p:cNvPr id="31" name="Text Placeholder 16">
            <a:extLst>
              <a:ext uri="{FF2B5EF4-FFF2-40B4-BE49-F238E27FC236}">
                <a16:creationId xmlns:a16="http://schemas.microsoft.com/office/drawing/2014/main" id="{B9D1CDD4-8FA1-071D-29F7-4BB092FFB9C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565900" y="3188835"/>
            <a:ext cx="5187950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noFill/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solidFill>
                  <a:schemeClr val="tx1"/>
                </a:solidFill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64477F3-8D79-D5D0-6238-5A169D9F07FB}"/>
              </a:ext>
            </a:extLst>
          </p:cNvPr>
          <p:cNvCxnSpPr/>
          <p:nvPr userDrawn="1"/>
        </p:nvCxnSpPr>
        <p:spPr>
          <a:xfrm>
            <a:off x="6565900" y="4032384"/>
            <a:ext cx="518795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0B7AEC60-A302-AB2E-C023-2F445483F79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565900" y="4143458"/>
            <a:ext cx="5187950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noFill/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solidFill>
                  <a:schemeClr val="tx1"/>
                </a:solidFill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4" name="Text Placeholder 16">
            <a:extLst>
              <a:ext uri="{FF2B5EF4-FFF2-40B4-BE49-F238E27FC236}">
                <a16:creationId xmlns:a16="http://schemas.microsoft.com/office/drawing/2014/main" id="{977D4CC2-00F6-3BB0-F61B-98CC01FB18F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65900" y="5098083"/>
            <a:ext cx="5187950" cy="73247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noFill/>
          <a:effectLst/>
        </p:spPr>
        <p:txBody>
          <a:bodyPr vert="horz" lIns="144000" tIns="144000" rIns="144000" bIns="144000" rtlCol="0" anchor="ctr">
            <a:noAutofit/>
          </a:bodyPr>
          <a:lstStyle>
            <a:lvl1pPr marL="0" indent="0" algn="ctr">
              <a:buNone/>
              <a:defRPr lang="en-US" b="0" i="0" smtClean="0">
                <a:solidFill>
                  <a:schemeClr val="tx1"/>
                </a:solidFill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B857F5A-A200-EA9A-B41D-092F0F5672F7}"/>
              </a:ext>
            </a:extLst>
          </p:cNvPr>
          <p:cNvCxnSpPr/>
          <p:nvPr userDrawn="1"/>
        </p:nvCxnSpPr>
        <p:spPr>
          <a:xfrm>
            <a:off x="6565900" y="4987008"/>
            <a:ext cx="518795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DAFB1809-B87B-FF9F-6660-8380D1A99D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10648" y="3269720"/>
            <a:ext cx="570704" cy="5707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96BD5BE9-63A3-9119-E453-8541F30DBE9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810648" y="4224343"/>
            <a:ext cx="570704" cy="5707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40A5297E-BD1A-31A5-1C0C-AC03470D796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810648" y="5178968"/>
            <a:ext cx="570704" cy="5707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43" name="Footer Placeholder 6">
            <a:extLst>
              <a:ext uri="{FF2B5EF4-FFF2-40B4-BE49-F238E27FC236}">
                <a16:creationId xmlns:a16="http://schemas.microsoft.com/office/drawing/2014/main" id="{640E43BA-BE25-9FF2-0785-4094288F8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bg2">
                    <a:lumMod val="85000"/>
                  </a:schemeClr>
                </a:solidFill>
              </a:defRPr>
            </a:lvl1pPr>
          </a:lstStyle>
          <a:p>
            <a:endParaRPr lang="en-GB">
              <a:solidFill>
                <a:schemeClr val="bg2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4849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38385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043136CF-42C2-BF36-BF38-AF0AD1CF8435}"/>
              </a:ext>
            </a:extLst>
          </p:cNvPr>
          <p:cNvSpPr/>
          <p:nvPr userDrawn="1"/>
        </p:nvSpPr>
        <p:spPr>
          <a:xfrm>
            <a:off x="431802" y="2085976"/>
            <a:ext cx="4578349" cy="2000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Picture Placeholder 24">
            <a:extLst>
              <a:ext uri="{FF2B5EF4-FFF2-40B4-BE49-F238E27FC236}">
                <a16:creationId xmlns:a16="http://schemas.microsoft.com/office/drawing/2014/main" id="{8A857C7B-395D-249C-B684-1A2E655944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1801" y="5067299"/>
            <a:ext cx="2090113" cy="1076325"/>
          </a:xfrm>
          <a:noFill/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0" name="Picture Placeholder 24">
            <a:extLst>
              <a:ext uri="{FF2B5EF4-FFF2-40B4-BE49-F238E27FC236}">
                <a16:creationId xmlns:a16="http://schemas.microsoft.com/office/drawing/2014/main" id="{D0E69256-CCA9-9EF0-9817-743FA150E09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39786" y="5067299"/>
            <a:ext cx="2090113" cy="1076325"/>
          </a:xfrm>
          <a:noFill/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3" name="Picture Placeholder 24">
            <a:extLst>
              <a:ext uri="{FF2B5EF4-FFF2-40B4-BE49-F238E27FC236}">
                <a16:creationId xmlns:a16="http://schemas.microsoft.com/office/drawing/2014/main" id="{1281F4F1-762C-ED4D-B3FB-B35BAFA1BC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47769" y="5067299"/>
            <a:ext cx="2090112" cy="1076325"/>
          </a:xfrm>
          <a:noFill/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9" name="Picture Placeholder 24">
            <a:extLst>
              <a:ext uri="{FF2B5EF4-FFF2-40B4-BE49-F238E27FC236}">
                <a16:creationId xmlns:a16="http://schemas.microsoft.com/office/drawing/2014/main" id="{4FBC6090-ED34-DF80-C699-0C537009B5D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55754" y="5067299"/>
            <a:ext cx="2090113" cy="1076325"/>
          </a:xfrm>
          <a:noFill/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30" name="Picture Placeholder 24">
            <a:extLst>
              <a:ext uri="{FF2B5EF4-FFF2-40B4-BE49-F238E27FC236}">
                <a16:creationId xmlns:a16="http://schemas.microsoft.com/office/drawing/2014/main" id="{8C1329B2-125F-48D6-A7E5-F3ABCE521E0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63737" y="5067299"/>
            <a:ext cx="2090113" cy="1076325"/>
          </a:xfrm>
          <a:noFill/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4D931EB-377E-BECA-5207-D80D9F37DD6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1802" y="2286000"/>
            <a:ext cx="11760198" cy="241935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7380000" bIns="144000" rtlCol="0" anchor="ctr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defRPr lang="en-US" b="0" i="0" smtClean="0">
                <a:latin typeface="Abadi ExtraLight" panose="020B0204020104020204" pitchFamily="34" charset="77"/>
              </a:defRPr>
            </a:lvl4pPr>
            <a:lvl5pPr>
              <a:defRPr lang="en-GB"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32" name="Picture Placeholder 24">
            <a:extLst>
              <a:ext uri="{FF2B5EF4-FFF2-40B4-BE49-F238E27FC236}">
                <a16:creationId xmlns:a16="http://schemas.microsoft.com/office/drawing/2014/main" id="{D5D4EC67-C903-0559-7EE2-D89BD51AC440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010150" y="1489075"/>
            <a:ext cx="7181849" cy="3216275"/>
          </a:xfr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45999786-D427-5719-EAC1-10FEAB460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403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reis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29808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535534C1-7EA9-7577-52F7-A3B2DBA22E00}"/>
              </a:ext>
            </a:extLst>
          </p:cNvPr>
          <p:cNvSpPr>
            <a:spLocks noGrp="1"/>
          </p:cNvSpPr>
          <p:nvPr userDrawn="1">
            <p:ph type="body" sz="quarter" idx="53"/>
          </p:nvPr>
        </p:nvSpPr>
        <p:spPr>
          <a:xfrm>
            <a:off x="6178338" y="3909390"/>
            <a:ext cx="2240341" cy="2240340"/>
          </a:xfrm>
          <a:custGeom>
            <a:avLst/>
            <a:gdLst>
              <a:gd name="csX0" fmla="*/ 1227435 w 2240341"/>
              <a:gd name="csY0" fmla="*/ 0 h 2240340"/>
              <a:gd name="csX1" fmla="*/ 2075642 w 2240341"/>
              <a:gd name="csY1" fmla="*/ 0 h 2240340"/>
              <a:gd name="csX2" fmla="*/ 2239258 w 2240341"/>
              <a:gd name="csY2" fmla="*/ 184308 h 2240340"/>
              <a:gd name="csX3" fmla="*/ 184309 w 2240341"/>
              <a:gd name="csY3" fmla="*/ 2239257 h 2240340"/>
              <a:gd name="csX4" fmla="*/ 0 w 2240341"/>
              <a:gd name="csY4" fmla="*/ 2075642 h 2240340"/>
              <a:gd name="csX5" fmla="*/ 1 w 2240341"/>
              <a:gd name="csY5" fmla="*/ 1227434 h 2240340"/>
              <a:gd name="csX6" fmla="*/ 135549 w 2240341"/>
              <a:gd name="csY6" fmla="*/ 1065500 h 2240340"/>
              <a:gd name="csX7" fmla="*/ 1065372 w 2240341"/>
              <a:gd name="csY7" fmla="*/ 135677 h 2240340"/>
              <a:gd name="csX8" fmla="*/ 1227435 w 2240341"/>
              <a:gd name="csY8" fmla="*/ 0 h 22403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40341" h="2240340">
                <a:moveTo>
                  <a:pt x="1227435" y="0"/>
                </a:moveTo>
                <a:lnTo>
                  <a:pt x="2075642" y="0"/>
                </a:lnTo>
                <a:cubicBezTo>
                  <a:pt x="2174459" y="0"/>
                  <a:pt x="2250380" y="86269"/>
                  <a:pt x="2239258" y="184308"/>
                </a:cubicBezTo>
                <a:cubicBezTo>
                  <a:pt x="2116643" y="1260155"/>
                  <a:pt x="1260285" y="2116513"/>
                  <a:pt x="184309" y="2239257"/>
                </a:cubicBezTo>
                <a:cubicBezTo>
                  <a:pt x="86269" y="2250380"/>
                  <a:pt x="1" y="2174458"/>
                  <a:pt x="0" y="2075642"/>
                </a:cubicBezTo>
                <a:lnTo>
                  <a:pt x="1" y="1227434"/>
                </a:lnTo>
                <a:cubicBezTo>
                  <a:pt x="1" y="1147760"/>
                  <a:pt x="57298" y="1080116"/>
                  <a:pt x="135549" y="1065500"/>
                </a:cubicBezTo>
                <a:cubicBezTo>
                  <a:pt x="605958" y="976644"/>
                  <a:pt x="976515" y="606086"/>
                  <a:pt x="1065372" y="135677"/>
                </a:cubicBezTo>
                <a:cubicBezTo>
                  <a:pt x="1080246" y="57427"/>
                  <a:pt x="1147761" y="0"/>
                  <a:pt x="1227435" y="0"/>
                </a:cubicBez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ADB1B38-1F28-1817-7C6E-0CFC6820ADAA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6178340" y="1504272"/>
            <a:ext cx="2240339" cy="2240340"/>
          </a:xfrm>
          <a:custGeom>
            <a:avLst/>
            <a:gdLst>
              <a:gd name="csX0" fmla="*/ 148242 w 2240339"/>
              <a:gd name="csY0" fmla="*/ 868 h 2240340"/>
              <a:gd name="csX1" fmla="*/ 184310 w 2240339"/>
              <a:gd name="csY1" fmla="*/ 1084 h 2240340"/>
              <a:gd name="csX2" fmla="*/ 2239256 w 2240339"/>
              <a:gd name="csY2" fmla="*/ 2056030 h 2240340"/>
              <a:gd name="csX3" fmla="*/ 2075642 w 2240339"/>
              <a:gd name="csY3" fmla="*/ 2240339 h 2240340"/>
              <a:gd name="csX4" fmla="*/ 1227431 w 2240339"/>
              <a:gd name="csY4" fmla="*/ 2240340 h 2240340"/>
              <a:gd name="csX5" fmla="*/ 1065499 w 2240339"/>
              <a:gd name="csY5" fmla="*/ 2104792 h 2240340"/>
              <a:gd name="csX6" fmla="*/ 135677 w 2240339"/>
              <a:gd name="csY6" fmla="*/ 1174970 h 2240340"/>
              <a:gd name="csX7" fmla="*/ 0 w 2240339"/>
              <a:gd name="csY7" fmla="*/ 1012909 h 2240340"/>
              <a:gd name="csX8" fmla="*/ 1 w 2240339"/>
              <a:gd name="csY8" fmla="*/ 164698 h 2240340"/>
              <a:gd name="csX9" fmla="*/ 148242 w 2240339"/>
              <a:gd name="csY9" fmla="*/ 868 h 22403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240339" h="2240340">
                <a:moveTo>
                  <a:pt x="148242" y="868"/>
                </a:moveTo>
                <a:cubicBezTo>
                  <a:pt x="159984" y="-337"/>
                  <a:pt x="172055" y="-307"/>
                  <a:pt x="184310" y="1084"/>
                </a:cubicBezTo>
                <a:cubicBezTo>
                  <a:pt x="1260156" y="123698"/>
                  <a:pt x="2116513" y="980055"/>
                  <a:pt x="2239256" y="2056030"/>
                </a:cubicBezTo>
                <a:cubicBezTo>
                  <a:pt x="2250379" y="2154070"/>
                  <a:pt x="2174456" y="2240339"/>
                  <a:pt x="2075642" y="2240339"/>
                </a:cubicBezTo>
                <a:lnTo>
                  <a:pt x="1227431" y="2240340"/>
                </a:lnTo>
                <a:cubicBezTo>
                  <a:pt x="1147629" y="2240470"/>
                  <a:pt x="1080244" y="2183172"/>
                  <a:pt x="1065499" y="2104792"/>
                </a:cubicBezTo>
                <a:cubicBezTo>
                  <a:pt x="976643" y="1634384"/>
                  <a:pt x="606086" y="1263827"/>
                  <a:pt x="135677" y="1174970"/>
                </a:cubicBezTo>
                <a:cubicBezTo>
                  <a:pt x="57427" y="1160097"/>
                  <a:pt x="0" y="1092581"/>
                  <a:pt x="0" y="1012909"/>
                </a:cubicBezTo>
                <a:lnTo>
                  <a:pt x="1" y="164698"/>
                </a:lnTo>
                <a:cubicBezTo>
                  <a:pt x="1" y="78236"/>
                  <a:pt x="66051" y="9299"/>
                  <a:pt x="148242" y="868"/>
                </a:cubicBez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C710F35B-A9A0-C936-5CFB-30F7C79AE6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3773351" y="3909262"/>
            <a:ext cx="2240339" cy="2240338"/>
          </a:xfrm>
          <a:custGeom>
            <a:avLst/>
            <a:gdLst>
              <a:gd name="csX0" fmla="*/ 164698 w 2240339"/>
              <a:gd name="csY0" fmla="*/ 0 h 2240338"/>
              <a:gd name="csX1" fmla="*/ 1012908 w 2240339"/>
              <a:gd name="csY1" fmla="*/ 0 h 2240338"/>
              <a:gd name="csX2" fmla="*/ 1174841 w 2240339"/>
              <a:gd name="csY2" fmla="*/ 135547 h 2240338"/>
              <a:gd name="csX3" fmla="*/ 2104663 w 2240339"/>
              <a:gd name="csY3" fmla="*/ 1065369 h 2240338"/>
              <a:gd name="csX4" fmla="*/ 2240339 w 2240339"/>
              <a:gd name="csY4" fmla="*/ 1227432 h 2240338"/>
              <a:gd name="csX5" fmla="*/ 2240339 w 2240339"/>
              <a:gd name="csY5" fmla="*/ 2075641 h 2240338"/>
              <a:gd name="csX6" fmla="*/ 2056030 w 2240339"/>
              <a:gd name="csY6" fmla="*/ 2239255 h 2240338"/>
              <a:gd name="csX7" fmla="*/ 1084 w 2240339"/>
              <a:gd name="csY7" fmla="*/ 184308 h 2240338"/>
              <a:gd name="csX8" fmla="*/ 164698 w 2240339"/>
              <a:gd name="csY8" fmla="*/ 0 h 22403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240339" h="2240338">
                <a:moveTo>
                  <a:pt x="164698" y="0"/>
                </a:moveTo>
                <a:lnTo>
                  <a:pt x="1012908" y="0"/>
                </a:lnTo>
                <a:cubicBezTo>
                  <a:pt x="1092581" y="0"/>
                  <a:pt x="1160096" y="57427"/>
                  <a:pt x="1174841" y="135547"/>
                </a:cubicBezTo>
                <a:cubicBezTo>
                  <a:pt x="1263696" y="605955"/>
                  <a:pt x="1634255" y="976513"/>
                  <a:pt x="2104663" y="1065369"/>
                </a:cubicBezTo>
                <a:cubicBezTo>
                  <a:pt x="2183042" y="1080373"/>
                  <a:pt x="2240340" y="1147759"/>
                  <a:pt x="2240339" y="1227432"/>
                </a:cubicBezTo>
                <a:lnTo>
                  <a:pt x="2240339" y="2075641"/>
                </a:lnTo>
                <a:cubicBezTo>
                  <a:pt x="2240339" y="2174455"/>
                  <a:pt x="2154070" y="2250378"/>
                  <a:pt x="2056030" y="2239255"/>
                </a:cubicBezTo>
                <a:cubicBezTo>
                  <a:pt x="980184" y="2116642"/>
                  <a:pt x="123827" y="1260285"/>
                  <a:pt x="1084" y="184308"/>
                </a:cubicBezTo>
                <a:cubicBezTo>
                  <a:pt x="-10039" y="86269"/>
                  <a:pt x="65884" y="0"/>
                  <a:pt x="164698" y="0"/>
                </a:cubicBez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089933A8-1EB9-55C7-839E-9C0D099603E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3773351" y="1504403"/>
            <a:ext cx="2240341" cy="2240342"/>
          </a:xfrm>
          <a:custGeom>
            <a:avLst/>
            <a:gdLst>
              <a:gd name="csX0" fmla="*/ 2092100 w 2240341"/>
              <a:gd name="csY0" fmla="*/ 868 h 2240342"/>
              <a:gd name="csX1" fmla="*/ 2240341 w 2240341"/>
              <a:gd name="csY1" fmla="*/ 164699 h 2240342"/>
              <a:gd name="csX2" fmla="*/ 2240341 w 2240341"/>
              <a:gd name="csY2" fmla="*/ 1012907 h 2240342"/>
              <a:gd name="csX3" fmla="*/ 2104793 w 2240341"/>
              <a:gd name="csY3" fmla="*/ 1174841 h 2240342"/>
              <a:gd name="csX4" fmla="*/ 1174970 w 2240341"/>
              <a:gd name="csY4" fmla="*/ 2104664 h 2240342"/>
              <a:gd name="csX5" fmla="*/ 1012907 w 2240341"/>
              <a:gd name="csY5" fmla="*/ 2240341 h 2240342"/>
              <a:gd name="csX6" fmla="*/ 164699 w 2240341"/>
              <a:gd name="csY6" fmla="*/ 2240342 h 2240342"/>
              <a:gd name="csX7" fmla="*/ 1084 w 2240341"/>
              <a:gd name="csY7" fmla="*/ 2056033 h 2240342"/>
              <a:gd name="csX8" fmla="*/ 2056033 w 2240341"/>
              <a:gd name="csY8" fmla="*/ 1084 h 2240342"/>
              <a:gd name="csX9" fmla="*/ 2092100 w 2240341"/>
              <a:gd name="csY9" fmla="*/ 868 h 22403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240341" h="2240342">
                <a:moveTo>
                  <a:pt x="2092100" y="868"/>
                </a:moveTo>
                <a:cubicBezTo>
                  <a:pt x="2174291" y="9299"/>
                  <a:pt x="2240341" y="78235"/>
                  <a:pt x="2240341" y="164699"/>
                </a:cubicBezTo>
                <a:lnTo>
                  <a:pt x="2240341" y="1012907"/>
                </a:lnTo>
                <a:cubicBezTo>
                  <a:pt x="2240341" y="1092581"/>
                  <a:pt x="2183043" y="1159966"/>
                  <a:pt x="2104793" y="1174841"/>
                </a:cubicBezTo>
                <a:cubicBezTo>
                  <a:pt x="1634384" y="1263697"/>
                  <a:pt x="1263827" y="1634255"/>
                  <a:pt x="1174970" y="2104664"/>
                </a:cubicBezTo>
                <a:cubicBezTo>
                  <a:pt x="1160095" y="2182914"/>
                  <a:pt x="1092581" y="2240341"/>
                  <a:pt x="1012907" y="2240341"/>
                </a:cubicBezTo>
                <a:lnTo>
                  <a:pt x="164699" y="2240342"/>
                </a:lnTo>
                <a:cubicBezTo>
                  <a:pt x="65883" y="2240341"/>
                  <a:pt x="-10040" y="2154072"/>
                  <a:pt x="1084" y="2056033"/>
                </a:cubicBezTo>
                <a:cubicBezTo>
                  <a:pt x="123828" y="980056"/>
                  <a:pt x="980185" y="123699"/>
                  <a:pt x="2056033" y="1084"/>
                </a:cubicBezTo>
                <a:cubicBezTo>
                  <a:pt x="2068288" y="-306"/>
                  <a:pt x="2080359" y="-337"/>
                  <a:pt x="2092100" y="868"/>
                </a:cubicBezTo>
                <a:close/>
              </a:path>
            </a:pathLst>
          </a:custGeom>
          <a:solidFill>
            <a:srgbClr val="F2F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+mj-lt"/>
              <a:buNone/>
              <a:tabLst/>
              <a:defRPr lang="de-DE" sz="1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39315DCF-D6F0-3A0B-8299-236DCD825597}"/>
              </a:ext>
            </a:extLst>
          </p:cNvPr>
          <p:cNvSpPr>
            <a:spLocks noGrp="1" noChangeAspect="1"/>
          </p:cNvSpPr>
          <p:nvPr userDrawn="1">
            <p:ph type="body" sz="quarter" idx="36" hasCustomPrompt="1"/>
          </p:nvPr>
        </p:nvSpPr>
        <p:spPr>
          <a:xfrm>
            <a:off x="7456689" y="1951228"/>
            <a:ext cx="684000" cy="684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60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675552BD-B025-7897-2DDF-16B25A51AD7F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5111580" y="2842542"/>
            <a:ext cx="1968842" cy="196883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2800" smtClean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F8690BC-233F-4097-7506-D36CC131F5F1}"/>
              </a:ext>
            </a:extLst>
          </p:cNvPr>
          <p:cNvCxnSpPr>
            <a:cxnSpLocks/>
          </p:cNvCxnSpPr>
          <p:nvPr userDrawn="1"/>
        </p:nvCxnSpPr>
        <p:spPr>
          <a:xfrm>
            <a:off x="431799" y="3826961"/>
            <a:ext cx="3188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0FB9AA-2347-DC07-BD59-854ABC22B5DE}"/>
              </a:ext>
            </a:extLst>
          </p:cNvPr>
          <p:cNvCxnSpPr>
            <a:cxnSpLocks/>
          </p:cNvCxnSpPr>
          <p:nvPr userDrawn="1"/>
        </p:nvCxnSpPr>
        <p:spPr>
          <a:xfrm>
            <a:off x="8565119" y="3826961"/>
            <a:ext cx="3188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078B865-9BF3-9274-881F-C5C357F9F58D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425621" y="2449420"/>
            <a:ext cx="3175343" cy="741200"/>
          </a:xfr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eiusmaod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485B2D6-BB8A-37B7-F6DB-91AFCFEE1D6A}"/>
              </a:ext>
            </a:extLst>
          </p:cNvPr>
          <p:cNvSpPr>
            <a:spLocks noGrp="1" noChangeAspect="1"/>
          </p:cNvSpPr>
          <p:nvPr userDrawn="1">
            <p:ph type="body" sz="quarter" idx="37" hasCustomPrompt="1"/>
          </p:nvPr>
        </p:nvSpPr>
        <p:spPr>
          <a:xfrm>
            <a:off x="7444439" y="4935460"/>
            <a:ext cx="684000" cy="684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60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364A6AD6-C0A7-C15C-574D-C310E299F76B}"/>
              </a:ext>
            </a:extLst>
          </p:cNvPr>
          <p:cNvSpPr>
            <a:spLocks noGrp="1" noChangeAspect="1"/>
          </p:cNvSpPr>
          <p:nvPr userDrawn="1">
            <p:ph type="body" sz="quarter" idx="38" hasCustomPrompt="1"/>
          </p:nvPr>
        </p:nvSpPr>
        <p:spPr>
          <a:xfrm>
            <a:off x="3996865" y="4935459"/>
            <a:ext cx="684000" cy="684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60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F214112C-2C2C-B7D5-0C7F-EA25C33307AA}"/>
              </a:ext>
            </a:extLst>
          </p:cNvPr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425621" y="1653401"/>
            <a:ext cx="3175343" cy="838428"/>
          </a:xfrm>
        </p:spPr>
        <p:txBody>
          <a:bodyPr anchor="b">
            <a:noAutofit/>
          </a:bodyPr>
          <a:lstStyle>
            <a:lvl1pPr marL="0" indent="0" algn="r">
              <a:lnSpc>
                <a:spcPct val="120000"/>
              </a:lnSpc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Titel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8C824FCF-5C5F-2485-5A24-DD7E6766DD5C}"/>
              </a:ext>
            </a:extLst>
          </p:cNvPr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465844" y="5318420"/>
            <a:ext cx="3175343" cy="741200"/>
          </a:xfrm>
        </p:spPr>
        <p:txBody>
          <a:bodyPr anchor="ctr">
            <a:no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eiusmaod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5EA5857C-E819-2542-C14C-445CE94DA0AD}"/>
              </a:ext>
            </a:extLst>
          </p:cNvPr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465844" y="4522401"/>
            <a:ext cx="3175343" cy="838428"/>
          </a:xfrm>
        </p:spPr>
        <p:txBody>
          <a:bodyPr anchor="b">
            <a:noAutofit/>
          </a:bodyPr>
          <a:lstStyle>
            <a:lvl1pPr marL="0" indent="0" algn="r">
              <a:lnSpc>
                <a:spcPct val="120000"/>
              </a:lnSpc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Titel</a:t>
            </a:r>
          </a:p>
        </p:txBody>
      </p:sp>
      <p:cxnSp>
        <p:nvCxnSpPr>
          <p:cNvPr id="20" name="Straight Connector 17">
            <a:extLst>
              <a:ext uri="{FF2B5EF4-FFF2-40B4-BE49-F238E27FC236}">
                <a16:creationId xmlns:a16="http://schemas.microsoft.com/office/drawing/2014/main" id="{DA7AB547-A506-0404-8723-A08E51724085}"/>
              </a:ext>
            </a:extLst>
          </p:cNvPr>
          <p:cNvCxnSpPr>
            <a:cxnSpLocks/>
          </p:cNvCxnSpPr>
          <p:nvPr userDrawn="1"/>
        </p:nvCxnSpPr>
        <p:spPr>
          <a:xfrm>
            <a:off x="8516768" y="3826961"/>
            <a:ext cx="3188731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42B19508-E24B-4D66-D436-1B1DDF21DBF7}"/>
              </a:ext>
            </a:extLst>
          </p:cNvPr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8530156" y="2449420"/>
            <a:ext cx="3175343" cy="7412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eiusmaod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E4B0DB9A-A2DF-0092-8345-2F32EF0D524A}"/>
              </a:ext>
            </a:extLst>
          </p:cNvPr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8530156" y="1653401"/>
            <a:ext cx="3175343" cy="838428"/>
          </a:xfrm>
        </p:spPr>
        <p:txBody>
          <a:bodyPr anchor="b">
            <a:no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Titel</a:t>
            </a:r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309573FC-F7B3-4BF3-E346-4E11FFAC8F5C}"/>
              </a:ext>
            </a:extLst>
          </p:cNvPr>
          <p:cNvSpPr>
            <a:spLocks noGrp="1"/>
          </p:cNvSpPr>
          <p:nvPr userDrawn="1">
            <p:ph type="body" sz="quarter" idx="44" hasCustomPrompt="1"/>
          </p:nvPr>
        </p:nvSpPr>
        <p:spPr>
          <a:xfrm>
            <a:off x="8530156" y="5318420"/>
            <a:ext cx="3175343" cy="7412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b="0" i="0">
                <a:latin typeface="Abadi ExtraLight" panose="020B0204020104020204" pitchFamily="34" charset="77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eiusmaod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</a:t>
            </a:r>
          </a:p>
        </p:txBody>
      </p:sp>
      <p:sp>
        <p:nvSpPr>
          <p:cNvPr id="25" name="Text Placeholder 25">
            <a:extLst>
              <a:ext uri="{FF2B5EF4-FFF2-40B4-BE49-F238E27FC236}">
                <a16:creationId xmlns:a16="http://schemas.microsoft.com/office/drawing/2014/main" id="{64A4A732-47F8-9EA7-631A-D0904F8C033D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8530156" y="4522401"/>
            <a:ext cx="3175343" cy="838428"/>
          </a:xfrm>
        </p:spPr>
        <p:txBody>
          <a:bodyPr anchor="b">
            <a:noAutofit/>
          </a:bodyPr>
          <a:lstStyle>
            <a:lvl1pPr marL="0" indent="0" algn="l">
              <a:lnSpc>
                <a:spcPct val="120000"/>
              </a:lnSpc>
              <a:buFont typeface="Arial" panose="020B0604020202020204" pitchFamily="34" charset="0"/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82AE70CF-953A-1087-3F95-0B55F05D10A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D97D7EC-9747-1EBA-B2EE-9E342A356B9F}"/>
              </a:ext>
            </a:extLst>
          </p:cNvPr>
          <p:cNvSpPr>
            <a:spLocks noGrp="1" noChangeAspect="1"/>
          </p:cNvSpPr>
          <p:nvPr>
            <p:ph type="body" sz="quarter" idx="56" hasCustomPrompt="1"/>
          </p:nvPr>
        </p:nvSpPr>
        <p:spPr>
          <a:xfrm>
            <a:off x="3996865" y="1951228"/>
            <a:ext cx="684000" cy="684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sz="1600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</p:spTree>
    <p:extLst>
      <p:ext uri="{BB962C8B-B14F-4D97-AF65-F5344CB8AC3E}">
        <p14:creationId xmlns:p14="http://schemas.microsoft.com/office/powerpoint/2010/main" val="41667888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 AT 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7047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Text Placeholder 16">
            <a:extLst>
              <a:ext uri="{FF2B5EF4-FFF2-40B4-BE49-F238E27FC236}">
                <a16:creationId xmlns:a16="http://schemas.microsoft.com/office/drawing/2014/main" id="{EA1A999F-8DAD-E717-6437-0DBF3963CAC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800" y="1990863"/>
            <a:ext cx="5582838" cy="4152765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defRPr lang="en-US" b="0" i="0" smtClean="0">
                <a:latin typeface="Abadi ExtraLight" panose="020B0204020104020204" pitchFamily="34" charset="77"/>
              </a:defRPr>
            </a:lvl4pPr>
            <a:lvl5pPr>
              <a:defRPr lang="en-GB"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4" name="Freeform 73">
            <a:extLst>
              <a:ext uri="{FF2B5EF4-FFF2-40B4-BE49-F238E27FC236}">
                <a16:creationId xmlns:a16="http://schemas.microsoft.com/office/drawing/2014/main" id="{96E0E21F-45B3-3C72-D6E1-9AE588046C7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067432" y="4795699"/>
            <a:ext cx="3127661" cy="1525565"/>
          </a:xfrm>
          <a:custGeom>
            <a:avLst/>
            <a:gdLst>
              <a:gd name="connsiteX0" fmla="*/ 2652426 w 2652478"/>
              <a:gd name="connsiteY0" fmla="*/ 438933 h 1293787"/>
              <a:gd name="connsiteX1" fmla="*/ 2652478 w 2652478"/>
              <a:gd name="connsiteY1" fmla="*/ 439090 h 1293787"/>
              <a:gd name="connsiteX2" fmla="*/ 2652402 w 2652478"/>
              <a:gd name="connsiteY2" fmla="*/ 439005 h 1293787"/>
              <a:gd name="connsiteX3" fmla="*/ 1958225 w 2652478"/>
              <a:gd name="connsiteY3" fmla="*/ 0 h 1293787"/>
              <a:gd name="connsiteX4" fmla="*/ 2052908 w 2652478"/>
              <a:gd name="connsiteY4" fmla="*/ 0 h 1293787"/>
              <a:gd name="connsiteX5" fmla="*/ 2177179 w 2652478"/>
              <a:gd name="connsiteY5" fmla="*/ 38474 h 1293787"/>
              <a:gd name="connsiteX6" fmla="*/ 2280712 w 2652478"/>
              <a:gd name="connsiteY6" fmla="*/ 56243 h 1293787"/>
              <a:gd name="connsiteX7" fmla="*/ 2293543 w 2652478"/>
              <a:gd name="connsiteY7" fmla="*/ 88793 h 1293787"/>
              <a:gd name="connsiteX8" fmla="*/ 2375395 w 2652478"/>
              <a:gd name="connsiteY8" fmla="*/ 88793 h 1293787"/>
              <a:gd name="connsiteX9" fmla="*/ 2436457 w 2652478"/>
              <a:gd name="connsiteY9" fmla="*/ 56243 h 1293787"/>
              <a:gd name="connsiteX10" fmla="*/ 2493748 w 2652478"/>
              <a:gd name="connsiteY10" fmla="*/ 59178 h 1293787"/>
              <a:gd name="connsiteX11" fmla="*/ 2523337 w 2652478"/>
              <a:gd name="connsiteY11" fmla="*/ 97651 h 1293787"/>
              <a:gd name="connsiteX12" fmla="*/ 2585446 w 2652478"/>
              <a:gd name="connsiteY12" fmla="*/ 109497 h 1293787"/>
              <a:gd name="connsiteX13" fmla="*/ 2612049 w 2652478"/>
              <a:gd name="connsiteY13" fmla="*/ 112433 h 1293787"/>
              <a:gd name="connsiteX14" fmla="*/ 2570626 w 2652478"/>
              <a:gd name="connsiteY14" fmla="*/ 204213 h 1293787"/>
              <a:gd name="connsiteX15" fmla="*/ 2546955 w 2652478"/>
              <a:gd name="connsiteY15" fmla="*/ 242687 h 1293787"/>
              <a:gd name="connsiteX16" fmla="*/ 2544022 w 2652478"/>
              <a:gd name="connsiteY16" fmla="*/ 304852 h 1293787"/>
              <a:gd name="connsiteX17" fmla="*/ 2612049 w 2652478"/>
              <a:gd name="connsiteY17" fmla="*/ 393698 h 1293787"/>
              <a:gd name="connsiteX18" fmla="*/ 2652402 w 2652478"/>
              <a:gd name="connsiteY18" fmla="*/ 439005 h 1293787"/>
              <a:gd name="connsiteX19" fmla="*/ 2630745 w 2652478"/>
              <a:gd name="connsiteY19" fmla="*/ 504086 h 1293787"/>
              <a:gd name="connsiteX20" fmla="*/ 2601157 w 2652478"/>
              <a:gd name="connsiteY20" fmla="*/ 529770 h 1293787"/>
              <a:gd name="connsiteX21" fmla="*/ 2622837 w 2652478"/>
              <a:gd name="connsiteY21" fmla="*/ 592931 h 1293787"/>
              <a:gd name="connsiteX22" fmla="*/ 2624827 w 2652478"/>
              <a:gd name="connsiteY22" fmla="*/ 612692 h 1293787"/>
              <a:gd name="connsiteX23" fmla="*/ 2436352 w 2652478"/>
              <a:gd name="connsiteY23" fmla="*/ 618615 h 1293787"/>
              <a:gd name="connsiteX24" fmla="*/ 2399956 w 2652478"/>
              <a:gd name="connsiteY24" fmla="*/ 622546 h 1293787"/>
              <a:gd name="connsiteX25" fmla="*/ 2436352 w 2652478"/>
              <a:gd name="connsiteY25" fmla="*/ 658085 h 1293787"/>
              <a:gd name="connsiteX26" fmla="*/ 2484741 w 2652478"/>
              <a:gd name="connsiteY26" fmla="*/ 679785 h 1293787"/>
              <a:gd name="connsiteX27" fmla="*/ 2478823 w 2652478"/>
              <a:gd name="connsiteY27" fmla="*/ 744938 h 1293787"/>
              <a:gd name="connsiteX28" fmla="*/ 2446302 w 2652478"/>
              <a:gd name="connsiteY28" fmla="*/ 752853 h 1293787"/>
              <a:gd name="connsiteX29" fmla="*/ 2421637 w 2652478"/>
              <a:gd name="connsiteY29" fmla="*/ 782468 h 1293787"/>
              <a:gd name="connsiteX30" fmla="*/ 2436352 w 2652478"/>
              <a:gd name="connsiteY30" fmla="*/ 970013 h 1293787"/>
              <a:gd name="connsiteX31" fmla="*/ 2352615 w 2652478"/>
              <a:gd name="connsiteY31" fmla="*/ 962098 h 1293787"/>
              <a:gd name="connsiteX32" fmla="*/ 2325016 w 2652478"/>
              <a:gd name="connsiteY32" fmla="*/ 997636 h 1293787"/>
              <a:gd name="connsiteX33" fmla="*/ 2293438 w 2652478"/>
              <a:gd name="connsiteY33" fmla="*/ 1045020 h 1293787"/>
              <a:gd name="connsiteX34" fmla="*/ 2268772 w 2652478"/>
              <a:gd name="connsiteY34" fmla="*/ 1045020 h 1293787"/>
              <a:gd name="connsiteX35" fmla="*/ 2268772 w 2652478"/>
              <a:gd name="connsiteY35" fmla="*/ 1145712 h 1293787"/>
              <a:gd name="connsiteX36" fmla="*/ 2236251 w 2652478"/>
              <a:gd name="connsiteY36" fmla="*/ 1154570 h 1293787"/>
              <a:gd name="connsiteX37" fmla="*/ 2197813 w 2652478"/>
              <a:gd name="connsiteY37" fmla="*/ 1127942 h 1293787"/>
              <a:gd name="connsiteX38" fmla="*/ 2114965 w 2652478"/>
              <a:gd name="connsiteY38" fmla="*/ 1130878 h 1293787"/>
              <a:gd name="connsiteX39" fmla="*/ 2106115 w 2652478"/>
              <a:gd name="connsiteY39" fmla="*/ 1169351 h 1293787"/>
              <a:gd name="connsiteX40" fmla="*/ 1978911 w 2652478"/>
              <a:gd name="connsiteY40" fmla="*/ 1160493 h 1293787"/>
              <a:gd name="connsiteX41" fmla="*/ 1887213 w 2652478"/>
              <a:gd name="connsiteY41" fmla="*/ 1157558 h 1293787"/>
              <a:gd name="connsiteX42" fmla="*/ 1780695 w 2652478"/>
              <a:gd name="connsiteY42" fmla="*/ 1293787 h 1293787"/>
              <a:gd name="connsiteX43" fmla="*/ 1741261 w 2652478"/>
              <a:gd name="connsiteY43" fmla="*/ 1290852 h 1293787"/>
              <a:gd name="connsiteX44" fmla="*/ 1715601 w 2652478"/>
              <a:gd name="connsiteY44" fmla="*/ 1261237 h 1293787"/>
              <a:gd name="connsiteX45" fmla="*/ 1617985 w 2652478"/>
              <a:gd name="connsiteY45" fmla="*/ 1261237 h 1293787"/>
              <a:gd name="connsiteX46" fmla="*/ 1609135 w 2652478"/>
              <a:gd name="connsiteY46" fmla="*/ 1228686 h 1293787"/>
              <a:gd name="connsiteX47" fmla="*/ 1511520 w 2652478"/>
              <a:gd name="connsiteY47" fmla="*/ 1234609 h 1293787"/>
              <a:gd name="connsiteX48" fmla="*/ 1490834 w 2652478"/>
              <a:gd name="connsiteY48" fmla="*/ 1204994 h 1293787"/>
              <a:gd name="connsiteX49" fmla="*/ 1437575 w 2652478"/>
              <a:gd name="connsiteY49" fmla="*/ 1204994 h 1293787"/>
              <a:gd name="connsiteX50" fmla="*/ 1357713 w 2652478"/>
              <a:gd name="connsiteY50" fmla="*/ 1204994 h 1293787"/>
              <a:gd name="connsiteX51" fmla="*/ 1337027 w 2652478"/>
              <a:gd name="connsiteY51" fmla="*/ 1169456 h 1293787"/>
              <a:gd name="connsiteX52" fmla="*/ 1260097 w 2652478"/>
              <a:gd name="connsiteY52" fmla="*/ 1169456 h 1293787"/>
              <a:gd name="connsiteX53" fmla="*/ 1203906 w 2652478"/>
              <a:gd name="connsiteY53" fmla="*/ 1187225 h 1293787"/>
              <a:gd name="connsiteX54" fmla="*/ 1177302 w 2652478"/>
              <a:gd name="connsiteY54" fmla="*/ 1154675 h 1293787"/>
              <a:gd name="connsiteX55" fmla="*/ 1085605 w 2652478"/>
              <a:gd name="connsiteY55" fmla="*/ 1169456 h 1293787"/>
              <a:gd name="connsiteX56" fmla="*/ 1023495 w 2652478"/>
              <a:gd name="connsiteY56" fmla="*/ 1119137 h 1293787"/>
              <a:gd name="connsiteX57" fmla="*/ 946565 w 2652478"/>
              <a:gd name="connsiteY57" fmla="*/ 1062894 h 1293787"/>
              <a:gd name="connsiteX58" fmla="*/ 946565 w 2652478"/>
              <a:gd name="connsiteY58" fmla="*/ 1006652 h 1293787"/>
              <a:gd name="connsiteX59" fmla="*/ 945256 w 2652478"/>
              <a:gd name="connsiteY59" fmla="*/ 935575 h 1293787"/>
              <a:gd name="connsiteX60" fmla="*/ 896291 w 2652478"/>
              <a:gd name="connsiteY60" fmla="*/ 935575 h 1293787"/>
              <a:gd name="connsiteX61" fmla="*/ 896291 w 2652478"/>
              <a:gd name="connsiteY61" fmla="*/ 971113 h 1293787"/>
              <a:gd name="connsiteX62" fmla="*/ 846017 w 2652478"/>
              <a:gd name="connsiteY62" fmla="*/ 971113 h 1293787"/>
              <a:gd name="connsiteX63" fmla="*/ 816429 w 2652478"/>
              <a:gd name="connsiteY63" fmla="*/ 1006652 h 1293787"/>
              <a:gd name="connsiteX64" fmla="*/ 591558 w 2652478"/>
              <a:gd name="connsiteY64" fmla="*/ 1012574 h 1293787"/>
              <a:gd name="connsiteX65" fmla="*/ 573805 w 2652478"/>
              <a:gd name="connsiteY65" fmla="*/ 1056971 h 1293787"/>
              <a:gd name="connsiteX66" fmla="*/ 541284 w 2652478"/>
              <a:gd name="connsiteY66" fmla="*/ 1114734 h 1293787"/>
              <a:gd name="connsiteX67" fmla="*/ 493942 w 2652478"/>
              <a:gd name="connsiteY67" fmla="*/ 1086586 h 1293787"/>
              <a:gd name="connsiteX68" fmla="*/ 431833 w 2652478"/>
              <a:gd name="connsiteY68" fmla="*/ 1080663 h 1293787"/>
              <a:gd name="connsiteX69" fmla="*/ 393394 w 2652478"/>
              <a:gd name="connsiteY69" fmla="*/ 1045125 h 1293787"/>
              <a:gd name="connsiteX70" fmla="*/ 354956 w 2652478"/>
              <a:gd name="connsiteY70" fmla="*/ 1051048 h 1293787"/>
              <a:gd name="connsiteX71" fmla="*/ 340187 w 2652478"/>
              <a:gd name="connsiteY71" fmla="*/ 994806 h 1293787"/>
              <a:gd name="connsiteX72" fmla="*/ 289913 w 2652478"/>
              <a:gd name="connsiteY72" fmla="*/ 991870 h 1293787"/>
              <a:gd name="connsiteX73" fmla="*/ 278078 w 2652478"/>
              <a:gd name="connsiteY73" fmla="*/ 1045177 h 1293787"/>
              <a:gd name="connsiteX74" fmla="*/ 233722 w 2652478"/>
              <a:gd name="connsiteY74" fmla="*/ 1062947 h 1293787"/>
              <a:gd name="connsiteX75" fmla="*/ 186380 w 2652478"/>
              <a:gd name="connsiteY75" fmla="*/ 1045177 h 1293787"/>
              <a:gd name="connsiteX76" fmla="*/ 186380 w 2652478"/>
              <a:gd name="connsiteY76" fmla="*/ 1015562 h 1293787"/>
              <a:gd name="connsiteX77" fmla="*/ 139039 w 2652478"/>
              <a:gd name="connsiteY77" fmla="*/ 1012627 h 1293787"/>
              <a:gd name="connsiteX78" fmla="*/ 139039 w 2652478"/>
              <a:gd name="connsiteY78" fmla="*/ 977089 h 1293787"/>
              <a:gd name="connsiteX79" fmla="*/ 68027 w 2652478"/>
              <a:gd name="connsiteY79" fmla="*/ 959320 h 1293787"/>
              <a:gd name="connsiteX80" fmla="*/ 0 w 2652478"/>
              <a:gd name="connsiteY80" fmla="*/ 950462 h 1293787"/>
              <a:gd name="connsiteX81" fmla="*/ 20686 w 2652478"/>
              <a:gd name="connsiteY81" fmla="*/ 876922 h 1293787"/>
              <a:gd name="connsiteX82" fmla="*/ 47289 w 2652478"/>
              <a:gd name="connsiteY82" fmla="*/ 808309 h 1293787"/>
              <a:gd name="connsiteX83" fmla="*/ 76877 w 2652478"/>
              <a:gd name="connsiteY83" fmla="*/ 796463 h 1293787"/>
              <a:gd name="connsiteX84" fmla="*/ 65042 w 2652478"/>
              <a:gd name="connsiteY84" fmla="*/ 743156 h 1293787"/>
              <a:gd name="connsiteX85" fmla="*/ 82795 w 2652478"/>
              <a:gd name="connsiteY85" fmla="*/ 695771 h 1293787"/>
              <a:gd name="connsiteX86" fmla="*/ 198163 w 2652478"/>
              <a:gd name="connsiteY86" fmla="*/ 695771 h 1293787"/>
              <a:gd name="connsiteX87" fmla="*/ 204081 w 2652478"/>
              <a:gd name="connsiteY87" fmla="*/ 766848 h 1293787"/>
              <a:gd name="connsiteX88" fmla="*/ 251423 w 2652478"/>
              <a:gd name="connsiteY88" fmla="*/ 775706 h 1293787"/>
              <a:gd name="connsiteX89" fmla="*/ 257340 w 2652478"/>
              <a:gd name="connsiteY89" fmla="*/ 834937 h 1293787"/>
              <a:gd name="connsiteX90" fmla="*/ 331285 w 2652478"/>
              <a:gd name="connsiteY90" fmla="*/ 793475 h 1293787"/>
              <a:gd name="connsiteX91" fmla="*/ 360873 w 2652478"/>
              <a:gd name="connsiteY91" fmla="*/ 722399 h 1293787"/>
              <a:gd name="connsiteX92" fmla="*/ 349038 w 2652478"/>
              <a:gd name="connsiteY92" fmla="*/ 672080 h 1293787"/>
              <a:gd name="connsiteX93" fmla="*/ 399312 w 2652478"/>
              <a:gd name="connsiteY93" fmla="*/ 672080 h 1293787"/>
              <a:gd name="connsiteX94" fmla="*/ 422982 w 2652478"/>
              <a:gd name="connsiteY94" fmla="*/ 701695 h 1293787"/>
              <a:gd name="connsiteX95" fmla="*/ 517665 w 2652478"/>
              <a:gd name="connsiteY95" fmla="*/ 695771 h 1293787"/>
              <a:gd name="connsiteX96" fmla="*/ 535418 w 2652478"/>
              <a:gd name="connsiteY96" fmla="*/ 772771 h 1293787"/>
              <a:gd name="connsiteX97" fmla="*/ 659689 w 2652478"/>
              <a:gd name="connsiteY97" fmla="*/ 772771 h 1293787"/>
              <a:gd name="connsiteX98" fmla="*/ 712948 w 2652478"/>
              <a:gd name="connsiteY98" fmla="*/ 719464 h 1293787"/>
              <a:gd name="connsiteX99" fmla="*/ 780975 w 2652478"/>
              <a:gd name="connsiteY99" fmla="*/ 672080 h 1293787"/>
              <a:gd name="connsiteX100" fmla="*/ 961438 w 2652478"/>
              <a:gd name="connsiteY100" fmla="*/ 672080 h 1293787"/>
              <a:gd name="connsiteX101" fmla="*/ 964371 w 2652478"/>
              <a:gd name="connsiteY101" fmla="*/ 583234 h 1293787"/>
              <a:gd name="connsiteX102" fmla="*/ 1044233 w 2652478"/>
              <a:gd name="connsiteY102" fmla="*/ 642464 h 1293787"/>
              <a:gd name="connsiteX103" fmla="*/ 1159602 w 2652478"/>
              <a:gd name="connsiteY103" fmla="*/ 633606 h 1293787"/>
              <a:gd name="connsiteX104" fmla="*/ 1227629 w 2652478"/>
              <a:gd name="connsiteY104" fmla="*/ 553671 h 1293787"/>
              <a:gd name="connsiteX105" fmla="*/ 1195108 w 2652478"/>
              <a:gd name="connsiteY105" fmla="*/ 485583 h 1293787"/>
              <a:gd name="connsiteX106" fmla="*/ 1159602 w 2652478"/>
              <a:gd name="connsiteY106" fmla="*/ 390815 h 1293787"/>
              <a:gd name="connsiteX107" fmla="*/ 1209876 w 2652478"/>
              <a:gd name="connsiteY107" fmla="*/ 367123 h 1293787"/>
              <a:gd name="connsiteX108" fmla="*/ 1322311 w 2652478"/>
              <a:gd name="connsiteY108" fmla="*/ 322726 h 1293787"/>
              <a:gd name="connsiteX109" fmla="*/ 1360750 w 2652478"/>
              <a:gd name="connsiteY109" fmla="*/ 284253 h 1293787"/>
              <a:gd name="connsiteX110" fmla="*/ 1411024 w 2652478"/>
              <a:gd name="connsiteY110" fmla="*/ 149019 h 1293787"/>
              <a:gd name="connsiteX111" fmla="*/ 1461298 w 2652478"/>
              <a:gd name="connsiteY111" fmla="*/ 189484 h 1293787"/>
              <a:gd name="connsiteX112" fmla="*/ 1505654 w 2652478"/>
              <a:gd name="connsiteY112" fmla="*/ 186549 h 1293787"/>
              <a:gd name="connsiteX113" fmla="*/ 1523407 w 2652478"/>
              <a:gd name="connsiteY113" fmla="*/ 59230 h 1293787"/>
              <a:gd name="connsiteX114" fmla="*/ 1665432 w 2652478"/>
              <a:gd name="connsiteY114" fmla="*/ 180626 h 1293787"/>
              <a:gd name="connsiteX115" fmla="*/ 1733459 w 2652478"/>
              <a:gd name="connsiteY115" fmla="*/ 130307 h 1293787"/>
              <a:gd name="connsiteX116" fmla="*/ 1801485 w 2652478"/>
              <a:gd name="connsiteY116" fmla="*/ 168780 h 1293787"/>
              <a:gd name="connsiteX117" fmla="*/ 1842909 w 2652478"/>
              <a:gd name="connsiteY117" fmla="*/ 115473 h 1293787"/>
              <a:gd name="connsiteX118" fmla="*/ 1857677 w 2652478"/>
              <a:gd name="connsiteY118" fmla="*/ 59230 h 1293787"/>
              <a:gd name="connsiteX119" fmla="*/ 1907951 w 2652478"/>
              <a:gd name="connsiteY119" fmla="*/ 74012 h 1293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652478" h="1293787">
                <a:moveTo>
                  <a:pt x="2652426" y="438933"/>
                </a:moveTo>
                <a:lnTo>
                  <a:pt x="2652478" y="439090"/>
                </a:lnTo>
                <a:lnTo>
                  <a:pt x="2652402" y="439005"/>
                </a:lnTo>
                <a:close/>
                <a:moveTo>
                  <a:pt x="1958225" y="0"/>
                </a:moveTo>
                <a:lnTo>
                  <a:pt x="2052908" y="0"/>
                </a:lnTo>
                <a:lnTo>
                  <a:pt x="2177179" y="38474"/>
                </a:lnTo>
                <a:lnTo>
                  <a:pt x="2280712" y="56243"/>
                </a:lnTo>
                <a:cubicBezTo>
                  <a:pt x="2280712" y="56243"/>
                  <a:pt x="2276785" y="91781"/>
                  <a:pt x="2293543" y="88793"/>
                </a:cubicBezTo>
                <a:cubicBezTo>
                  <a:pt x="2310301" y="85858"/>
                  <a:pt x="2375395" y="88793"/>
                  <a:pt x="2375395" y="88793"/>
                </a:cubicBezTo>
                <a:lnTo>
                  <a:pt x="2436457" y="56243"/>
                </a:lnTo>
                <a:lnTo>
                  <a:pt x="2493748" y="59178"/>
                </a:lnTo>
                <a:lnTo>
                  <a:pt x="2523337" y="97651"/>
                </a:lnTo>
                <a:lnTo>
                  <a:pt x="2585446" y="109497"/>
                </a:lnTo>
                <a:lnTo>
                  <a:pt x="2612049" y="112433"/>
                </a:lnTo>
                <a:lnTo>
                  <a:pt x="2570626" y="204213"/>
                </a:lnTo>
                <a:lnTo>
                  <a:pt x="2546955" y="242687"/>
                </a:lnTo>
                <a:lnTo>
                  <a:pt x="2544022" y="304852"/>
                </a:lnTo>
                <a:lnTo>
                  <a:pt x="2612049" y="393698"/>
                </a:lnTo>
                <a:lnTo>
                  <a:pt x="2652402" y="439005"/>
                </a:lnTo>
                <a:lnTo>
                  <a:pt x="2630745" y="504086"/>
                </a:lnTo>
                <a:lnTo>
                  <a:pt x="2601157" y="529770"/>
                </a:lnTo>
                <a:lnTo>
                  <a:pt x="2622837" y="592931"/>
                </a:lnTo>
                <a:lnTo>
                  <a:pt x="2624827" y="612692"/>
                </a:lnTo>
                <a:lnTo>
                  <a:pt x="2436352" y="618615"/>
                </a:lnTo>
                <a:lnTo>
                  <a:pt x="2399956" y="622546"/>
                </a:lnTo>
                <a:lnTo>
                  <a:pt x="2436352" y="658085"/>
                </a:lnTo>
                <a:lnTo>
                  <a:pt x="2484741" y="679785"/>
                </a:lnTo>
                <a:lnTo>
                  <a:pt x="2478823" y="744938"/>
                </a:lnTo>
                <a:lnTo>
                  <a:pt x="2446302" y="752853"/>
                </a:lnTo>
                <a:lnTo>
                  <a:pt x="2421637" y="782468"/>
                </a:lnTo>
                <a:lnTo>
                  <a:pt x="2436352" y="970013"/>
                </a:lnTo>
                <a:lnTo>
                  <a:pt x="2352615" y="962098"/>
                </a:lnTo>
                <a:lnTo>
                  <a:pt x="2325016" y="997636"/>
                </a:lnTo>
                <a:lnTo>
                  <a:pt x="2293438" y="1045020"/>
                </a:lnTo>
                <a:lnTo>
                  <a:pt x="2268772" y="1045020"/>
                </a:lnTo>
                <a:lnTo>
                  <a:pt x="2268772" y="1145712"/>
                </a:lnTo>
                <a:lnTo>
                  <a:pt x="2236251" y="1154570"/>
                </a:lnTo>
                <a:lnTo>
                  <a:pt x="2197813" y="1127942"/>
                </a:lnTo>
                <a:lnTo>
                  <a:pt x="2114965" y="1130878"/>
                </a:lnTo>
                <a:lnTo>
                  <a:pt x="2106115" y="1169351"/>
                </a:lnTo>
                <a:lnTo>
                  <a:pt x="1978911" y="1160493"/>
                </a:lnTo>
                <a:lnTo>
                  <a:pt x="1887213" y="1157558"/>
                </a:lnTo>
                <a:lnTo>
                  <a:pt x="1780695" y="1293787"/>
                </a:lnTo>
                <a:lnTo>
                  <a:pt x="1741261" y="1290852"/>
                </a:lnTo>
                <a:lnTo>
                  <a:pt x="1715601" y="1261237"/>
                </a:lnTo>
                <a:lnTo>
                  <a:pt x="1617985" y="1261237"/>
                </a:lnTo>
                <a:lnTo>
                  <a:pt x="1609135" y="1228686"/>
                </a:lnTo>
                <a:lnTo>
                  <a:pt x="1511520" y="1234609"/>
                </a:lnTo>
                <a:lnTo>
                  <a:pt x="1490834" y="1204994"/>
                </a:lnTo>
                <a:cubicBezTo>
                  <a:pt x="1455328" y="1207929"/>
                  <a:pt x="1437575" y="1204994"/>
                  <a:pt x="1437575" y="1204994"/>
                </a:cubicBezTo>
                <a:lnTo>
                  <a:pt x="1357713" y="1204994"/>
                </a:lnTo>
                <a:lnTo>
                  <a:pt x="1337027" y="1169456"/>
                </a:lnTo>
                <a:cubicBezTo>
                  <a:pt x="1337027" y="1169456"/>
                  <a:pt x="1269000" y="1163533"/>
                  <a:pt x="1260097" y="1169456"/>
                </a:cubicBezTo>
                <a:cubicBezTo>
                  <a:pt x="1251247" y="1175379"/>
                  <a:pt x="1203906" y="1187225"/>
                  <a:pt x="1203906" y="1187225"/>
                </a:cubicBezTo>
                <a:lnTo>
                  <a:pt x="1177302" y="1154675"/>
                </a:lnTo>
                <a:cubicBezTo>
                  <a:pt x="1177302" y="1154675"/>
                  <a:pt x="1097440" y="1184290"/>
                  <a:pt x="1085605" y="1169456"/>
                </a:cubicBezTo>
                <a:cubicBezTo>
                  <a:pt x="1073769" y="1154675"/>
                  <a:pt x="1035330" y="1125060"/>
                  <a:pt x="1023495" y="1119137"/>
                </a:cubicBezTo>
                <a:cubicBezTo>
                  <a:pt x="1011660" y="1113214"/>
                  <a:pt x="949551" y="1071753"/>
                  <a:pt x="946565" y="1062894"/>
                </a:cubicBezTo>
                <a:cubicBezTo>
                  <a:pt x="943580" y="1054036"/>
                  <a:pt x="946565" y="1006652"/>
                  <a:pt x="946565" y="1006652"/>
                </a:cubicBezTo>
                <a:lnTo>
                  <a:pt x="945256" y="935575"/>
                </a:lnTo>
                <a:lnTo>
                  <a:pt x="896291" y="935575"/>
                </a:lnTo>
                <a:lnTo>
                  <a:pt x="896291" y="971113"/>
                </a:lnTo>
                <a:lnTo>
                  <a:pt x="846017" y="971113"/>
                </a:lnTo>
                <a:lnTo>
                  <a:pt x="816429" y="1006652"/>
                </a:lnTo>
                <a:lnTo>
                  <a:pt x="591558" y="1012574"/>
                </a:lnTo>
                <a:lnTo>
                  <a:pt x="573805" y="1056971"/>
                </a:lnTo>
                <a:lnTo>
                  <a:pt x="541284" y="1114734"/>
                </a:lnTo>
                <a:lnTo>
                  <a:pt x="493942" y="1086586"/>
                </a:lnTo>
                <a:cubicBezTo>
                  <a:pt x="493942" y="1086586"/>
                  <a:pt x="452519" y="1080663"/>
                  <a:pt x="431833" y="1080663"/>
                </a:cubicBezTo>
                <a:cubicBezTo>
                  <a:pt x="411147" y="1080663"/>
                  <a:pt x="393394" y="1045125"/>
                  <a:pt x="393394" y="1045125"/>
                </a:cubicBezTo>
                <a:lnTo>
                  <a:pt x="354956" y="1051048"/>
                </a:lnTo>
                <a:lnTo>
                  <a:pt x="340187" y="994806"/>
                </a:lnTo>
                <a:lnTo>
                  <a:pt x="289913" y="991870"/>
                </a:lnTo>
                <a:lnTo>
                  <a:pt x="278078" y="1045177"/>
                </a:lnTo>
                <a:cubicBezTo>
                  <a:pt x="278078" y="1045177"/>
                  <a:pt x="242572" y="1062947"/>
                  <a:pt x="233722" y="1062947"/>
                </a:cubicBezTo>
                <a:cubicBezTo>
                  <a:pt x="224872" y="1062947"/>
                  <a:pt x="186380" y="1062947"/>
                  <a:pt x="186380" y="1045177"/>
                </a:cubicBezTo>
                <a:cubicBezTo>
                  <a:pt x="186380" y="1027408"/>
                  <a:pt x="210051" y="1012627"/>
                  <a:pt x="186380" y="1015562"/>
                </a:cubicBezTo>
                <a:cubicBezTo>
                  <a:pt x="162710" y="1018498"/>
                  <a:pt x="139039" y="1012627"/>
                  <a:pt x="139039" y="1012627"/>
                </a:cubicBezTo>
                <a:lnTo>
                  <a:pt x="139039" y="977089"/>
                </a:lnTo>
                <a:cubicBezTo>
                  <a:pt x="139039" y="977089"/>
                  <a:pt x="73945" y="959320"/>
                  <a:pt x="68027" y="959320"/>
                </a:cubicBezTo>
                <a:cubicBezTo>
                  <a:pt x="62109" y="959320"/>
                  <a:pt x="0" y="950462"/>
                  <a:pt x="0" y="950462"/>
                </a:cubicBezTo>
                <a:lnTo>
                  <a:pt x="20686" y="876922"/>
                </a:lnTo>
                <a:lnTo>
                  <a:pt x="47289" y="808309"/>
                </a:lnTo>
                <a:lnTo>
                  <a:pt x="76877" y="796463"/>
                </a:lnTo>
                <a:lnTo>
                  <a:pt x="65042" y="743156"/>
                </a:lnTo>
                <a:lnTo>
                  <a:pt x="82795" y="695771"/>
                </a:lnTo>
                <a:lnTo>
                  <a:pt x="198163" y="695771"/>
                </a:lnTo>
                <a:lnTo>
                  <a:pt x="204081" y="766848"/>
                </a:lnTo>
                <a:lnTo>
                  <a:pt x="251423" y="775706"/>
                </a:lnTo>
                <a:lnTo>
                  <a:pt x="257340" y="834937"/>
                </a:lnTo>
                <a:lnTo>
                  <a:pt x="331285" y="793475"/>
                </a:lnTo>
                <a:lnTo>
                  <a:pt x="360873" y="722399"/>
                </a:lnTo>
                <a:lnTo>
                  <a:pt x="349038" y="672080"/>
                </a:lnTo>
                <a:lnTo>
                  <a:pt x="399312" y="672080"/>
                </a:lnTo>
                <a:lnTo>
                  <a:pt x="422982" y="701695"/>
                </a:lnTo>
                <a:lnTo>
                  <a:pt x="517665" y="695771"/>
                </a:lnTo>
                <a:lnTo>
                  <a:pt x="535418" y="772771"/>
                </a:lnTo>
                <a:lnTo>
                  <a:pt x="659689" y="772771"/>
                </a:lnTo>
                <a:lnTo>
                  <a:pt x="712948" y="719464"/>
                </a:lnTo>
                <a:lnTo>
                  <a:pt x="780975" y="672080"/>
                </a:lnTo>
                <a:lnTo>
                  <a:pt x="961438" y="672080"/>
                </a:lnTo>
                <a:lnTo>
                  <a:pt x="964371" y="583234"/>
                </a:lnTo>
                <a:cubicBezTo>
                  <a:pt x="999877" y="586170"/>
                  <a:pt x="1044233" y="642464"/>
                  <a:pt x="1044233" y="642464"/>
                </a:cubicBezTo>
                <a:lnTo>
                  <a:pt x="1159602" y="633606"/>
                </a:lnTo>
                <a:lnTo>
                  <a:pt x="1227629" y="553671"/>
                </a:lnTo>
                <a:lnTo>
                  <a:pt x="1195108" y="485583"/>
                </a:lnTo>
                <a:lnTo>
                  <a:pt x="1159602" y="390815"/>
                </a:lnTo>
                <a:lnTo>
                  <a:pt x="1209876" y="367123"/>
                </a:lnTo>
                <a:lnTo>
                  <a:pt x="1322311" y="322726"/>
                </a:lnTo>
                <a:lnTo>
                  <a:pt x="1360750" y="284253"/>
                </a:lnTo>
                <a:lnTo>
                  <a:pt x="1411024" y="149019"/>
                </a:lnTo>
                <a:lnTo>
                  <a:pt x="1461298" y="189484"/>
                </a:lnTo>
                <a:lnTo>
                  <a:pt x="1505654" y="186549"/>
                </a:lnTo>
                <a:lnTo>
                  <a:pt x="1523407" y="59230"/>
                </a:lnTo>
                <a:lnTo>
                  <a:pt x="1665432" y="180626"/>
                </a:lnTo>
                <a:lnTo>
                  <a:pt x="1733459" y="130307"/>
                </a:lnTo>
                <a:lnTo>
                  <a:pt x="1801485" y="168780"/>
                </a:lnTo>
                <a:lnTo>
                  <a:pt x="1842909" y="115473"/>
                </a:lnTo>
                <a:lnTo>
                  <a:pt x="1857677" y="59230"/>
                </a:lnTo>
                <a:lnTo>
                  <a:pt x="1907951" y="74012"/>
                </a:lnTo>
                <a:close/>
              </a:path>
            </a:pathLst>
          </a:custGeom>
          <a:solidFill>
            <a:schemeClr val="accent1">
              <a:lumMod val="10000"/>
              <a:lumOff val="90000"/>
              <a:alpha val="50000"/>
            </a:schemeClr>
          </a:solidFill>
          <a:ln w="3175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 algn="l">
              <a:buNone/>
              <a:defRPr lang="en-US" sz="1400" smtClean="0">
                <a:solidFill>
                  <a:schemeClr val="bg2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DDB632CB-B277-C499-ADCD-DEE6BEFFD1B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771058" y="917841"/>
            <a:ext cx="3694224" cy="4944259"/>
          </a:xfrm>
          <a:custGeom>
            <a:avLst/>
            <a:gdLst>
              <a:gd name="connsiteX0" fmla="*/ 958401 w 3132962"/>
              <a:gd name="connsiteY0" fmla="*/ 0 h 4193080"/>
              <a:gd name="connsiteX1" fmla="*/ 1286805 w 3132962"/>
              <a:gd name="connsiteY1" fmla="*/ 56242 h 4193080"/>
              <a:gd name="connsiteX2" fmla="*/ 1397461 w 3132962"/>
              <a:gd name="connsiteY2" fmla="*/ 64000 h 4193080"/>
              <a:gd name="connsiteX3" fmla="*/ 1431814 w 3132962"/>
              <a:gd name="connsiteY3" fmla="*/ 162804 h 4193080"/>
              <a:gd name="connsiteX4" fmla="*/ 1422964 w 3132962"/>
              <a:gd name="connsiteY4" fmla="*/ 210189 h 4193080"/>
              <a:gd name="connsiteX5" fmla="*/ 1384525 w 3132962"/>
              <a:gd name="connsiteY5" fmla="*/ 245727 h 4193080"/>
              <a:gd name="connsiteX6" fmla="*/ 1446635 w 3132962"/>
              <a:gd name="connsiteY6" fmla="*/ 313815 h 4193080"/>
              <a:gd name="connsiteX7" fmla="*/ 1511729 w 3132962"/>
              <a:gd name="connsiteY7" fmla="*/ 328597 h 4193080"/>
              <a:gd name="connsiteX8" fmla="*/ 1566455 w 3132962"/>
              <a:gd name="connsiteY8" fmla="*/ 304905 h 4193080"/>
              <a:gd name="connsiteX9" fmla="*/ 1609345 w 3132962"/>
              <a:gd name="connsiteY9" fmla="*/ 361147 h 4193080"/>
              <a:gd name="connsiteX10" fmla="*/ 1671454 w 3132962"/>
              <a:gd name="connsiteY10" fmla="*/ 375928 h 4193080"/>
              <a:gd name="connsiteX11" fmla="*/ 1715810 w 3132962"/>
              <a:gd name="connsiteY11" fmla="*/ 358159 h 4193080"/>
              <a:gd name="connsiteX12" fmla="*/ 1766084 w 3132962"/>
              <a:gd name="connsiteY12" fmla="*/ 367018 h 4193080"/>
              <a:gd name="connsiteX13" fmla="*/ 1754249 w 3132962"/>
              <a:gd name="connsiteY13" fmla="*/ 452875 h 4193080"/>
              <a:gd name="connsiteX14" fmla="*/ 1715810 w 3132962"/>
              <a:gd name="connsiteY14" fmla="*/ 497272 h 4193080"/>
              <a:gd name="connsiteX15" fmla="*/ 1677372 w 3132962"/>
              <a:gd name="connsiteY15" fmla="*/ 553514 h 4193080"/>
              <a:gd name="connsiteX16" fmla="*/ 1774987 w 3132962"/>
              <a:gd name="connsiteY16" fmla="*/ 583129 h 4193080"/>
              <a:gd name="connsiteX17" fmla="*/ 1854849 w 3132962"/>
              <a:gd name="connsiteY17" fmla="*/ 603834 h 4193080"/>
              <a:gd name="connsiteX18" fmla="*/ 1899206 w 3132962"/>
              <a:gd name="connsiteY18" fmla="*/ 600898 h 4193080"/>
              <a:gd name="connsiteX19" fmla="*/ 1928794 w 3132962"/>
              <a:gd name="connsiteY19" fmla="*/ 541668 h 4193080"/>
              <a:gd name="connsiteX20" fmla="*/ 2023477 w 3132962"/>
              <a:gd name="connsiteY20" fmla="*/ 473580 h 4193080"/>
              <a:gd name="connsiteX21" fmla="*/ 2097422 w 3132962"/>
              <a:gd name="connsiteY21" fmla="*/ 473580 h 4193080"/>
              <a:gd name="connsiteX22" fmla="*/ 2257199 w 3132962"/>
              <a:gd name="connsiteY22" fmla="*/ 361042 h 4193080"/>
              <a:gd name="connsiteX23" fmla="*/ 2307473 w 3132962"/>
              <a:gd name="connsiteY23" fmla="*/ 287031 h 4193080"/>
              <a:gd name="connsiteX24" fmla="*/ 2411006 w 3132962"/>
              <a:gd name="connsiteY24" fmla="*/ 307735 h 4193080"/>
              <a:gd name="connsiteX25" fmla="*/ 2473115 w 3132962"/>
              <a:gd name="connsiteY25" fmla="*/ 310670 h 4193080"/>
              <a:gd name="connsiteX26" fmla="*/ 2481965 w 3132962"/>
              <a:gd name="connsiteY26" fmla="*/ 349144 h 4193080"/>
              <a:gd name="connsiteX27" fmla="*/ 2529307 w 3132962"/>
              <a:gd name="connsiteY27" fmla="*/ 343221 h 4193080"/>
              <a:gd name="connsiteX28" fmla="*/ 2532239 w 3132962"/>
              <a:gd name="connsiteY28" fmla="*/ 224760 h 4193080"/>
              <a:gd name="connsiteX29" fmla="*/ 2597334 w 3132962"/>
              <a:gd name="connsiteY29" fmla="*/ 186287 h 4193080"/>
              <a:gd name="connsiteX30" fmla="*/ 2647608 w 3132962"/>
              <a:gd name="connsiteY30" fmla="*/ 201068 h 4193080"/>
              <a:gd name="connsiteX31" fmla="*/ 2659443 w 3132962"/>
              <a:gd name="connsiteY31" fmla="*/ 289914 h 4193080"/>
              <a:gd name="connsiteX32" fmla="*/ 2686047 w 3132962"/>
              <a:gd name="connsiteY32" fmla="*/ 363925 h 4193080"/>
              <a:gd name="connsiteX33" fmla="*/ 2609117 w 3132962"/>
              <a:gd name="connsiteY33" fmla="*/ 378706 h 4193080"/>
              <a:gd name="connsiteX34" fmla="*/ 2552925 w 3132962"/>
              <a:gd name="connsiteY34" fmla="*/ 402399 h 4193080"/>
              <a:gd name="connsiteX35" fmla="*/ 2620952 w 3132962"/>
              <a:gd name="connsiteY35" fmla="*/ 470487 h 4193080"/>
              <a:gd name="connsiteX36" fmla="*/ 2727470 w 3132962"/>
              <a:gd name="connsiteY36" fmla="*/ 491191 h 4193080"/>
              <a:gd name="connsiteX37" fmla="*/ 2759991 w 3132962"/>
              <a:gd name="connsiteY37" fmla="*/ 529665 h 4193080"/>
              <a:gd name="connsiteX38" fmla="*/ 2712650 w 3132962"/>
              <a:gd name="connsiteY38" fmla="*/ 562215 h 4193080"/>
              <a:gd name="connsiteX39" fmla="*/ 2742238 w 3132962"/>
              <a:gd name="connsiteY39" fmla="*/ 588843 h 4193080"/>
              <a:gd name="connsiteX40" fmla="*/ 2777744 w 3132962"/>
              <a:gd name="connsiteY40" fmla="*/ 603624 h 4193080"/>
              <a:gd name="connsiteX41" fmla="*/ 2817859 w 3132962"/>
              <a:gd name="connsiteY41" fmla="*/ 645085 h 4193080"/>
              <a:gd name="connsiteX42" fmla="*/ 2869494 w 3132962"/>
              <a:gd name="connsiteY42" fmla="*/ 612535 h 4193080"/>
              <a:gd name="connsiteX43" fmla="*/ 2884262 w 3132962"/>
              <a:gd name="connsiteY43" fmla="*/ 585907 h 4193080"/>
              <a:gd name="connsiteX44" fmla="*/ 2884420 w 3132962"/>
              <a:gd name="connsiteY44" fmla="*/ 586379 h 4193080"/>
              <a:gd name="connsiteX45" fmla="*/ 2925843 w 3132962"/>
              <a:gd name="connsiteY45" fmla="*/ 660338 h 4193080"/>
              <a:gd name="connsiteX46" fmla="*/ 2996855 w 3132962"/>
              <a:gd name="connsiteY46" fmla="*/ 689953 h 4193080"/>
              <a:gd name="connsiteX47" fmla="*/ 2967267 w 3132962"/>
              <a:gd name="connsiteY47" fmla="*/ 755107 h 4193080"/>
              <a:gd name="connsiteX48" fmla="*/ 2884420 w 3132962"/>
              <a:gd name="connsiteY48" fmla="*/ 737338 h 4193080"/>
              <a:gd name="connsiteX49" fmla="*/ 2925843 w 3132962"/>
              <a:gd name="connsiteY49" fmla="*/ 956489 h 4193080"/>
              <a:gd name="connsiteX50" fmla="*/ 2908090 w 3132962"/>
              <a:gd name="connsiteY50" fmla="*/ 1086796 h 4193080"/>
              <a:gd name="connsiteX51" fmla="*/ 2831160 w 3132962"/>
              <a:gd name="connsiteY51" fmla="*/ 1134180 h 4193080"/>
              <a:gd name="connsiteX52" fmla="*/ 2831160 w 3132962"/>
              <a:gd name="connsiteY52" fmla="*/ 1234871 h 4193080"/>
              <a:gd name="connsiteX53" fmla="*/ 2943596 w 3132962"/>
              <a:gd name="connsiteY53" fmla="*/ 1288178 h 4193080"/>
              <a:gd name="connsiteX54" fmla="*/ 2985020 w 3132962"/>
              <a:gd name="connsiteY54" fmla="*/ 1394793 h 4193080"/>
              <a:gd name="connsiteX55" fmla="*/ 2961349 w 3132962"/>
              <a:gd name="connsiteY55" fmla="*/ 1457116 h 4193080"/>
              <a:gd name="connsiteX56" fmla="*/ 2985020 w 3132962"/>
              <a:gd name="connsiteY56" fmla="*/ 1560585 h 4193080"/>
              <a:gd name="connsiteX57" fmla="*/ 3038279 w 3132962"/>
              <a:gd name="connsiteY57" fmla="*/ 1619815 h 4193080"/>
              <a:gd name="connsiteX58" fmla="*/ 3020526 w 3132962"/>
              <a:gd name="connsiteY58" fmla="*/ 1708661 h 4193080"/>
              <a:gd name="connsiteX59" fmla="*/ 2990937 w 3132962"/>
              <a:gd name="connsiteY59" fmla="*/ 1815275 h 4193080"/>
              <a:gd name="connsiteX60" fmla="*/ 3044196 w 3132962"/>
              <a:gd name="connsiteY60" fmla="*/ 1921889 h 4193080"/>
              <a:gd name="connsiteX61" fmla="*/ 3091538 w 3132962"/>
              <a:gd name="connsiteY61" fmla="*/ 1991655 h 4193080"/>
              <a:gd name="connsiteX62" fmla="*/ 3132962 w 3132962"/>
              <a:gd name="connsiteY62" fmla="*/ 2063989 h 4193080"/>
              <a:gd name="connsiteX63" fmla="*/ 3115208 w 3132962"/>
              <a:gd name="connsiteY63" fmla="*/ 2235757 h 4193080"/>
              <a:gd name="connsiteX64" fmla="*/ 3077713 w 3132962"/>
              <a:gd name="connsiteY64" fmla="*/ 2263380 h 4193080"/>
              <a:gd name="connsiteX65" fmla="*/ 3063887 w 3132962"/>
              <a:gd name="connsiteY65" fmla="*/ 2312756 h 4193080"/>
              <a:gd name="connsiteX66" fmla="*/ 2996803 w 3132962"/>
              <a:gd name="connsiteY66" fmla="*/ 2312756 h 4193080"/>
              <a:gd name="connsiteX67" fmla="*/ 2979050 w 3132962"/>
              <a:gd name="connsiteY67" fmla="*/ 2232822 h 4193080"/>
              <a:gd name="connsiteX68" fmla="*/ 2904110 w 3132962"/>
              <a:gd name="connsiteY68" fmla="*/ 2216049 h 4193080"/>
              <a:gd name="connsiteX69" fmla="*/ 2874522 w 3132962"/>
              <a:gd name="connsiteY69" fmla="*/ 2184442 h 4193080"/>
              <a:gd name="connsiteX70" fmla="*/ 2874522 w 3132962"/>
              <a:gd name="connsiteY70" fmla="*/ 2241680 h 4193080"/>
              <a:gd name="connsiteX71" fmla="*/ 2902120 w 3132962"/>
              <a:gd name="connsiteY71" fmla="*/ 2283141 h 4193080"/>
              <a:gd name="connsiteX72" fmla="*/ 2870123 w 3132962"/>
              <a:gd name="connsiteY72" fmla="*/ 2316688 h 4193080"/>
              <a:gd name="connsiteX73" fmla="*/ 2783767 w 3132962"/>
              <a:gd name="connsiteY73" fmla="*/ 2368003 h 4193080"/>
              <a:gd name="connsiteX74" fmla="*/ 2679239 w 3132962"/>
              <a:gd name="connsiteY74" fmla="*/ 2383780 h 4193080"/>
              <a:gd name="connsiteX75" fmla="*/ 2602309 w 3132962"/>
              <a:gd name="connsiteY75" fmla="*/ 2383780 h 4193080"/>
              <a:gd name="connsiteX76" fmla="*/ 2519461 w 3132962"/>
              <a:gd name="connsiteY76" fmla="*/ 2492386 h 4193080"/>
              <a:gd name="connsiteX77" fmla="*/ 2424779 w 3132962"/>
              <a:gd name="connsiteY77" fmla="*/ 2559531 h 4193080"/>
              <a:gd name="connsiteX78" fmla="*/ 2280817 w 3132962"/>
              <a:gd name="connsiteY78" fmla="*/ 2549677 h 4193080"/>
              <a:gd name="connsiteX79" fmla="*/ 2231486 w 3132962"/>
              <a:gd name="connsiteY79" fmla="*/ 2610532 h 4193080"/>
              <a:gd name="connsiteX80" fmla="*/ 2188072 w 3132962"/>
              <a:gd name="connsiteY80" fmla="*/ 2648377 h 4193080"/>
              <a:gd name="connsiteX81" fmla="*/ 2138741 w 3132962"/>
              <a:gd name="connsiteY81" fmla="*/ 2599001 h 4193080"/>
              <a:gd name="connsiteX82" fmla="*/ 2146648 w 3132962"/>
              <a:gd name="connsiteY82" fmla="*/ 2687846 h 4193080"/>
              <a:gd name="connsiteX83" fmla="*/ 2199907 w 3132962"/>
              <a:gd name="connsiteY83" fmla="*/ 2766837 h 4193080"/>
              <a:gd name="connsiteX84" fmla="*/ 2280765 w 3132962"/>
              <a:gd name="connsiteY84" fmla="*/ 2822136 h 4193080"/>
              <a:gd name="connsiteX85" fmla="*/ 2243269 w 3132962"/>
              <a:gd name="connsiteY85" fmla="*/ 2871512 h 4193080"/>
              <a:gd name="connsiteX86" fmla="*/ 2221588 w 3132962"/>
              <a:gd name="connsiteY86" fmla="*/ 2936665 h 4193080"/>
              <a:gd name="connsiteX87" fmla="*/ 2306425 w 3132962"/>
              <a:gd name="connsiteY87" fmla="*/ 3025511 h 4193080"/>
              <a:gd name="connsiteX88" fmla="*/ 2733440 w 3132962"/>
              <a:gd name="connsiteY88" fmla="*/ 3417373 h 4193080"/>
              <a:gd name="connsiteX89" fmla="*/ 2715687 w 3132962"/>
              <a:gd name="connsiteY89" fmla="*/ 3544692 h 4193080"/>
              <a:gd name="connsiteX90" fmla="*/ 2671331 w 3132962"/>
              <a:gd name="connsiteY90" fmla="*/ 3547628 h 4193080"/>
              <a:gd name="connsiteX91" fmla="*/ 2621057 w 3132962"/>
              <a:gd name="connsiteY91" fmla="*/ 3507162 h 4193080"/>
              <a:gd name="connsiteX92" fmla="*/ 2570783 w 3132962"/>
              <a:gd name="connsiteY92" fmla="*/ 3642396 h 4193080"/>
              <a:gd name="connsiteX93" fmla="*/ 2532344 w 3132962"/>
              <a:gd name="connsiteY93" fmla="*/ 3680869 h 4193080"/>
              <a:gd name="connsiteX94" fmla="*/ 2419909 w 3132962"/>
              <a:gd name="connsiteY94" fmla="*/ 3725266 h 4193080"/>
              <a:gd name="connsiteX95" fmla="*/ 2369635 w 3132962"/>
              <a:gd name="connsiteY95" fmla="*/ 3748958 h 4193080"/>
              <a:gd name="connsiteX96" fmla="*/ 2405141 w 3132962"/>
              <a:gd name="connsiteY96" fmla="*/ 3843726 h 4193080"/>
              <a:gd name="connsiteX97" fmla="*/ 2437661 w 3132962"/>
              <a:gd name="connsiteY97" fmla="*/ 3911815 h 4193080"/>
              <a:gd name="connsiteX98" fmla="*/ 2369635 w 3132962"/>
              <a:gd name="connsiteY98" fmla="*/ 3991749 h 4193080"/>
              <a:gd name="connsiteX99" fmla="*/ 2254266 w 3132962"/>
              <a:gd name="connsiteY99" fmla="*/ 4000608 h 4193080"/>
              <a:gd name="connsiteX100" fmla="*/ 2174404 w 3132962"/>
              <a:gd name="connsiteY100" fmla="*/ 3941377 h 4193080"/>
              <a:gd name="connsiteX101" fmla="*/ 2171471 w 3132962"/>
              <a:gd name="connsiteY101" fmla="*/ 4030223 h 4193080"/>
              <a:gd name="connsiteX102" fmla="*/ 1991008 w 3132962"/>
              <a:gd name="connsiteY102" fmla="*/ 4030223 h 4193080"/>
              <a:gd name="connsiteX103" fmla="*/ 1922981 w 3132962"/>
              <a:gd name="connsiteY103" fmla="*/ 4077607 h 4193080"/>
              <a:gd name="connsiteX104" fmla="*/ 1869722 w 3132962"/>
              <a:gd name="connsiteY104" fmla="*/ 4130914 h 4193080"/>
              <a:gd name="connsiteX105" fmla="*/ 1745451 w 3132962"/>
              <a:gd name="connsiteY105" fmla="*/ 4130914 h 4193080"/>
              <a:gd name="connsiteX106" fmla="*/ 1727698 w 3132962"/>
              <a:gd name="connsiteY106" fmla="*/ 4053915 h 4193080"/>
              <a:gd name="connsiteX107" fmla="*/ 1633015 w 3132962"/>
              <a:gd name="connsiteY107" fmla="*/ 4059838 h 4193080"/>
              <a:gd name="connsiteX108" fmla="*/ 1609345 w 3132962"/>
              <a:gd name="connsiteY108" fmla="*/ 4030223 h 4193080"/>
              <a:gd name="connsiteX109" fmla="*/ 1559071 w 3132962"/>
              <a:gd name="connsiteY109" fmla="*/ 4030223 h 4193080"/>
              <a:gd name="connsiteX110" fmla="*/ 1570906 w 3132962"/>
              <a:gd name="connsiteY110" fmla="*/ 4080542 h 4193080"/>
              <a:gd name="connsiteX111" fmla="*/ 1541318 w 3132962"/>
              <a:gd name="connsiteY111" fmla="*/ 4151618 h 4193080"/>
              <a:gd name="connsiteX112" fmla="*/ 1467373 w 3132962"/>
              <a:gd name="connsiteY112" fmla="*/ 4193080 h 4193080"/>
              <a:gd name="connsiteX113" fmla="*/ 1461455 w 3132962"/>
              <a:gd name="connsiteY113" fmla="*/ 4133849 h 4193080"/>
              <a:gd name="connsiteX114" fmla="*/ 1414114 w 3132962"/>
              <a:gd name="connsiteY114" fmla="*/ 4124991 h 4193080"/>
              <a:gd name="connsiteX115" fmla="*/ 1408196 w 3132962"/>
              <a:gd name="connsiteY115" fmla="*/ 4053915 h 4193080"/>
              <a:gd name="connsiteX116" fmla="*/ 1292828 w 3132962"/>
              <a:gd name="connsiteY116" fmla="*/ 4053915 h 4193080"/>
              <a:gd name="connsiteX117" fmla="*/ 1275075 w 3132962"/>
              <a:gd name="connsiteY117" fmla="*/ 4101299 h 4193080"/>
              <a:gd name="connsiteX118" fmla="*/ 1209980 w 3132962"/>
              <a:gd name="connsiteY118" fmla="*/ 4058370 h 4193080"/>
              <a:gd name="connsiteX119" fmla="*/ 1165624 w 3132962"/>
              <a:gd name="connsiteY119" fmla="*/ 4005063 h 4193080"/>
              <a:gd name="connsiteX120" fmla="*/ 1019149 w 3132962"/>
              <a:gd name="connsiteY120" fmla="*/ 4005063 h 4193080"/>
              <a:gd name="connsiteX121" fmla="*/ 965890 w 3132962"/>
              <a:gd name="connsiteY121" fmla="*/ 3969525 h 4193080"/>
              <a:gd name="connsiteX122" fmla="*/ 939286 w 3132962"/>
              <a:gd name="connsiteY122" fmla="*/ 4005063 h 4193080"/>
              <a:gd name="connsiteX123" fmla="*/ 859424 w 3132962"/>
              <a:gd name="connsiteY123" fmla="*/ 4027288 h 4193080"/>
              <a:gd name="connsiteX124" fmla="*/ 837219 w 3132962"/>
              <a:gd name="connsiteY124" fmla="*/ 4053915 h 4193080"/>
              <a:gd name="connsiteX125" fmla="*/ 584278 w 3132962"/>
              <a:gd name="connsiteY125" fmla="*/ 4058370 h 4193080"/>
              <a:gd name="connsiteX126" fmla="*/ 584278 w 3132962"/>
              <a:gd name="connsiteY126" fmla="*/ 3769662 h 4193080"/>
              <a:gd name="connsiteX127" fmla="*/ 602031 w 3132962"/>
              <a:gd name="connsiteY127" fmla="*/ 3658592 h 4193080"/>
              <a:gd name="connsiteX128" fmla="*/ 650839 w 3132962"/>
              <a:gd name="connsiteY128" fmla="*/ 3507058 h 4193080"/>
              <a:gd name="connsiteX129" fmla="*/ 810616 w 3132962"/>
              <a:gd name="connsiteY129" fmla="*/ 3315319 h 4193080"/>
              <a:gd name="connsiteX130" fmla="*/ 650839 w 3132962"/>
              <a:gd name="connsiteY130" fmla="*/ 3272129 h 4193080"/>
              <a:gd name="connsiteX131" fmla="*/ 539870 w 3132962"/>
              <a:gd name="connsiteY131" fmla="*/ 3227732 h 4193080"/>
              <a:gd name="connsiteX132" fmla="*/ 446653 w 3132962"/>
              <a:gd name="connsiteY132" fmla="*/ 3227732 h 4193080"/>
              <a:gd name="connsiteX133" fmla="*/ 446653 w 3132962"/>
              <a:gd name="connsiteY133" fmla="*/ 3258815 h 4193080"/>
              <a:gd name="connsiteX134" fmla="*/ 371190 w 3132962"/>
              <a:gd name="connsiteY134" fmla="*/ 3245501 h 4193080"/>
              <a:gd name="connsiteX135" fmla="*/ 371190 w 3132962"/>
              <a:gd name="connsiteY135" fmla="*/ 3201105 h 4193080"/>
              <a:gd name="connsiteX136" fmla="*/ 291327 w 3132962"/>
              <a:gd name="connsiteY136" fmla="*/ 3232188 h 4193080"/>
              <a:gd name="connsiteX137" fmla="*/ 251370 w 3132962"/>
              <a:gd name="connsiteY137" fmla="*/ 3161111 h 4193080"/>
              <a:gd name="connsiteX138" fmla="*/ 229166 w 3132962"/>
              <a:gd name="connsiteY138" fmla="*/ 3090035 h 4193080"/>
              <a:gd name="connsiteX139" fmla="*/ 167056 w 3132962"/>
              <a:gd name="connsiteY139" fmla="*/ 3067811 h 4193080"/>
              <a:gd name="connsiteX140" fmla="*/ 167056 w 3132962"/>
              <a:gd name="connsiteY140" fmla="*/ 3032272 h 4193080"/>
              <a:gd name="connsiteX141" fmla="*/ 201096 w 3132962"/>
              <a:gd name="connsiteY141" fmla="*/ 2952338 h 4193080"/>
              <a:gd name="connsiteX142" fmla="*/ 209946 w 3132962"/>
              <a:gd name="connsiteY142" fmla="*/ 2884249 h 4193080"/>
              <a:gd name="connsiteX143" fmla="*/ 144852 w 3132962"/>
              <a:gd name="connsiteY143" fmla="*/ 2845776 h 4193080"/>
              <a:gd name="connsiteX144" fmla="*/ 118249 w 3132962"/>
              <a:gd name="connsiteY144" fmla="*/ 2839853 h 4193080"/>
              <a:gd name="connsiteX145" fmla="*/ 97563 w 3132962"/>
              <a:gd name="connsiteY145" fmla="*/ 2798392 h 4193080"/>
              <a:gd name="connsiteX146" fmla="*/ 82795 w 3132962"/>
              <a:gd name="connsiteY146" fmla="*/ 2742149 h 4193080"/>
              <a:gd name="connsiteX147" fmla="*/ 82795 w 3132962"/>
              <a:gd name="connsiteY147" fmla="*/ 2688842 h 4193080"/>
              <a:gd name="connsiteX148" fmla="*/ 165642 w 3132962"/>
              <a:gd name="connsiteY148" fmla="*/ 2620753 h 4193080"/>
              <a:gd name="connsiteX149" fmla="*/ 147889 w 3132962"/>
              <a:gd name="connsiteY149" fmla="*/ 2561523 h 4193080"/>
              <a:gd name="connsiteX150" fmla="*/ 97615 w 3132962"/>
              <a:gd name="connsiteY150" fmla="*/ 2546742 h 4193080"/>
              <a:gd name="connsiteX151" fmla="*/ 71012 w 3132962"/>
              <a:gd name="connsiteY151" fmla="*/ 2449038 h 4193080"/>
              <a:gd name="connsiteX152" fmla="*/ 59177 w 3132962"/>
              <a:gd name="connsiteY152" fmla="*/ 2372039 h 4193080"/>
              <a:gd name="connsiteX153" fmla="*/ 59177 w 3132962"/>
              <a:gd name="connsiteY153" fmla="*/ 2277271 h 4193080"/>
              <a:gd name="connsiteX154" fmla="*/ 29588 w 3132962"/>
              <a:gd name="connsiteY154" fmla="*/ 2223964 h 4193080"/>
              <a:gd name="connsiteX155" fmla="*/ 0 w 3132962"/>
              <a:gd name="connsiteY155" fmla="*/ 2197336 h 4193080"/>
              <a:gd name="connsiteX156" fmla="*/ 65094 w 3132962"/>
              <a:gd name="connsiteY156" fmla="*/ 2155875 h 4193080"/>
              <a:gd name="connsiteX157" fmla="*/ 106518 w 3132962"/>
              <a:gd name="connsiteY157" fmla="*/ 2173644 h 4193080"/>
              <a:gd name="connsiteX158" fmla="*/ 91750 w 3132962"/>
              <a:gd name="connsiteY158" fmla="*/ 2070017 h 4193080"/>
              <a:gd name="connsiteX159" fmla="*/ 97668 w 3132962"/>
              <a:gd name="connsiteY159" fmla="*/ 1972314 h 4193080"/>
              <a:gd name="connsiteX160" fmla="*/ 118353 w 3132962"/>
              <a:gd name="connsiteY160" fmla="*/ 1945686 h 4193080"/>
              <a:gd name="connsiteX161" fmla="*/ 29588 w 3132962"/>
              <a:gd name="connsiteY161" fmla="*/ 1853906 h 4193080"/>
              <a:gd name="connsiteX162" fmla="*/ 0 w 3132962"/>
              <a:gd name="connsiteY162" fmla="*/ 1794675 h 4193080"/>
              <a:gd name="connsiteX163" fmla="*/ 29588 w 3132962"/>
              <a:gd name="connsiteY163" fmla="*/ 1759137 h 4193080"/>
              <a:gd name="connsiteX164" fmla="*/ 76930 w 3132962"/>
              <a:gd name="connsiteY164" fmla="*/ 1747291 h 4193080"/>
              <a:gd name="connsiteX165" fmla="*/ 150874 w 3132962"/>
              <a:gd name="connsiteY165" fmla="*/ 1714741 h 4193080"/>
              <a:gd name="connsiteX166" fmla="*/ 272160 w 3132962"/>
              <a:gd name="connsiteY166" fmla="*/ 1729522 h 4193080"/>
              <a:gd name="connsiteX167" fmla="*/ 304681 w 3132962"/>
              <a:gd name="connsiteY167" fmla="*/ 1682138 h 4193080"/>
              <a:gd name="connsiteX168" fmla="*/ 281011 w 3132962"/>
              <a:gd name="connsiteY168" fmla="*/ 1640677 h 4193080"/>
              <a:gd name="connsiteX169" fmla="*/ 354956 w 3132962"/>
              <a:gd name="connsiteY169" fmla="*/ 1581447 h 4193080"/>
              <a:gd name="connsiteX170" fmla="*/ 417065 w 3132962"/>
              <a:gd name="connsiteY170" fmla="*/ 1545908 h 4193080"/>
              <a:gd name="connsiteX171" fmla="*/ 411147 w 3132962"/>
              <a:gd name="connsiteY171" fmla="*/ 1234976 h 4193080"/>
              <a:gd name="connsiteX172" fmla="*/ 440736 w 3132962"/>
              <a:gd name="connsiteY172" fmla="*/ 983274 h 4193080"/>
              <a:gd name="connsiteX173" fmla="*/ 461421 w 3132962"/>
              <a:gd name="connsiteY173" fmla="*/ 962570 h 4193080"/>
              <a:gd name="connsiteX174" fmla="*/ 443668 w 3132962"/>
              <a:gd name="connsiteY174" fmla="*/ 927031 h 4193080"/>
              <a:gd name="connsiteX175" fmla="*/ 393394 w 3132962"/>
              <a:gd name="connsiteY175" fmla="*/ 906327 h 4193080"/>
              <a:gd name="connsiteX176" fmla="*/ 399312 w 3132962"/>
              <a:gd name="connsiteY176" fmla="*/ 826393 h 4193080"/>
              <a:gd name="connsiteX177" fmla="*/ 502845 w 3132962"/>
              <a:gd name="connsiteY177" fmla="*/ 764227 h 4193080"/>
              <a:gd name="connsiteX178" fmla="*/ 644869 w 3132962"/>
              <a:gd name="connsiteY178" fmla="*/ 725754 h 4193080"/>
              <a:gd name="connsiteX179" fmla="*/ 769140 w 3132962"/>
              <a:gd name="connsiteY179" fmla="*/ 743523 h 4193080"/>
              <a:gd name="connsiteX180" fmla="*/ 780975 w 3132962"/>
              <a:gd name="connsiteY180" fmla="*/ 805688 h 4193080"/>
              <a:gd name="connsiteX181" fmla="*/ 807579 w 3132962"/>
              <a:gd name="connsiteY181" fmla="*/ 867854 h 4193080"/>
              <a:gd name="connsiteX182" fmla="*/ 840100 w 3132962"/>
              <a:gd name="connsiteY182" fmla="*/ 820469 h 4193080"/>
              <a:gd name="connsiteX183" fmla="*/ 822347 w 3132962"/>
              <a:gd name="connsiteY183" fmla="*/ 779008 h 4193080"/>
              <a:gd name="connsiteX184" fmla="*/ 872621 w 3132962"/>
              <a:gd name="connsiteY184" fmla="*/ 793790 h 4193080"/>
              <a:gd name="connsiteX185" fmla="*/ 893306 w 3132962"/>
              <a:gd name="connsiteY185" fmla="*/ 823405 h 4193080"/>
              <a:gd name="connsiteX186" fmla="*/ 896239 w 3132962"/>
              <a:gd name="connsiteY186" fmla="*/ 758252 h 4193080"/>
              <a:gd name="connsiteX187" fmla="*/ 881471 w 3132962"/>
              <a:gd name="connsiteY187" fmla="*/ 722713 h 4193080"/>
              <a:gd name="connsiteX188" fmla="*/ 922895 w 3132962"/>
              <a:gd name="connsiteY188" fmla="*/ 642779 h 4193080"/>
              <a:gd name="connsiteX189" fmla="*/ 1002757 w 3132962"/>
              <a:gd name="connsiteY189" fmla="*/ 633921 h 4193080"/>
              <a:gd name="connsiteX190" fmla="*/ 1097440 w 3132962"/>
              <a:gd name="connsiteY190" fmla="*/ 622074 h 4193080"/>
              <a:gd name="connsiteX191" fmla="*/ 1085605 w 3132962"/>
              <a:gd name="connsiteY191" fmla="*/ 586589 h 4193080"/>
              <a:gd name="connsiteX192" fmla="*/ 1041248 w 3132962"/>
              <a:gd name="connsiteY192" fmla="*/ 571755 h 4193080"/>
              <a:gd name="connsiteX193" fmla="*/ 1023495 w 3132962"/>
              <a:gd name="connsiteY193" fmla="*/ 468128 h 4193080"/>
              <a:gd name="connsiteX194" fmla="*/ 1011660 w 3132962"/>
              <a:gd name="connsiteY194" fmla="*/ 379283 h 4193080"/>
              <a:gd name="connsiteX195" fmla="*/ 976154 w 3132962"/>
              <a:gd name="connsiteY195" fmla="*/ 379283 h 4193080"/>
              <a:gd name="connsiteX196" fmla="*/ 964319 w 3132962"/>
              <a:gd name="connsiteY196" fmla="*/ 331899 h 4193080"/>
              <a:gd name="connsiteX197" fmla="*/ 1017578 w 3132962"/>
              <a:gd name="connsiteY197" fmla="*/ 331899 h 4193080"/>
              <a:gd name="connsiteX198" fmla="*/ 1038263 w 3132962"/>
              <a:gd name="connsiteY198" fmla="*/ 251964 h 4193080"/>
              <a:gd name="connsiteX199" fmla="*/ 1017578 w 3132962"/>
              <a:gd name="connsiteY199" fmla="*/ 172030 h 4193080"/>
              <a:gd name="connsiteX200" fmla="*/ 958401 w 3132962"/>
              <a:gd name="connsiteY200" fmla="*/ 86172 h 419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</a:cxnLst>
            <a:rect l="l" t="t" r="r" b="b"/>
            <a:pathLst>
              <a:path w="3132962" h="4193080">
                <a:moveTo>
                  <a:pt x="958401" y="0"/>
                </a:moveTo>
                <a:lnTo>
                  <a:pt x="1286805" y="56242"/>
                </a:lnTo>
                <a:lnTo>
                  <a:pt x="1397461" y="64000"/>
                </a:lnTo>
                <a:lnTo>
                  <a:pt x="1431814" y="162804"/>
                </a:lnTo>
                <a:cubicBezTo>
                  <a:pt x="1431814" y="162804"/>
                  <a:pt x="1431814" y="204266"/>
                  <a:pt x="1422964" y="210189"/>
                </a:cubicBezTo>
                <a:cubicBezTo>
                  <a:pt x="1414114" y="216112"/>
                  <a:pt x="1384525" y="245727"/>
                  <a:pt x="1384525" y="245727"/>
                </a:cubicBezTo>
                <a:lnTo>
                  <a:pt x="1446635" y="313815"/>
                </a:lnTo>
                <a:cubicBezTo>
                  <a:pt x="1446635" y="313815"/>
                  <a:pt x="1502827" y="328597"/>
                  <a:pt x="1511729" y="328597"/>
                </a:cubicBezTo>
                <a:cubicBezTo>
                  <a:pt x="1520632" y="328597"/>
                  <a:pt x="1567921" y="298982"/>
                  <a:pt x="1566455" y="304905"/>
                </a:cubicBezTo>
                <a:cubicBezTo>
                  <a:pt x="1564988" y="310828"/>
                  <a:pt x="1609345" y="361147"/>
                  <a:pt x="1609345" y="361147"/>
                </a:cubicBezTo>
                <a:lnTo>
                  <a:pt x="1671454" y="375928"/>
                </a:lnTo>
                <a:lnTo>
                  <a:pt x="1715810" y="358159"/>
                </a:lnTo>
                <a:lnTo>
                  <a:pt x="1766084" y="367018"/>
                </a:lnTo>
                <a:lnTo>
                  <a:pt x="1754249" y="452875"/>
                </a:lnTo>
                <a:cubicBezTo>
                  <a:pt x="1754249" y="452875"/>
                  <a:pt x="1724661" y="491349"/>
                  <a:pt x="1715810" y="497272"/>
                </a:cubicBezTo>
                <a:cubicBezTo>
                  <a:pt x="1706960" y="503195"/>
                  <a:pt x="1677372" y="553514"/>
                  <a:pt x="1677372" y="553514"/>
                </a:cubicBezTo>
                <a:cubicBezTo>
                  <a:pt x="1677372" y="553514"/>
                  <a:pt x="1748384" y="586065"/>
                  <a:pt x="1774987" y="583129"/>
                </a:cubicBezTo>
                <a:cubicBezTo>
                  <a:pt x="1801590" y="580194"/>
                  <a:pt x="1854849" y="603834"/>
                  <a:pt x="1854849" y="603834"/>
                </a:cubicBezTo>
                <a:lnTo>
                  <a:pt x="1899206" y="600898"/>
                </a:lnTo>
                <a:lnTo>
                  <a:pt x="1928794" y="541668"/>
                </a:lnTo>
                <a:lnTo>
                  <a:pt x="2023477" y="473580"/>
                </a:lnTo>
                <a:lnTo>
                  <a:pt x="2097422" y="473580"/>
                </a:lnTo>
                <a:lnTo>
                  <a:pt x="2257199" y="361042"/>
                </a:lnTo>
                <a:lnTo>
                  <a:pt x="2307473" y="287031"/>
                </a:lnTo>
                <a:lnTo>
                  <a:pt x="2411006" y="307735"/>
                </a:lnTo>
                <a:lnTo>
                  <a:pt x="2473115" y="310670"/>
                </a:lnTo>
                <a:lnTo>
                  <a:pt x="2481965" y="349144"/>
                </a:lnTo>
                <a:lnTo>
                  <a:pt x="2529307" y="343221"/>
                </a:lnTo>
                <a:lnTo>
                  <a:pt x="2532239" y="224760"/>
                </a:lnTo>
                <a:lnTo>
                  <a:pt x="2597334" y="186287"/>
                </a:lnTo>
                <a:lnTo>
                  <a:pt x="2647608" y="201068"/>
                </a:lnTo>
                <a:cubicBezTo>
                  <a:pt x="2647608" y="201068"/>
                  <a:pt x="2656458" y="281003"/>
                  <a:pt x="2659443" y="289914"/>
                </a:cubicBezTo>
                <a:cubicBezTo>
                  <a:pt x="2662428" y="298824"/>
                  <a:pt x="2694949" y="358002"/>
                  <a:pt x="2686047" y="363925"/>
                </a:cubicBezTo>
                <a:cubicBezTo>
                  <a:pt x="2677196" y="369848"/>
                  <a:pt x="2609117" y="378706"/>
                  <a:pt x="2609117" y="378706"/>
                </a:cubicBezTo>
                <a:lnTo>
                  <a:pt x="2552925" y="402399"/>
                </a:lnTo>
                <a:lnTo>
                  <a:pt x="2620952" y="470487"/>
                </a:lnTo>
                <a:lnTo>
                  <a:pt x="2727470" y="491191"/>
                </a:lnTo>
                <a:cubicBezTo>
                  <a:pt x="2727470" y="491191"/>
                  <a:pt x="2771827" y="520807"/>
                  <a:pt x="2759991" y="529665"/>
                </a:cubicBezTo>
                <a:cubicBezTo>
                  <a:pt x="2748156" y="538523"/>
                  <a:pt x="2712650" y="562215"/>
                  <a:pt x="2712650" y="562215"/>
                </a:cubicBezTo>
                <a:lnTo>
                  <a:pt x="2742238" y="588843"/>
                </a:lnTo>
                <a:lnTo>
                  <a:pt x="2777744" y="603624"/>
                </a:lnTo>
                <a:lnTo>
                  <a:pt x="2817859" y="645085"/>
                </a:lnTo>
                <a:lnTo>
                  <a:pt x="2869494" y="612535"/>
                </a:lnTo>
                <a:lnTo>
                  <a:pt x="2884262" y="585907"/>
                </a:lnTo>
                <a:lnTo>
                  <a:pt x="2884420" y="586379"/>
                </a:lnTo>
                <a:lnTo>
                  <a:pt x="2925843" y="660338"/>
                </a:lnTo>
                <a:lnTo>
                  <a:pt x="2996855" y="689953"/>
                </a:lnTo>
                <a:lnTo>
                  <a:pt x="2967267" y="755107"/>
                </a:lnTo>
                <a:lnTo>
                  <a:pt x="2884420" y="737338"/>
                </a:lnTo>
                <a:lnTo>
                  <a:pt x="2925843" y="956489"/>
                </a:lnTo>
                <a:lnTo>
                  <a:pt x="2908090" y="1086796"/>
                </a:lnTo>
                <a:lnTo>
                  <a:pt x="2831160" y="1134180"/>
                </a:lnTo>
                <a:cubicBezTo>
                  <a:pt x="2831160" y="1134180"/>
                  <a:pt x="2801572" y="1228948"/>
                  <a:pt x="2831160" y="1234871"/>
                </a:cubicBezTo>
                <a:cubicBezTo>
                  <a:pt x="2860749" y="1240794"/>
                  <a:pt x="2943596" y="1288178"/>
                  <a:pt x="2943596" y="1288178"/>
                </a:cubicBezTo>
                <a:lnTo>
                  <a:pt x="2985020" y="1394793"/>
                </a:lnTo>
                <a:lnTo>
                  <a:pt x="2961349" y="1457116"/>
                </a:lnTo>
                <a:cubicBezTo>
                  <a:pt x="2961349" y="1457116"/>
                  <a:pt x="2967267" y="1554662"/>
                  <a:pt x="2985020" y="1560585"/>
                </a:cubicBezTo>
                <a:cubicBezTo>
                  <a:pt x="3002773" y="1566508"/>
                  <a:pt x="3038279" y="1619815"/>
                  <a:pt x="3038279" y="1619815"/>
                </a:cubicBezTo>
                <a:lnTo>
                  <a:pt x="3020526" y="1708661"/>
                </a:lnTo>
                <a:lnTo>
                  <a:pt x="2990937" y="1815275"/>
                </a:lnTo>
                <a:lnTo>
                  <a:pt x="3044196" y="1921889"/>
                </a:lnTo>
                <a:lnTo>
                  <a:pt x="3091538" y="1991655"/>
                </a:lnTo>
                <a:lnTo>
                  <a:pt x="3132962" y="2063989"/>
                </a:lnTo>
                <a:lnTo>
                  <a:pt x="3115208" y="2235757"/>
                </a:lnTo>
                <a:lnTo>
                  <a:pt x="3077713" y="2263380"/>
                </a:lnTo>
                <a:lnTo>
                  <a:pt x="3063887" y="2312756"/>
                </a:lnTo>
                <a:lnTo>
                  <a:pt x="2996803" y="2312756"/>
                </a:lnTo>
                <a:cubicBezTo>
                  <a:pt x="2996803" y="2312756"/>
                  <a:pt x="2984967" y="2235757"/>
                  <a:pt x="2979050" y="2232822"/>
                </a:cubicBezTo>
                <a:cubicBezTo>
                  <a:pt x="2973132" y="2229887"/>
                  <a:pt x="2913955" y="2219980"/>
                  <a:pt x="2904110" y="2216049"/>
                </a:cubicBezTo>
                <a:cubicBezTo>
                  <a:pt x="2894265" y="2212117"/>
                  <a:pt x="2884367" y="2178519"/>
                  <a:pt x="2874522" y="2184442"/>
                </a:cubicBezTo>
                <a:cubicBezTo>
                  <a:pt x="2864676" y="2190365"/>
                  <a:pt x="2874522" y="2241680"/>
                  <a:pt x="2874522" y="2241680"/>
                </a:cubicBezTo>
                <a:lnTo>
                  <a:pt x="2902120" y="2283141"/>
                </a:lnTo>
                <a:lnTo>
                  <a:pt x="2870123" y="2316688"/>
                </a:lnTo>
                <a:cubicBezTo>
                  <a:pt x="2870123" y="2316688"/>
                  <a:pt x="2789684" y="2366064"/>
                  <a:pt x="2783767" y="2368003"/>
                </a:cubicBezTo>
                <a:cubicBezTo>
                  <a:pt x="2777849" y="2369995"/>
                  <a:pt x="2687094" y="2385772"/>
                  <a:pt x="2679239" y="2383780"/>
                </a:cubicBezTo>
                <a:cubicBezTo>
                  <a:pt x="2671383" y="2381788"/>
                  <a:pt x="2608227" y="2375865"/>
                  <a:pt x="2602309" y="2383780"/>
                </a:cubicBezTo>
                <a:cubicBezTo>
                  <a:pt x="2596391" y="2391695"/>
                  <a:pt x="2527369" y="2486463"/>
                  <a:pt x="2519461" y="2492386"/>
                </a:cubicBezTo>
                <a:cubicBezTo>
                  <a:pt x="2511554" y="2498309"/>
                  <a:pt x="2432686" y="2559531"/>
                  <a:pt x="2424779" y="2559531"/>
                </a:cubicBezTo>
                <a:cubicBezTo>
                  <a:pt x="2416871" y="2559531"/>
                  <a:pt x="2280817" y="2549677"/>
                  <a:pt x="2280817" y="2549677"/>
                </a:cubicBezTo>
                <a:cubicBezTo>
                  <a:pt x="2280817" y="2549677"/>
                  <a:pt x="2231486" y="2598319"/>
                  <a:pt x="2231486" y="2610532"/>
                </a:cubicBezTo>
                <a:cubicBezTo>
                  <a:pt x="2231486" y="2622745"/>
                  <a:pt x="2188072" y="2648377"/>
                  <a:pt x="2188072" y="2648377"/>
                </a:cubicBezTo>
                <a:cubicBezTo>
                  <a:pt x="2188072" y="2648377"/>
                  <a:pt x="2142721" y="2597061"/>
                  <a:pt x="2138741" y="2599001"/>
                </a:cubicBezTo>
                <a:cubicBezTo>
                  <a:pt x="2134813" y="2600993"/>
                  <a:pt x="2146648" y="2687846"/>
                  <a:pt x="2146648" y="2687846"/>
                </a:cubicBezTo>
                <a:cubicBezTo>
                  <a:pt x="2146648" y="2687846"/>
                  <a:pt x="2190062" y="2762853"/>
                  <a:pt x="2199907" y="2766837"/>
                </a:cubicBezTo>
                <a:cubicBezTo>
                  <a:pt x="2209753" y="2770768"/>
                  <a:pt x="2280765" y="2822136"/>
                  <a:pt x="2280765" y="2822136"/>
                </a:cubicBezTo>
                <a:lnTo>
                  <a:pt x="2243269" y="2871512"/>
                </a:lnTo>
                <a:cubicBezTo>
                  <a:pt x="2243269" y="2871512"/>
                  <a:pt x="2213680" y="2922827"/>
                  <a:pt x="2221588" y="2936665"/>
                </a:cubicBezTo>
                <a:cubicBezTo>
                  <a:pt x="2229496" y="2950503"/>
                  <a:pt x="2300508" y="3021580"/>
                  <a:pt x="2306425" y="3025511"/>
                </a:cubicBezTo>
                <a:cubicBezTo>
                  <a:pt x="2312343" y="3029442"/>
                  <a:pt x="2733440" y="3417373"/>
                  <a:pt x="2733440" y="3417373"/>
                </a:cubicBezTo>
                <a:lnTo>
                  <a:pt x="2715687" y="3544692"/>
                </a:lnTo>
                <a:lnTo>
                  <a:pt x="2671331" y="3547628"/>
                </a:lnTo>
                <a:lnTo>
                  <a:pt x="2621057" y="3507162"/>
                </a:lnTo>
                <a:lnTo>
                  <a:pt x="2570783" y="3642396"/>
                </a:lnTo>
                <a:lnTo>
                  <a:pt x="2532344" y="3680869"/>
                </a:lnTo>
                <a:lnTo>
                  <a:pt x="2419909" y="3725266"/>
                </a:lnTo>
                <a:lnTo>
                  <a:pt x="2369635" y="3748958"/>
                </a:lnTo>
                <a:lnTo>
                  <a:pt x="2405141" y="3843726"/>
                </a:lnTo>
                <a:lnTo>
                  <a:pt x="2437661" y="3911815"/>
                </a:lnTo>
                <a:lnTo>
                  <a:pt x="2369635" y="3991749"/>
                </a:lnTo>
                <a:lnTo>
                  <a:pt x="2254266" y="4000608"/>
                </a:lnTo>
                <a:cubicBezTo>
                  <a:pt x="2254266" y="4000608"/>
                  <a:pt x="2209910" y="3944365"/>
                  <a:pt x="2174404" y="3941377"/>
                </a:cubicBezTo>
                <a:lnTo>
                  <a:pt x="2171471" y="4030223"/>
                </a:lnTo>
                <a:lnTo>
                  <a:pt x="1991008" y="4030223"/>
                </a:lnTo>
                <a:lnTo>
                  <a:pt x="1922981" y="4077607"/>
                </a:lnTo>
                <a:lnTo>
                  <a:pt x="1869722" y="4130914"/>
                </a:lnTo>
                <a:lnTo>
                  <a:pt x="1745451" y="4130914"/>
                </a:lnTo>
                <a:lnTo>
                  <a:pt x="1727698" y="4053915"/>
                </a:lnTo>
                <a:lnTo>
                  <a:pt x="1633015" y="4059838"/>
                </a:lnTo>
                <a:lnTo>
                  <a:pt x="1609345" y="4030223"/>
                </a:lnTo>
                <a:lnTo>
                  <a:pt x="1559071" y="4030223"/>
                </a:lnTo>
                <a:lnTo>
                  <a:pt x="1570906" y="4080542"/>
                </a:lnTo>
                <a:lnTo>
                  <a:pt x="1541318" y="4151618"/>
                </a:lnTo>
                <a:lnTo>
                  <a:pt x="1467373" y="4193080"/>
                </a:lnTo>
                <a:lnTo>
                  <a:pt x="1461455" y="4133849"/>
                </a:lnTo>
                <a:lnTo>
                  <a:pt x="1414114" y="4124991"/>
                </a:lnTo>
                <a:lnTo>
                  <a:pt x="1408196" y="4053915"/>
                </a:lnTo>
                <a:lnTo>
                  <a:pt x="1292828" y="4053915"/>
                </a:lnTo>
                <a:lnTo>
                  <a:pt x="1275075" y="4101299"/>
                </a:lnTo>
                <a:lnTo>
                  <a:pt x="1209980" y="4058370"/>
                </a:lnTo>
                <a:lnTo>
                  <a:pt x="1165624" y="4005063"/>
                </a:lnTo>
                <a:lnTo>
                  <a:pt x="1019149" y="4005063"/>
                </a:lnTo>
                <a:lnTo>
                  <a:pt x="965890" y="3969525"/>
                </a:lnTo>
                <a:lnTo>
                  <a:pt x="939286" y="4005063"/>
                </a:lnTo>
                <a:lnTo>
                  <a:pt x="859424" y="4027288"/>
                </a:lnTo>
                <a:lnTo>
                  <a:pt x="837219" y="4053915"/>
                </a:lnTo>
                <a:lnTo>
                  <a:pt x="584278" y="4058370"/>
                </a:lnTo>
                <a:lnTo>
                  <a:pt x="584278" y="3769662"/>
                </a:lnTo>
                <a:lnTo>
                  <a:pt x="602031" y="3658592"/>
                </a:lnTo>
                <a:lnTo>
                  <a:pt x="650839" y="3507058"/>
                </a:lnTo>
                <a:lnTo>
                  <a:pt x="810616" y="3315319"/>
                </a:lnTo>
                <a:lnTo>
                  <a:pt x="650839" y="3272129"/>
                </a:lnTo>
                <a:lnTo>
                  <a:pt x="539870" y="3227732"/>
                </a:lnTo>
                <a:lnTo>
                  <a:pt x="446653" y="3227732"/>
                </a:lnTo>
                <a:lnTo>
                  <a:pt x="446653" y="3258815"/>
                </a:lnTo>
                <a:lnTo>
                  <a:pt x="371190" y="3245501"/>
                </a:lnTo>
                <a:cubicBezTo>
                  <a:pt x="371190" y="3245501"/>
                  <a:pt x="393185" y="3198170"/>
                  <a:pt x="371190" y="3201105"/>
                </a:cubicBezTo>
                <a:cubicBezTo>
                  <a:pt x="304629" y="3209963"/>
                  <a:pt x="291327" y="3232188"/>
                  <a:pt x="291327" y="3232188"/>
                </a:cubicBezTo>
                <a:cubicBezTo>
                  <a:pt x="291327" y="3232188"/>
                  <a:pt x="255821" y="3174425"/>
                  <a:pt x="251370" y="3161111"/>
                </a:cubicBezTo>
                <a:cubicBezTo>
                  <a:pt x="246919" y="3147797"/>
                  <a:pt x="242520" y="3090035"/>
                  <a:pt x="229166" y="3090035"/>
                </a:cubicBezTo>
                <a:cubicBezTo>
                  <a:pt x="215812" y="3090035"/>
                  <a:pt x="180358" y="3067811"/>
                  <a:pt x="167056" y="3067811"/>
                </a:cubicBezTo>
                <a:cubicBezTo>
                  <a:pt x="153755" y="3067811"/>
                  <a:pt x="167056" y="3032272"/>
                  <a:pt x="167056" y="3032272"/>
                </a:cubicBezTo>
                <a:lnTo>
                  <a:pt x="201096" y="2952338"/>
                </a:lnTo>
                <a:lnTo>
                  <a:pt x="209946" y="2884249"/>
                </a:lnTo>
                <a:lnTo>
                  <a:pt x="144852" y="2845776"/>
                </a:lnTo>
                <a:cubicBezTo>
                  <a:pt x="144852" y="2845776"/>
                  <a:pt x="118249" y="2848711"/>
                  <a:pt x="118249" y="2839853"/>
                </a:cubicBezTo>
                <a:cubicBezTo>
                  <a:pt x="118249" y="2830994"/>
                  <a:pt x="97563" y="2798392"/>
                  <a:pt x="97563" y="2798392"/>
                </a:cubicBezTo>
                <a:lnTo>
                  <a:pt x="82795" y="2742149"/>
                </a:lnTo>
                <a:lnTo>
                  <a:pt x="82795" y="2688842"/>
                </a:lnTo>
                <a:lnTo>
                  <a:pt x="165642" y="2620753"/>
                </a:lnTo>
                <a:lnTo>
                  <a:pt x="147889" y="2561523"/>
                </a:lnTo>
                <a:lnTo>
                  <a:pt x="97615" y="2546742"/>
                </a:lnTo>
                <a:lnTo>
                  <a:pt x="71012" y="2449038"/>
                </a:lnTo>
                <a:cubicBezTo>
                  <a:pt x="71012" y="2449038"/>
                  <a:pt x="71012" y="2377962"/>
                  <a:pt x="59177" y="2372039"/>
                </a:cubicBezTo>
                <a:cubicBezTo>
                  <a:pt x="47341" y="2366116"/>
                  <a:pt x="59177" y="2277271"/>
                  <a:pt x="59177" y="2277271"/>
                </a:cubicBezTo>
                <a:lnTo>
                  <a:pt x="29588" y="2223964"/>
                </a:lnTo>
                <a:lnTo>
                  <a:pt x="0" y="2197336"/>
                </a:lnTo>
                <a:lnTo>
                  <a:pt x="65094" y="2155875"/>
                </a:lnTo>
                <a:lnTo>
                  <a:pt x="106518" y="2173644"/>
                </a:lnTo>
                <a:cubicBezTo>
                  <a:pt x="106518" y="2173644"/>
                  <a:pt x="91750" y="2081863"/>
                  <a:pt x="91750" y="2070017"/>
                </a:cubicBezTo>
                <a:cubicBezTo>
                  <a:pt x="91750" y="2058171"/>
                  <a:pt x="97668" y="1972314"/>
                  <a:pt x="97668" y="1972314"/>
                </a:cubicBezTo>
                <a:lnTo>
                  <a:pt x="118353" y="1945686"/>
                </a:lnTo>
                <a:lnTo>
                  <a:pt x="29588" y="1853906"/>
                </a:lnTo>
                <a:lnTo>
                  <a:pt x="0" y="1794675"/>
                </a:lnTo>
                <a:lnTo>
                  <a:pt x="29588" y="1759137"/>
                </a:lnTo>
                <a:lnTo>
                  <a:pt x="76930" y="1747291"/>
                </a:lnTo>
                <a:lnTo>
                  <a:pt x="150874" y="1714741"/>
                </a:lnTo>
                <a:lnTo>
                  <a:pt x="272160" y="1729522"/>
                </a:lnTo>
                <a:lnTo>
                  <a:pt x="304681" y="1682138"/>
                </a:lnTo>
                <a:lnTo>
                  <a:pt x="281011" y="1640677"/>
                </a:lnTo>
                <a:lnTo>
                  <a:pt x="354956" y="1581447"/>
                </a:lnTo>
                <a:cubicBezTo>
                  <a:pt x="354956" y="1581447"/>
                  <a:pt x="422983" y="1554819"/>
                  <a:pt x="417065" y="1545908"/>
                </a:cubicBezTo>
                <a:cubicBezTo>
                  <a:pt x="411147" y="1536998"/>
                  <a:pt x="411147" y="1234976"/>
                  <a:pt x="411147" y="1234976"/>
                </a:cubicBezTo>
                <a:lnTo>
                  <a:pt x="440736" y="983274"/>
                </a:lnTo>
                <a:lnTo>
                  <a:pt x="461421" y="962570"/>
                </a:lnTo>
                <a:lnTo>
                  <a:pt x="443668" y="927031"/>
                </a:lnTo>
                <a:lnTo>
                  <a:pt x="393394" y="906327"/>
                </a:lnTo>
                <a:cubicBezTo>
                  <a:pt x="393394" y="906327"/>
                  <a:pt x="390462" y="829328"/>
                  <a:pt x="399312" y="826393"/>
                </a:cubicBezTo>
                <a:cubicBezTo>
                  <a:pt x="408162" y="823457"/>
                  <a:pt x="502845" y="764227"/>
                  <a:pt x="502845" y="764227"/>
                </a:cubicBezTo>
                <a:cubicBezTo>
                  <a:pt x="502845" y="764227"/>
                  <a:pt x="630049" y="725754"/>
                  <a:pt x="644869" y="725754"/>
                </a:cubicBezTo>
                <a:cubicBezTo>
                  <a:pt x="659689" y="725754"/>
                  <a:pt x="772073" y="728689"/>
                  <a:pt x="769140" y="743523"/>
                </a:cubicBezTo>
                <a:cubicBezTo>
                  <a:pt x="766207" y="758304"/>
                  <a:pt x="780975" y="805688"/>
                  <a:pt x="780975" y="805688"/>
                </a:cubicBezTo>
                <a:lnTo>
                  <a:pt x="807579" y="867854"/>
                </a:lnTo>
                <a:lnTo>
                  <a:pt x="840100" y="820469"/>
                </a:lnTo>
                <a:lnTo>
                  <a:pt x="822347" y="779008"/>
                </a:lnTo>
                <a:lnTo>
                  <a:pt x="872621" y="793790"/>
                </a:lnTo>
                <a:lnTo>
                  <a:pt x="893306" y="823405"/>
                </a:lnTo>
                <a:cubicBezTo>
                  <a:pt x="922895" y="808623"/>
                  <a:pt x="896239" y="758252"/>
                  <a:pt x="896239" y="758252"/>
                </a:cubicBezTo>
                <a:cubicBezTo>
                  <a:pt x="896239" y="758252"/>
                  <a:pt x="872568" y="728636"/>
                  <a:pt x="881471" y="722713"/>
                </a:cubicBezTo>
                <a:cubicBezTo>
                  <a:pt x="890374" y="716790"/>
                  <a:pt x="922895" y="642779"/>
                  <a:pt x="922895" y="642779"/>
                </a:cubicBezTo>
                <a:cubicBezTo>
                  <a:pt x="922895" y="642779"/>
                  <a:pt x="993907" y="633921"/>
                  <a:pt x="1002757" y="633921"/>
                </a:cubicBezTo>
                <a:cubicBezTo>
                  <a:pt x="1011608" y="633921"/>
                  <a:pt x="1097440" y="622074"/>
                  <a:pt x="1097440" y="622074"/>
                </a:cubicBezTo>
                <a:cubicBezTo>
                  <a:pt x="1097440" y="622074"/>
                  <a:pt x="1094507" y="589577"/>
                  <a:pt x="1085605" y="586589"/>
                </a:cubicBezTo>
                <a:cubicBezTo>
                  <a:pt x="1076754" y="583601"/>
                  <a:pt x="1048161" y="577259"/>
                  <a:pt x="1041248" y="571755"/>
                </a:cubicBezTo>
                <a:cubicBezTo>
                  <a:pt x="1011660" y="548063"/>
                  <a:pt x="1023495" y="468128"/>
                  <a:pt x="1023495" y="468128"/>
                </a:cubicBezTo>
                <a:lnTo>
                  <a:pt x="1011660" y="379283"/>
                </a:lnTo>
                <a:lnTo>
                  <a:pt x="976154" y="379283"/>
                </a:lnTo>
                <a:lnTo>
                  <a:pt x="964319" y="331899"/>
                </a:lnTo>
                <a:lnTo>
                  <a:pt x="1017578" y="331899"/>
                </a:lnTo>
                <a:cubicBezTo>
                  <a:pt x="1017578" y="331899"/>
                  <a:pt x="1041248" y="260823"/>
                  <a:pt x="1038263" y="251964"/>
                </a:cubicBezTo>
                <a:cubicBezTo>
                  <a:pt x="1035278" y="243106"/>
                  <a:pt x="1026428" y="180888"/>
                  <a:pt x="1017578" y="172030"/>
                </a:cubicBezTo>
                <a:cubicBezTo>
                  <a:pt x="1008727" y="163171"/>
                  <a:pt x="958401" y="86172"/>
                  <a:pt x="958401" y="86172"/>
                </a:cubicBezTo>
                <a:close/>
              </a:path>
            </a:pathLst>
          </a:custGeom>
          <a:solidFill>
            <a:schemeClr val="accent1">
              <a:lumMod val="10000"/>
              <a:lumOff val="90000"/>
              <a:alpha val="50000"/>
            </a:schemeClr>
          </a:solidFill>
          <a:ln w="31750"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 algn="l">
              <a:buNone/>
              <a:defRPr lang="en-US" sz="1400" smtClean="0">
                <a:solidFill>
                  <a:schemeClr val="bg2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FAA86109-1518-DA62-233B-C3E50EC36E1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74491" y="3858437"/>
            <a:ext cx="323153" cy="524912"/>
          </a:xfrm>
          <a:custGeom>
            <a:avLst/>
            <a:gdLst>
              <a:gd name="connsiteX0" fmla="*/ 199373 w 398745"/>
              <a:gd name="connsiteY0" fmla="*/ 114300 h 647700"/>
              <a:gd name="connsiteX1" fmla="*/ 113648 w 398745"/>
              <a:gd name="connsiteY1" fmla="*/ 200025 h 647700"/>
              <a:gd name="connsiteX2" fmla="*/ 199373 w 398745"/>
              <a:gd name="connsiteY2" fmla="*/ 285750 h 647700"/>
              <a:gd name="connsiteX3" fmla="*/ 285098 w 398745"/>
              <a:gd name="connsiteY3" fmla="*/ 200025 h 647700"/>
              <a:gd name="connsiteX4" fmla="*/ 199373 w 398745"/>
              <a:gd name="connsiteY4" fmla="*/ 114300 h 647700"/>
              <a:gd name="connsiteX5" fmla="*/ 199373 w 398745"/>
              <a:gd name="connsiteY5" fmla="*/ 0 h 647700"/>
              <a:gd name="connsiteX6" fmla="*/ 364155 w 398745"/>
              <a:gd name="connsiteY6" fmla="*/ 87630 h 647700"/>
              <a:gd name="connsiteX7" fmla="*/ 385110 w 398745"/>
              <a:gd name="connsiteY7" fmla="*/ 273368 h 647700"/>
              <a:gd name="connsiteX8" fmla="*/ 294623 w 398745"/>
              <a:gd name="connsiteY8" fmla="*/ 473393 h 647700"/>
              <a:gd name="connsiteX9" fmla="*/ 216518 w 398745"/>
              <a:gd name="connsiteY9" fmla="*/ 637223 h 647700"/>
              <a:gd name="connsiteX10" fmla="*/ 199373 w 398745"/>
              <a:gd name="connsiteY10" fmla="*/ 647700 h 647700"/>
              <a:gd name="connsiteX11" fmla="*/ 182228 w 398745"/>
              <a:gd name="connsiteY11" fmla="*/ 637223 h 647700"/>
              <a:gd name="connsiteX12" fmla="*/ 104123 w 398745"/>
              <a:gd name="connsiteY12" fmla="*/ 473393 h 647700"/>
              <a:gd name="connsiteX13" fmla="*/ 13635 w 398745"/>
              <a:gd name="connsiteY13" fmla="*/ 273368 h 647700"/>
              <a:gd name="connsiteX14" fmla="*/ 34590 w 398745"/>
              <a:gd name="connsiteY14" fmla="*/ 87630 h 647700"/>
              <a:gd name="connsiteX15" fmla="*/ 199373 w 398745"/>
              <a:gd name="connsiteY15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8745" h="647700">
                <a:moveTo>
                  <a:pt x="199373" y="114300"/>
                </a:moveTo>
                <a:cubicBezTo>
                  <a:pt x="151748" y="114300"/>
                  <a:pt x="113648" y="152400"/>
                  <a:pt x="113648" y="200025"/>
                </a:cubicBezTo>
                <a:cubicBezTo>
                  <a:pt x="113648" y="247650"/>
                  <a:pt x="151748" y="285750"/>
                  <a:pt x="199373" y="285750"/>
                </a:cubicBezTo>
                <a:cubicBezTo>
                  <a:pt x="246998" y="285750"/>
                  <a:pt x="285098" y="247650"/>
                  <a:pt x="285098" y="200025"/>
                </a:cubicBezTo>
                <a:cubicBezTo>
                  <a:pt x="285098" y="152400"/>
                  <a:pt x="246998" y="114300"/>
                  <a:pt x="199373" y="114300"/>
                </a:cubicBezTo>
                <a:close/>
                <a:moveTo>
                  <a:pt x="199373" y="0"/>
                </a:moveTo>
                <a:cubicBezTo>
                  <a:pt x="265095" y="0"/>
                  <a:pt x="327008" y="32385"/>
                  <a:pt x="364155" y="87630"/>
                </a:cubicBezTo>
                <a:cubicBezTo>
                  <a:pt x="401303" y="141923"/>
                  <a:pt x="408923" y="211455"/>
                  <a:pt x="385110" y="273368"/>
                </a:cubicBezTo>
                <a:lnTo>
                  <a:pt x="294623" y="473393"/>
                </a:lnTo>
                <a:lnTo>
                  <a:pt x="216518" y="637223"/>
                </a:lnTo>
                <a:cubicBezTo>
                  <a:pt x="213660" y="643890"/>
                  <a:pt x="206993" y="647700"/>
                  <a:pt x="199373" y="647700"/>
                </a:cubicBezTo>
                <a:cubicBezTo>
                  <a:pt x="191753" y="647700"/>
                  <a:pt x="185085" y="643890"/>
                  <a:pt x="182228" y="637223"/>
                </a:cubicBezTo>
                <a:lnTo>
                  <a:pt x="104123" y="473393"/>
                </a:lnTo>
                <a:lnTo>
                  <a:pt x="13635" y="273368"/>
                </a:lnTo>
                <a:cubicBezTo>
                  <a:pt x="-10177" y="211455"/>
                  <a:pt x="-2557" y="141923"/>
                  <a:pt x="34590" y="87630"/>
                </a:cubicBezTo>
                <a:cubicBezTo>
                  <a:pt x="71738" y="32385"/>
                  <a:pt x="133650" y="0"/>
                  <a:pt x="1993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 algn="ctr">
              <a:buNone/>
              <a:defRPr lang="en-US" sz="100" smtClean="0">
                <a:solidFill>
                  <a:schemeClr val="bg2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75" name="Text Placeholder 37">
            <a:extLst>
              <a:ext uri="{FF2B5EF4-FFF2-40B4-BE49-F238E27FC236}">
                <a16:creationId xmlns:a16="http://schemas.microsoft.com/office/drawing/2014/main" id="{01DC16EA-806D-A16D-69E4-8733E2FB20D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857371" y="2537637"/>
            <a:ext cx="323153" cy="524912"/>
          </a:xfrm>
          <a:custGeom>
            <a:avLst/>
            <a:gdLst>
              <a:gd name="connsiteX0" fmla="*/ 199373 w 398745"/>
              <a:gd name="connsiteY0" fmla="*/ 114300 h 647700"/>
              <a:gd name="connsiteX1" fmla="*/ 113648 w 398745"/>
              <a:gd name="connsiteY1" fmla="*/ 200025 h 647700"/>
              <a:gd name="connsiteX2" fmla="*/ 199373 w 398745"/>
              <a:gd name="connsiteY2" fmla="*/ 285750 h 647700"/>
              <a:gd name="connsiteX3" fmla="*/ 285098 w 398745"/>
              <a:gd name="connsiteY3" fmla="*/ 200025 h 647700"/>
              <a:gd name="connsiteX4" fmla="*/ 199373 w 398745"/>
              <a:gd name="connsiteY4" fmla="*/ 114300 h 647700"/>
              <a:gd name="connsiteX5" fmla="*/ 199373 w 398745"/>
              <a:gd name="connsiteY5" fmla="*/ 0 h 647700"/>
              <a:gd name="connsiteX6" fmla="*/ 364155 w 398745"/>
              <a:gd name="connsiteY6" fmla="*/ 87630 h 647700"/>
              <a:gd name="connsiteX7" fmla="*/ 385110 w 398745"/>
              <a:gd name="connsiteY7" fmla="*/ 273368 h 647700"/>
              <a:gd name="connsiteX8" fmla="*/ 294623 w 398745"/>
              <a:gd name="connsiteY8" fmla="*/ 473393 h 647700"/>
              <a:gd name="connsiteX9" fmla="*/ 216518 w 398745"/>
              <a:gd name="connsiteY9" fmla="*/ 637223 h 647700"/>
              <a:gd name="connsiteX10" fmla="*/ 199373 w 398745"/>
              <a:gd name="connsiteY10" fmla="*/ 647700 h 647700"/>
              <a:gd name="connsiteX11" fmla="*/ 182228 w 398745"/>
              <a:gd name="connsiteY11" fmla="*/ 637223 h 647700"/>
              <a:gd name="connsiteX12" fmla="*/ 104123 w 398745"/>
              <a:gd name="connsiteY12" fmla="*/ 473393 h 647700"/>
              <a:gd name="connsiteX13" fmla="*/ 13635 w 398745"/>
              <a:gd name="connsiteY13" fmla="*/ 273368 h 647700"/>
              <a:gd name="connsiteX14" fmla="*/ 34590 w 398745"/>
              <a:gd name="connsiteY14" fmla="*/ 87630 h 647700"/>
              <a:gd name="connsiteX15" fmla="*/ 199373 w 398745"/>
              <a:gd name="connsiteY15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8745" h="647700">
                <a:moveTo>
                  <a:pt x="199373" y="114300"/>
                </a:moveTo>
                <a:cubicBezTo>
                  <a:pt x="151748" y="114300"/>
                  <a:pt x="113648" y="152400"/>
                  <a:pt x="113648" y="200025"/>
                </a:cubicBezTo>
                <a:cubicBezTo>
                  <a:pt x="113648" y="247650"/>
                  <a:pt x="151748" y="285750"/>
                  <a:pt x="199373" y="285750"/>
                </a:cubicBezTo>
                <a:cubicBezTo>
                  <a:pt x="246998" y="285750"/>
                  <a:pt x="285098" y="247650"/>
                  <a:pt x="285098" y="200025"/>
                </a:cubicBezTo>
                <a:cubicBezTo>
                  <a:pt x="285098" y="152400"/>
                  <a:pt x="246998" y="114300"/>
                  <a:pt x="199373" y="114300"/>
                </a:cubicBezTo>
                <a:close/>
                <a:moveTo>
                  <a:pt x="199373" y="0"/>
                </a:moveTo>
                <a:cubicBezTo>
                  <a:pt x="265095" y="0"/>
                  <a:pt x="327008" y="32385"/>
                  <a:pt x="364155" y="87630"/>
                </a:cubicBezTo>
                <a:cubicBezTo>
                  <a:pt x="401303" y="141923"/>
                  <a:pt x="408923" y="211455"/>
                  <a:pt x="385110" y="273368"/>
                </a:cubicBezTo>
                <a:lnTo>
                  <a:pt x="294623" y="473393"/>
                </a:lnTo>
                <a:lnTo>
                  <a:pt x="216518" y="637223"/>
                </a:lnTo>
                <a:cubicBezTo>
                  <a:pt x="213660" y="643890"/>
                  <a:pt x="206993" y="647700"/>
                  <a:pt x="199373" y="647700"/>
                </a:cubicBezTo>
                <a:cubicBezTo>
                  <a:pt x="191753" y="647700"/>
                  <a:pt x="185085" y="643890"/>
                  <a:pt x="182228" y="637223"/>
                </a:cubicBezTo>
                <a:lnTo>
                  <a:pt x="104123" y="473393"/>
                </a:lnTo>
                <a:lnTo>
                  <a:pt x="13635" y="273368"/>
                </a:lnTo>
                <a:cubicBezTo>
                  <a:pt x="-10177" y="211455"/>
                  <a:pt x="-2557" y="141923"/>
                  <a:pt x="34590" y="87630"/>
                </a:cubicBezTo>
                <a:cubicBezTo>
                  <a:pt x="71738" y="32385"/>
                  <a:pt x="133650" y="0"/>
                  <a:pt x="1993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 algn="ctr">
              <a:buNone/>
              <a:defRPr lang="en-US" sz="100" smtClean="0">
                <a:solidFill>
                  <a:schemeClr val="bg2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76" name="Text Placeholder 37">
            <a:extLst>
              <a:ext uri="{FF2B5EF4-FFF2-40B4-BE49-F238E27FC236}">
                <a16:creationId xmlns:a16="http://schemas.microsoft.com/office/drawing/2014/main" id="{988B3D87-C9B7-5C7A-49A1-7A0E11BA3D3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934331" y="3350437"/>
            <a:ext cx="323153" cy="524912"/>
          </a:xfrm>
          <a:custGeom>
            <a:avLst/>
            <a:gdLst>
              <a:gd name="connsiteX0" fmla="*/ 199373 w 398745"/>
              <a:gd name="connsiteY0" fmla="*/ 114300 h 647700"/>
              <a:gd name="connsiteX1" fmla="*/ 113648 w 398745"/>
              <a:gd name="connsiteY1" fmla="*/ 200025 h 647700"/>
              <a:gd name="connsiteX2" fmla="*/ 199373 w 398745"/>
              <a:gd name="connsiteY2" fmla="*/ 285750 h 647700"/>
              <a:gd name="connsiteX3" fmla="*/ 285098 w 398745"/>
              <a:gd name="connsiteY3" fmla="*/ 200025 h 647700"/>
              <a:gd name="connsiteX4" fmla="*/ 199373 w 398745"/>
              <a:gd name="connsiteY4" fmla="*/ 114300 h 647700"/>
              <a:gd name="connsiteX5" fmla="*/ 199373 w 398745"/>
              <a:gd name="connsiteY5" fmla="*/ 0 h 647700"/>
              <a:gd name="connsiteX6" fmla="*/ 364155 w 398745"/>
              <a:gd name="connsiteY6" fmla="*/ 87630 h 647700"/>
              <a:gd name="connsiteX7" fmla="*/ 385110 w 398745"/>
              <a:gd name="connsiteY7" fmla="*/ 273368 h 647700"/>
              <a:gd name="connsiteX8" fmla="*/ 294623 w 398745"/>
              <a:gd name="connsiteY8" fmla="*/ 473393 h 647700"/>
              <a:gd name="connsiteX9" fmla="*/ 216518 w 398745"/>
              <a:gd name="connsiteY9" fmla="*/ 637223 h 647700"/>
              <a:gd name="connsiteX10" fmla="*/ 199373 w 398745"/>
              <a:gd name="connsiteY10" fmla="*/ 647700 h 647700"/>
              <a:gd name="connsiteX11" fmla="*/ 182228 w 398745"/>
              <a:gd name="connsiteY11" fmla="*/ 637223 h 647700"/>
              <a:gd name="connsiteX12" fmla="*/ 104123 w 398745"/>
              <a:gd name="connsiteY12" fmla="*/ 473393 h 647700"/>
              <a:gd name="connsiteX13" fmla="*/ 13635 w 398745"/>
              <a:gd name="connsiteY13" fmla="*/ 273368 h 647700"/>
              <a:gd name="connsiteX14" fmla="*/ 34590 w 398745"/>
              <a:gd name="connsiteY14" fmla="*/ 87630 h 647700"/>
              <a:gd name="connsiteX15" fmla="*/ 199373 w 398745"/>
              <a:gd name="connsiteY15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8745" h="647700">
                <a:moveTo>
                  <a:pt x="199373" y="114300"/>
                </a:moveTo>
                <a:cubicBezTo>
                  <a:pt x="151748" y="114300"/>
                  <a:pt x="113648" y="152400"/>
                  <a:pt x="113648" y="200025"/>
                </a:cubicBezTo>
                <a:cubicBezTo>
                  <a:pt x="113648" y="247650"/>
                  <a:pt x="151748" y="285750"/>
                  <a:pt x="199373" y="285750"/>
                </a:cubicBezTo>
                <a:cubicBezTo>
                  <a:pt x="246998" y="285750"/>
                  <a:pt x="285098" y="247650"/>
                  <a:pt x="285098" y="200025"/>
                </a:cubicBezTo>
                <a:cubicBezTo>
                  <a:pt x="285098" y="152400"/>
                  <a:pt x="246998" y="114300"/>
                  <a:pt x="199373" y="114300"/>
                </a:cubicBezTo>
                <a:close/>
                <a:moveTo>
                  <a:pt x="199373" y="0"/>
                </a:moveTo>
                <a:cubicBezTo>
                  <a:pt x="265095" y="0"/>
                  <a:pt x="327008" y="32385"/>
                  <a:pt x="364155" y="87630"/>
                </a:cubicBezTo>
                <a:cubicBezTo>
                  <a:pt x="401303" y="141923"/>
                  <a:pt x="408923" y="211455"/>
                  <a:pt x="385110" y="273368"/>
                </a:cubicBezTo>
                <a:lnTo>
                  <a:pt x="294623" y="473393"/>
                </a:lnTo>
                <a:lnTo>
                  <a:pt x="216518" y="637223"/>
                </a:lnTo>
                <a:cubicBezTo>
                  <a:pt x="213660" y="643890"/>
                  <a:pt x="206993" y="647700"/>
                  <a:pt x="199373" y="647700"/>
                </a:cubicBezTo>
                <a:cubicBezTo>
                  <a:pt x="191753" y="647700"/>
                  <a:pt x="185085" y="643890"/>
                  <a:pt x="182228" y="637223"/>
                </a:cubicBezTo>
                <a:lnTo>
                  <a:pt x="104123" y="473393"/>
                </a:lnTo>
                <a:lnTo>
                  <a:pt x="13635" y="273368"/>
                </a:lnTo>
                <a:cubicBezTo>
                  <a:pt x="-10177" y="211455"/>
                  <a:pt x="-2557" y="141923"/>
                  <a:pt x="34590" y="87630"/>
                </a:cubicBezTo>
                <a:cubicBezTo>
                  <a:pt x="71738" y="32385"/>
                  <a:pt x="133650" y="0"/>
                  <a:pt x="1993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 algn="ctr">
              <a:buNone/>
              <a:defRPr lang="en-US" sz="100" smtClean="0">
                <a:solidFill>
                  <a:schemeClr val="bg2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77" name="Text Placeholder 37">
            <a:extLst>
              <a:ext uri="{FF2B5EF4-FFF2-40B4-BE49-F238E27FC236}">
                <a16:creationId xmlns:a16="http://schemas.microsoft.com/office/drawing/2014/main" id="{6AB23A72-A248-16E0-034B-66BD859FCD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8558411" y="4701717"/>
            <a:ext cx="323153" cy="524912"/>
          </a:xfrm>
          <a:custGeom>
            <a:avLst/>
            <a:gdLst>
              <a:gd name="connsiteX0" fmla="*/ 199373 w 398745"/>
              <a:gd name="connsiteY0" fmla="*/ 114300 h 647700"/>
              <a:gd name="connsiteX1" fmla="*/ 113648 w 398745"/>
              <a:gd name="connsiteY1" fmla="*/ 200025 h 647700"/>
              <a:gd name="connsiteX2" fmla="*/ 199373 w 398745"/>
              <a:gd name="connsiteY2" fmla="*/ 285750 h 647700"/>
              <a:gd name="connsiteX3" fmla="*/ 285098 w 398745"/>
              <a:gd name="connsiteY3" fmla="*/ 200025 h 647700"/>
              <a:gd name="connsiteX4" fmla="*/ 199373 w 398745"/>
              <a:gd name="connsiteY4" fmla="*/ 114300 h 647700"/>
              <a:gd name="connsiteX5" fmla="*/ 199373 w 398745"/>
              <a:gd name="connsiteY5" fmla="*/ 0 h 647700"/>
              <a:gd name="connsiteX6" fmla="*/ 364155 w 398745"/>
              <a:gd name="connsiteY6" fmla="*/ 87630 h 647700"/>
              <a:gd name="connsiteX7" fmla="*/ 385110 w 398745"/>
              <a:gd name="connsiteY7" fmla="*/ 273368 h 647700"/>
              <a:gd name="connsiteX8" fmla="*/ 294623 w 398745"/>
              <a:gd name="connsiteY8" fmla="*/ 473393 h 647700"/>
              <a:gd name="connsiteX9" fmla="*/ 216518 w 398745"/>
              <a:gd name="connsiteY9" fmla="*/ 637223 h 647700"/>
              <a:gd name="connsiteX10" fmla="*/ 199373 w 398745"/>
              <a:gd name="connsiteY10" fmla="*/ 647700 h 647700"/>
              <a:gd name="connsiteX11" fmla="*/ 182228 w 398745"/>
              <a:gd name="connsiteY11" fmla="*/ 637223 h 647700"/>
              <a:gd name="connsiteX12" fmla="*/ 104123 w 398745"/>
              <a:gd name="connsiteY12" fmla="*/ 473393 h 647700"/>
              <a:gd name="connsiteX13" fmla="*/ 13635 w 398745"/>
              <a:gd name="connsiteY13" fmla="*/ 273368 h 647700"/>
              <a:gd name="connsiteX14" fmla="*/ 34590 w 398745"/>
              <a:gd name="connsiteY14" fmla="*/ 87630 h 647700"/>
              <a:gd name="connsiteX15" fmla="*/ 199373 w 398745"/>
              <a:gd name="connsiteY15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8745" h="647700">
                <a:moveTo>
                  <a:pt x="199373" y="114300"/>
                </a:moveTo>
                <a:cubicBezTo>
                  <a:pt x="151748" y="114300"/>
                  <a:pt x="113648" y="152400"/>
                  <a:pt x="113648" y="200025"/>
                </a:cubicBezTo>
                <a:cubicBezTo>
                  <a:pt x="113648" y="247650"/>
                  <a:pt x="151748" y="285750"/>
                  <a:pt x="199373" y="285750"/>
                </a:cubicBezTo>
                <a:cubicBezTo>
                  <a:pt x="246998" y="285750"/>
                  <a:pt x="285098" y="247650"/>
                  <a:pt x="285098" y="200025"/>
                </a:cubicBezTo>
                <a:cubicBezTo>
                  <a:pt x="285098" y="152400"/>
                  <a:pt x="246998" y="114300"/>
                  <a:pt x="199373" y="114300"/>
                </a:cubicBezTo>
                <a:close/>
                <a:moveTo>
                  <a:pt x="199373" y="0"/>
                </a:moveTo>
                <a:cubicBezTo>
                  <a:pt x="265095" y="0"/>
                  <a:pt x="327008" y="32385"/>
                  <a:pt x="364155" y="87630"/>
                </a:cubicBezTo>
                <a:cubicBezTo>
                  <a:pt x="401303" y="141923"/>
                  <a:pt x="408923" y="211455"/>
                  <a:pt x="385110" y="273368"/>
                </a:cubicBezTo>
                <a:lnTo>
                  <a:pt x="294623" y="473393"/>
                </a:lnTo>
                <a:lnTo>
                  <a:pt x="216518" y="637223"/>
                </a:lnTo>
                <a:cubicBezTo>
                  <a:pt x="213660" y="643890"/>
                  <a:pt x="206993" y="647700"/>
                  <a:pt x="199373" y="647700"/>
                </a:cubicBezTo>
                <a:cubicBezTo>
                  <a:pt x="191753" y="647700"/>
                  <a:pt x="185085" y="643890"/>
                  <a:pt x="182228" y="637223"/>
                </a:cubicBezTo>
                <a:lnTo>
                  <a:pt x="104123" y="473393"/>
                </a:lnTo>
                <a:lnTo>
                  <a:pt x="13635" y="273368"/>
                </a:lnTo>
                <a:cubicBezTo>
                  <a:pt x="-10177" y="211455"/>
                  <a:pt x="-2557" y="141923"/>
                  <a:pt x="34590" y="87630"/>
                </a:cubicBezTo>
                <a:cubicBezTo>
                  <a:pt x="71738" y="32385"/>
                  <a:pt x="133650" y="0"/>
                  <a:pt x="1993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 algn="ctr">
              <a:buNone/>
              <a:defRPr lang="en-US" sz="100" smtClean="0">
                <a:solidFill>
                  <a:schemeClr val="bg2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78" name="Text Placeholder 37">
            <a:extLst>
              <a:ext uri="{FF2B5EF4-FFF2-40B4-BE49-F238E27FC236}">
                <a16:creationId xmlns:a16="http://schemas.microsoft.com/office/drawing/2014/main" id="{37D42094-D5C4-3956-B223-D6522F43127D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9554091" y="5321477"/>
            <a:ext cx="323153" cy="524912"/>
          </a:xfrm>
          <a:custGeom>
            <a:avLst/>
            <a:gdLst>
              <a:gd name="connsiteX0" fmla="*/ 199373 w 398745"/>
              <a:gd name="connsiteY0" fmla="*/ 114300 h 647700"/>
              <a:gd name="connsiteX1" fmla="*/ 113648 w 398745"/>
              <a:gd name="connsiteY1" fmla="*/ 200025 h 647700"/>
              <a:gd name="connsiteX2" fmla="*/ 199373 w 398745"/>
              <a:gd name="connsiteY2" fmla="*/ 285750 h 647700"/>
              <a:gd name="connsiteX3" fmla="*/ 285098 w 398745"/>
              <a:gd name="connsiteY3" fmla="*/ 200025 h 647700"/>
              <a:gd name="connsiteX4" fmla="*/ 199373 w 398745"/>
              <a:gd name="connsiteY4" fmla="*/ 114300 h 647700"/>
              <a:gd name="connsiteX5" fmla="*/ 199373 w 398745"/>
              <a:gd name="connsiteY5" fmla="*/ 0 h 647700"/>
              <a:gd name="connsiteX6" fmla="*/ 364155 w 398745"/>
              <a:gd name="connsiteY6" fmla="*/ 87630 h 647700"/>
              <a:gd name="connsiteX7" fmla="*/ 385110 w 398745"/>
              <a:gd name="connsiteY7" fmla="*/ 273368 h 647700"/>
              <a:gd name="connsiteX8" fmla="*/ 294623 w 398745"/>
              <a:gd name="connsiteY8" fmla="*/ 473393 h 647700"/>
              <a:gd name="connsiteX9" fmla="*/ 216518 w 398745"/>
              <a:gd name="connsiteY9" fmla="*/ 637223 h 647700"/>
              <a:gd name="connsiteX10" fmla="*/ 199373 w 398745"/>
              <a:gd name="connsiteY10" fmla="*/ 647700 h 647700"/>
              <a:gd name="connsiteX11" fmla="*/ 182228 w 398745"/>
              <a:gd name="connsiteY11" fmla="*/ 637223 h 647700"/>
              <a:gd name="connsiteX12" fmla="*/ 104123 w 398745"/>
              <a:gd name="connsiteY12" fmla="*/ 473393 h 647700"/>
              <a:gd name="connsiteX13" fmla="*/ 13635 w 398745"/>
              <a:gd name="connsiteY13" fmla="*/ 273368 h 647700"/>
              <a:gd name="connsiteX14" fmla="*/ 34590 w 398745"/>
              <a:gd name="connsiteY14" fmla="*/ 87630 h 647700"/>
              <a:gd name="connsiteX15" fmla="*/ 199373 w 398745"/>
              <a:gd name="connsiteY15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8745" h="647700">
                <a:moveTo>
                  <a:pt x="199373" y="114300"/>
                </a:moveTo>
                <a:cubicBezTo>
                  <a:pt x="151748" y="114300"/>
                  <a:pt x="113648" y="152400"/>
                  <a:pt x="113648" y="200025"/>
                </a:cubicBezTo>
                <a:cubicBezTo>
                  <a:pt x="113648" y="247650"/>
                  <a:pt x="151748" y="285750"/>
                  <a:pt x="199373" y="285750"/>
                </a:cubicBezTo>
                <a:cubicBezTo>
                  <a:pt x="246998" y="285750"/>
                  <a:pt x="285098" y="247650"/>
                  <a:pt x="285098" y="200025"/>
                </a:cubicBezTo>
                <a:cubicBezTo>
                  <a:pt x="285098" y="152400"/>
                  <a:pt x="246998" y="114300"/>
                  <a:pt x="199373" y="114300"/>
                </a:cubicBezTo>
                <a:close/>
                <a:moveTo>
                  <a:pt x="199373" y="0"/>
                </a:moveTo>
                <a:cubicBezTo>
                  <a:pt x="265095" y="0"/>
                  <a:pt x="327008" y="32385"/>
                  <a:pt x="364155" y="87630"/>
                </a:cubicBezTo>
                <a:cubicBezTo>
                  <a:pt x="401303" y="141923"/>
                  <a:pt x="408923" y="211455"/>
                  <a:pt x="385110" y="273368"/>
                </a:cubicBezTo>
                <a:lnTo>
                  <a:pt x="294623" y="473393"/>
                </a:lnTo>
                <a:lnTo>
                  <a:pt x="216518" y="637223"/>
                </a:lnTo>
                <a:cubicBezTo>
                  <a:pt x="213660" y="643890"/>
                  <a:pt x="206993" y="647700"/>
                  <a:pt x="199373" y="647700"/>
                </a:cubicBezTo>
                <a:cubicBezTo>
                  <a:pt x="191753" y="647700"/>
                  <a:pt x="185085" y="643890"/>
                  <a:pt x="182228" y="637223"/>
                </a:cubicBezTo>
                <a:lnTo>
                  <a:pt x="104123" y="473393"/>
                </a:lnTo>
                <a:lnTo>
                  <a:pt x="13635" y="273368"/>
                </a:lnTo>
                <a:cubicBezTo>
                  <a:pt x="-10177" y="211455"/>
                  <a:pt x="-2557" y="141923"/>
                  <a:pt x="34590" y="87630"/>
                </a:cubicBezTo>
                <a:cubicBezTo>
                  <a:pt x="71738" y="32385"/>
                  <a:pt x="133650" y="0"/>
                  <a:pt x="1993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 algn="ctr">
              <a:buNone/>
              <a:defRPr lang="en-US" sz="100" smtClean="0">
                <a:solidFill>
                  <a:schemeClr val="bg2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79" name="Text Placeholder 39">
            <a:extLst>
              <a:ext uri="{FF2B5EF4-FFF2-40B4-BE49-F238E27FC236}">
                <a16:creationId xmlns:a16="http://schemas.microsoft.com/office/drawing/2014/main" id="{36902B29-4F88-7A82-6A4F-CE234DC954C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10310440" y="4981852"/>
            <a:ext cx="323153" cy="524912"/>
          </a:xfrm>
          <a:custGeom>
            <a:avLst/>
            <a:gdLst>
              <a:gd name="connsiteX0" fmla="*/ 199373 w 398745"/>
              <a:gd name="connsiteY0" fmla="*/ 114300 h 647700"/>
              <a:gd name="connsiteX1" fmla="*/ 113648 w 398745"/>
              <a:gd name="connsiteY1" fmla="*/ 200025 h 647700"/>
              <a:gd name="connsiteX2" fmla="*/ 199373 w 398745"/>
              <a:gd name="connsiteY2" fmla="*/ 285750 h 647700"/>
              <a:gd name="connsiteX3" fmla="*/ 285098 w 398745"/>
              <a:gd name="connsiteY3" fmla="*/ 200025 h 647700"/>
              <a:gd name="connsiteX4" fmla="*/ 199373 w 398745"/>
              <a:gd name="connsiteY4" fmla="*/ 114300 h 647700"/>
              <a:gd name="connsiteX5" fmla="*/ 199373 w 398745"/>
              <a:gd name="connsiteY5" fmla="*/ 0 h 647700"/>
              <a:gd name="connsiteX6" fmla="*/ 364155 w 398745"/>
              <a:gd name="connsiteY6" fmla="*/ 87630 h 647700"/>
              <a:gd name="connsiteX7" fmla="*/ 385110 w 398745"/>
              <a:gd name="connsiteY7" fmla="*/ 273368 h 647700"/>
              <a:gd name="connsiteX8" fmla="*/ 294623 w 398745"/>
              <a:gd name="connsiteY8" fmla="*/ 473393 h 647700"/>
              <a:gd name="connsiteX9" fmla="*/ 216518 w 398745"/>
              <a:gd name="connsiteY9" fmla="*/ 637223 h 647700"/>
              <a:gd name="connsiteX10" fmla="*/ 199373 w 398745"/>
              <a:gd name="connsiteY10" fmla="*/ 647700 h 647700"/>
              <a:gd name="connsiteX11" fmla="*/ 182228 w 398745"/>
              <a:gd name="connsiteY11" fmla="*/ 637223 h 647700"/>
              <a:gd name="connsiteX12" fmla="*/ 104123 w 398745"/>
              <a:gd name="connsiteY12" fmla="*/ 473393 h 647700"/>
              <a:gd name="connsiteX13" fmla="*/ 13635 w 398745"/>
              <a:gd name="connsiteY13" fmla="*/ 273368 h 647700"/>
              <a:gd name="connsiteX14" fmla="*/ 34590 w 398745"/>
              <a:gd name="connsiteY14" fmla="*/ 87630 h 647700"/>
              <a:gd name="connsiteX15" fmla="*/ 199373 w 398745"/>
              <a:gd name="connsiteY15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8745" h="647700">
                <a:moveTo>
                  <a:pt x="199373" y="114300"/>
                </a:moveTo>
                <a:cubicBezTo>
                  <a:pt x="151748" y="114300"/>
                  <a:pt x="113648" y="152400"/>
                  <a:pt x="113648" y="200025"/>
                </a:cubicBezTo>
                <a:cubicBezTo>
                  <a:pt x="113648" y="247650"/>
                  <a:pt x="151748" y="285750"/>
                  <a:pt x="199373" y="285750"/>
                </a:cubicBezTo>
                <a:cubicBezTo>
                  <a:pt x="246998" y="285750"/>
                  <a:pt x="285098" y="247650"/>
                  <a:pt x="285098" y="200025"/>
                </a:cubicBezTo>
                <a:cubicBezTo>
                  <a:pt x="285098" y="152400"/>
                  <a:pt x="246998" y="114300"/>
                  <a:pt x="199373" y="114300"/>
                </a:cubicBezTo>
                <a:close/>
                <a:moveTo>
                  <a:pt x="199373" y="0"/>
                </a:moveTo>
                <a:cubicBezTo>
                  <a:pt x="265095" y="0"/>
                  <a:pt x="327008" y="32385"/>
                  <a:pt x="364155" y="87630"/>
                </a:cubicBezTo>
                <a:cubicBezTo>
                  <a:pt x="401303" y="141923"/>
                  <a:pt x="408923" y="211455"/>
                  <a:pt x="385110" y="273368"/>
                </a:cubicBezTo>
                <a:lnTo>
                  <a:pt x="294623" y="473393"/>
                </a:lnTo>
                <a:lnTo>
                  <a:pt x="216518" y="637223"/>
                </a:lnTo>
                <a:cubicBezTo>
                  <a:pt x="213660" y="643890"/>
                  <a:pt x="206993" y="647700"/>
                  <a:pt x="199373" y="647700"/>
                </a:cubicBezTo>
                <a:cubicBezTo>
                  <a:pt x="191753" y="647700"/>
                  <a:pt x="185085" y="643890"/>
                  <a:pt x="182228" y="637223"/>
                </a:cubicBezTo>
                <a:lnTo>
                  <a:pt x="104123" y="473393"/>
                </a:lnTo>
                <a:lnTo>
                  <a:pt x="13635" y="273368"/>
                </a:lnTo>
                <a:cubicBezTo>
                  <a:pt x="-10177" y="211455"/>
                  <a:pt x="-2557" y="141923"/>
                  <a:pt x="34590" y="87630"/>
                </a:cubicBezTo>
                <a:cubicBezTo>
                  <a:pt x="71738" y="32385"/>
                  <a:pt x="133650" y="0"/>
                  <a:pt x="19937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 algn="ctr">
              <a:buNone/>
              <a:defRPr lang="en-US" sz="100" smtClean="0">
                <a:solidFill>
                  <a:schemeClr val="bg2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80" name="Text Placeholder 37">
            <a:extLst>
              <a:ext uri="{FF2B5EF4-FFF2-40B4-BE49-F238E27FC236}">
                <a16:creationId xmlns:a16="http://schemas.microsoft.com/office/drawing/2014/main" id="{5FE4A59F-B4F8-7206-9D7E-6077262215F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90590" y="2056027"/>
            <a:ext cx="323153" cy="524912"/>
          </a:xfrm>
          <a:custGeom>
            <a:avLst/>
            <a:gdLst>
              <a:gd name="connsiteX0" fmla="*/ 199373 w 398745"/>
              <a:gd name="connsiteY0" fmla="*/ 114300 h 647700"/>
              <a:gd name="connsiteX1" fmla="*/ 113648 w 398745"/>
              <a:gd name="connsiteY1" fmla="*/ 200025 h 647700"/>
              <a:gd name="connsiteX2" fmla="*/ 199373 w 398745"/>
              <a:gd name="connsiteY2" fmla="*/ 285750 h 647700"/>
              <a:gd name="connsiteX3" fmla="*/ 285098 w 398745"/>
              <a:gd name="connsiteY3" fmla="*/ 200025 h 647700"/>
              <a:gd name="connsiteX4" fmla="*/ 199373 w 398745"/>
              <a:gd name="connsiteY4" fmla="*/ 114300 h 647700"/>
              <a:gd name="connsiteX5" fmla="*/ 199373 w 398745"/>
              <a:gd name="connsiteY5" fmla="*/ 0 h 647700"/>
              <a:gd name="connsiteX6" fmla="*/ 364155 w 398745"/>
              <a:gd name="connsiteY6" fmla="*/ 87630 h 647700"/>
              <a:gd name="connsiteX7" fmla="*/ 385110 w 398745"/>
              <a:gd name="connsiteY7" fmla="*/ 273368 h 647700"/>
              <a:gd name="connsiteX8" fmla="*/ 294623 w 398745"/>
              <a:gd name="connsiteY8" fmla="*/ 473393 h 647700"/>
              <a:gd name="connsiteX9" fmla="*/ 216518 w 398745"/>
              <a:gd name="connsiteY9" fmla="*/ 637223 h 647700"/>
              <a:gd name="connsiteX10" fmla="*/ 199373 w 398745"/>
              <a:gd name="connsiteY10" fmla="*/ 647700 h 647700"/>
              <a:gd name="connsiteX11" fmla="*/ 182228 w 398745"/>
              <a:gd name="connsiteY11" fmla="*/ 637223 h 647700"/>
              <a:gd name="connsiteX12" fmla="*/ 104123 w 398745"/>
              <a:gd name="connsiteY12" fmla="*/ 473393 h 647700"/>
              <a:gd name="connsiteX13" fmla="*/ 13635 w 398745"/>
              <a:gd name="connsiteY13" fmla="*/ 273368 h 647700"/>
              <a:gd name="connsiteX14" fmla="*/ 34590 w 398745"/>
              <a:gd name="connsiteY14" fmla="*/ 87630 h 647700"/>
              <a:gd name="connsiteX15" fmla="*/ 199373 w 398745"/>
              <a:gd name="connsiteY15" fmla="*/ 0 h 64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8745" h="647700">
                <a:moveTo>
                  <a:pt x="199373" y="114300"/>
                </a:moveTo>
                <a:cubicBezTo>
                  <a:pt x="151748" y="114300"/>
                  <a:pt x="113648" y="152400"/>
                  <a:pt x="113648" y="200025"/>
                </a:cubicBezTo>
                <a:cubicBezTo>
                  <a:pt x="113648" y="247650"/>
                  <a:pt x="151748" y="285750"/>
                  <a:pt x="199373" y="285750"/>
                </a:cubicBezTo>
                <a:cubicBezTo>
                  <a:pt x="246998" y="285750"/>
                  <a:pt x="285098" y="247650"/>
                  <a:pt x="285098" y="200025"/>
                </a:cubicBezTo>
                <a:cubicBezTo>
                  <a:pt x="285098" y="152400"/>
                  <a:pt x="246998" y="114300"/>
                  <a:pt x="199373" y="114300"/>
                </a:cubicBezTo>
                <a:close/>
                <a:moveTo>
                  <a:pt x="199373" y="0"/>
                </a:moveTo>
                <a:cubicBezTo>
                  <a:pt x="265095" y="0"/>
                  <a:pt x="327008" y="32385"/>
                  <a:pt x="364155" y="87630"/>
                </a:cubicBezTo>
                <a:cubicBezTo>
                  <a:pt x="401303" y="141923"/>
                  <a:pt x="408923" y="211455"/>
                  <a:pt x="385110" y="273368"/>
                </a:cubicBezTo>
                <a:lnTo>
                  <a:pt x="294623" y="473393"/>
                </a:lnTo>
                <a:lnTo>
                  <a:pt x="216518" y="637223"/>
                </a:lnTo>
                <a:cubicBezTo>
                  <a:pt x="213660" y="643890"/>
                  <a:pt x="206993" y="647700"/>
                  <a:pt x="199373" y="647700"/>
                </a:cubicBezTo>
                <a:cubicBezTo>
                  <a:pt x="191753" y="647700"/>
                  <a:pt x="185085" y="643890"/>
                  <a:pt x="182228" y="637223"/>
                </a:cubicBezTo>
                <a:lnTo>
                  <a:pt x="104123" y="473393"/>
                </a:lnTo>
                <a:lnTo>
                  <a:pt x="13635" y="273368"/>
                </a:lnTo>
                <a:cubicBezTo>
                  <a:pt x="-10177" y="211455"/>
                  <a:pt x="-2557" y="141923"/>
                  <a:pt x="34590" y="87630"/>
                </a:cubicBezTo>
                <a:cubicBezTo>
                  <a:pt x="71738" y="32385"/>
                  <a:pt x="133650" y="0"/>
                  <a:pt x="1993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 algn="ctr">
              <a:buNone/>
              <a:defRPr lang="en-US" sz="100" smtClean="0">
                <a:solidFill>
                  <a:schemeClr val="bg2">
                    <a:alpha val="0"/>
                  </a:schemeClr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de-DE"/>
              <a:t>Mastertextformat bearbeiten</a:t>
            </a:r>
          </a:p>
        </p:txBody>
      </p:sp>
      <p:sp>
        <p:nvSpPr>
          <p:cNvPr id="81" name="Text Placeholder 10">
            <a:extLst>
              <a:ext uri="{FF2B5EF4-FFF2-40B4-BE49-F238E27FC236}">
                <a16:creationId xmlns:a16="http://schemas.microsoft.com/office/drawing/2014/main" id="{8B6AEBF3-5D55-531C-31EC-F9E68084C39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31800" y="1489076"/>
            <a:ext cx="5582838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91D16D2-647E-9E5A-86D2-D7794096F5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0555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eld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37403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BE30BC64-1883-75D8-C8FC-CB118E113C9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8150" y="1489075"/>
            <a:ext cx="11315700" cy="4654553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defRPr lang="en-US" b="0" i="0" smtClean="0">
                <a:latin typeface="Abadi ExtraLight" panose="020B0204020104020204" pitchFamily="34" charset="77"/>
              </a:defRPr>
            </a:lvl4pPr>
            <a:lvl5pPr>
              <a:defRPr lang="en-GB"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2FF9BD0-2AF9-C55C-5A37-58D0CA121E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9995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97589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EAC8E47-4714-A0AD-3B15-BEC5A9520773}"/>
              </a:ext>
            </a:extLst>
          </p:cNvPr>
          <p:cNvSpPr>
            <a:spLocks noGrp="1" noChangeAspect="1"/>
          </p:cNvSpPr>
          <p:nvPr>
            <p:ph type="pic" sz="quarter" idx="30"/>
          </p:nvPr>
        </p:nvSpPr>
        <p:spPr>
          <a:xfrm>
            <a:off x="1161968" y="1636436"/>
            <a:ext cx="1224000" cy="1224000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E7745FC-566A-A684-8DC1-E85C2D3B5CE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31799" y="3701006"/>
            <a:ext cx="2684341" cy="2442619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t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4097D49-F93F-626D-F600-B5AE3A0E0FAA}"/>
              </a:ext>
            </a:extLst>
          </p:cNvPr>
          <p:cNvSpPr>
            <a:spLocks noGrp="1" noChangeAspect="1"/>
          </p:cNvSpPr>
          <p:nvPr>
            <p:ph type="pic" sz="quarter" idx="33"/>
          </p:nvPr>
        </p:nvSpPr>
        <p:spPr>
          <a:xfrm>
            <a:off x="4041205" y="1636436"/>
            <a:ext cx="1224000" cy="1224000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C7B39CE-8DF9-EA5A-8B12-1F2DB9DF477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311036" y="3701006"/>
            <a:ext cx="2684341" cy="2442619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t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63C3CDCE-F7E1-0237-C359-0D3C44B45A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11036" y="3115945"/>
            <a:ext cx="2684341" cy="4718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lang="en-GB" sz="1600" dirty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buNone/>
            </a:pPr>
            <a:r>
              <a:rPr lang="en-GB"/>
              <a:t>Lorem Ipsum</a:t>
            </a:r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DBF8F8BA-67D6-97D4-636D-1C24BA79E564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920442" y="1636436"/>
            <a:ext cx="1224000" cy="1224000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3357CCAC-3618-0683-92B5-CF2CED5A683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190272" y="3701006"/>
            <a:ext cx="2684341" cy="2442619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t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FAA26A9-4791-4940-9829-75A43B9E9D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0272" y="3115945"/>
            <a:ext cx="2684341" cy="4718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lang="en-GB" sz="1600" dirty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buNone/>
            </a:pPr>
            <a:r>
              <a:rPr lang="en-GB"/>
              <a:t>Lorem Ipsum</a:t>
            </a:r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B59EBC6F-08A3-DEE3-5624-7A68D2374E6D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9799679" y="1636436"/>
            <a:ext cx="1224000" cy="1224000"/>
          </a:xfrm>
          <a:prstGeom prst="ellipse">
            <a:avLst/>
          </a:prstGeom>
          <a:ln w="28575">
            <a:solidFill>
              <a:schemeClr val="accent2"/>
            </a:solidFill>
          </a:ln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36" name="Text Placeholder 16">
            <a:extLst>
              <a:ext uri="{FF2B5EF4-FFF2-40B4-BE49-F238E27FC236}">
                <a16:creationId xmlns:a16="http://schemas.microsoft.com/office/drawing/2014/main" id="{9818C736-B86D-8857-08B0-89EE84CE31C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069509" y="3701006"/>
            <a:ext cx="2684341" cy="2442619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 anchor="t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14278082-502B-F76D-D349-7A5F1C61EF5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69509" y="3115945"/>
            <a:ext cx="2684341" cy="4718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lang="en-GB" sz="1600" dirty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buNone/>
            </a:pPr>
            <a:r>
              <a:rPr lang="en-GB"/>
              <a:t>Lorem Ipsum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35E32AD7-6442-EF72-81F0-367AF785145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1798" y="3115945"/>
            <a:ext cx="2684341" cy="4718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lang="en-GB" sz="1600" dirty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buNone/>
            </a:pPr>
            <a:r>
              <a:rPr lang="en-GB"/>
              <a:t>Lorem Ipsum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B053B98-4D4E-733F-FB5F-964E7C84A0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1979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1 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69B6FAB-1880-6253-5E4E-453C46EDBA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2876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392" progId="TCLayout.ActiveDocument.1">
                  <p:embed/>
                </p:oleObj>
              </mc:Choice>
              <mc:Fallback>
                <p:oleObj name="think-cell Slide" r:id="rId3" imgW="405" imgH="392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9B6FAB-1880-6253-5E4E-453C46EDBA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9F1D055-4498-76EF-EAA3-C8612B630F22}"/>
              </a:ext>
            </a:extLst>
          </p:cNvPr>
          <p:cNvSpPr/>
          <p:nvPr userDrawn="1"/>
        </p:nvSpPr>
        <p:spPr>
          <a:xfrm>
            <a:off x="-1" y="-1"/>
            <a:ext cx="518531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6F836084-1BCF-FA34-1816-4B644E8372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40384" y="3924886"/>
            <a:ext cx="6113465" cy="46117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76000" tIns="144000" rIns="144000" bIns="144000" rtlCol="0" anchor="ctr">
            <a:noAutofit/>
          </a:bodyPr>
          <a:lstStyle>
            <a:lvl1pPr>
              <a:buNone/>
              <a:defRPr lang="en-US" sz="1200" smtClean="0"/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 err="1"/>
              <a:t>Telefonnummer</a:t>
            </a:r>
            <a:r>
              <a:rPr lang="en-US"/>
              <a:t>: 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2E7DFBA-A98F-FDF5-4248-F52A5669EA7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640384" y="4510740"/>
            <a:ext cx="6113465" cy="46117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76000" tIns="144000" rIns="144000" bIns="144000" rtlCol="0" anchor="ctr">
            <a:noAutofit/>
          </a:bodyPr>
          <a:lstStyle>
            <a:lvl1pPr>
              <a:buNone/>
              <a:defRPr lang="en-US" sz="1200" smtClean="0"/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/>
              <a:t>E-Mail: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A0C109-4C61-3F3F-7161-CF2A9B4BFAC4}"/>
              </a:ext>
            </a:extLst>
          </p:cNvPr>
          <p:cNvCxnSpPr/>
          <p:nvPr userDrawn="1"/>
        </p:nvCxnSpPr>
        <p:spPr>
          <a:xfrm>
            <a:off x="5595782" y="6026111"/>
            <a:ext cx="429036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56EBC72-7224-1455-6FB7-003825E9CA1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2901" y="-1092029"/>
            <a:ext cx="5735079" cy="5735079"/>
          </a:xfrm>
          <a:prstGeom prst="rect">
            <a:avLst/>
          </a:prstGeom>
        </p:spPr>
      </p:pic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CB7CA73-224B-FF9F-4004-D203FE4A58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143" y="2997836"/>
            <a:ext cx="2796403" cy="1001813"/>
          </a:xfrm>
          <a:prstGeom prst="rect">
            <a:avLst/>
          </a:prstGeom>
        </p:spPr>
        <p:txBody>
          <a:bodyPr wrap="square" lIns="0" rIns="0" anchor="ctr">
            <a:noAutofit/>
          </a:bodyPr>
          <a:lstStyle>
            <a:lvl1pPr marL="0" indent="0" algn="l" defTabSz="914400" rtl="0" eaLnBrk="1" latinLnBrk="0" hangingPunct="1">
              <a:buNone/>
              <a:defRPr lang="en-GB" sz="6400" b="0" kern="1200" dirty="0">
                <a:solidFill>
                  <a:schemeClr val="bg2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 err="1"/>
              <a:t>Kontakt</a:t>
            </a:r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678B5D-C26C-C4FF-D06D-FD9075E2DF4A}"/>
              </a:ext>
            </a:extLst>
          </p:cNvPr>
          <p:cNvSpPr/>
          <p:nvPr userDrawn="1"/>
        </p:nvSpPr>
        <p:spPr>
          <a:xfrm rot="16200000">
            <a:off x="2522188" y="4210962"/>
            <a:ext cx="136527" cy="520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A606CBE1-16A5-A991-28CE-572CE646070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640384" y="5096594"/>
            <a:ext cx="6113465" cy="46117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76000" tIns="144000" rIns="144000" bIns="144000" rtlCol="0" anchor="ctr">
            <a:noAutofit/>
          </a:bodyPr>
          <a:lstStyle>
            <a:lvl1pPr>
              <a:buNone/>
              <a:defRPr lang="en-US" sz="1200" smtClean="0"/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 err="1"/>
              <a:t>Adresse</a:t>
            </a:r>
            <a:r>
              <a:rPr lang="en-US"/>
              <a:t>: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F233162E-8FC8-79EF-DACE-EEAABAE5C8B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40384" y="5682448"/>
            <a:ext cx="6113465" cy="46117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76000" tIns="144000" rIns="144000" bIns="144000" rtlCol="0" anchor="ctr">
            <a:noAutofit/>
          </a:bodyPr>
          <a:lstStyle>
            <a:lvl1pPr>
              <a:buNone/>
              <a:defRPr lang="en-US" sz="1200" smtClean="0"/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/>
              <a:t>Website: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4C138AA-D921-3D73-EDD4-EDB939A197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40384" y="3430004"/>
            <a:ext cx="6113465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6BD8C884-118A-0E95-82D4-A574C70ADAB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18594" y="1489076"/>
            <a:ext cx="1757044" cy="1757044"/>
          </a:xfrm>
          <a:prstGeom prst="ellipse">
            <a:avLst/>
          </a:prstGeo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95702B1A-10B4-E2D7-57AA-6F1B081BD3F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45646" y="3978439"/>
            <a:ext cx="354072" cy="354070"/>
          </a:xfrm>
          <a:custGeom>
            <a:avLst/>
            <a:gdLst>
              <a:gd name="csX0" fmla="*/ 177036 w 354072"/>
              <a:gd name="csY0" fmla="*/ 0 h 354070"/>
              <a:gd name="csX1" fmla="*/ 354072 w 354072"/>
              <a:gd name="csY1" fmla="*/ 177035 h 354070"/>
              <a:gd name="csX2" fmla="*/ 177036 w 354072"/>
              <a:gd name="csY2" fmla="*/ 354070 h 354070"/>
              <a:gd name="csX3" fmla="*/ 0 w 354072"/>
              <a:gd name="csY3" fmla="*/ 177035 h 354070"/>
              <a:gd name="csX4" fmla="*/ 177036 w 354072"/>
              <a:gd name="csY4" fmla="*/ 0 h 354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4072" h="354070">
                <a:moveTo>
                  <a:pt x="177036" y="0"/>
                </a:moveTo>
                <a:cubicBezTo>
                  <a:pt x="274810" y="0"/>
                  <a:pt x="354072" y="79261"/>
                  <a:pt x="354072" y="177035"/>
                </a:cubicBezTo>
                <a:cubicBezTo>
                  <a:pt x="354072" y="274809"/>
                  <a:pt x="274810" y="354070"/>
                  <a:pt x="177036" y="354070"/>
                </a:cubicBezTo>
                <a:cubicBezTo>
                  <a:pt x="79262" y="354070"/>
                  <a:pt x="0" y="274809"/>
                  <a:pt x="0" y="177035"/>
                </a:cubicBezTo>
                <a:cubicBezTo>
                  <a:pt x="0" y="79261"/>
                  <a:pt x="79262" y="0"/>
                  <a:pt x="1770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>
              <a:buNone/>
              <a:defRPr lang="en-US" sz="100" dirty="0">
                <a:solidFill>
                  <a:schemeClr val="accent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0" lvl="0" indent="0" algn="ctr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5F79BB66-A4C5-9B7D-8086-A82865C948F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745646" y="4564293"/>
            <a:ext cx="354072" cy="354070"/>
          </a:xfrm>
          <a:custGeom>
            <a:avLst/>
            <a:gdLst>
              <a:gd name="csX0" fmla="*/ 177036 w 354072"/>
              <a:gd name="csY0" fmla="*/ 0 h 354070"/>
              <a:gd name="csX1" fmla="*/ 354072 w 354072"/>
              <a:gd name="csY1" fmla="*/ 177035 h 354070"/>
              <a:gd name="csX2" fmla="*/ 177036 w 354072"/>
              <a:gd name="csY2" fmla="*/ 354070 h 354070"/>
              <a:gd name="csX3" fmla="*/ 0 w 354072"/>
              <a:gd name="csY3" fmla="*/ 177035 h 354070"/>
              <a:gd name="csX4" fmla="*/ 177036 w 354072"/>
              <a:gd name="csY4" fmla="*/ 0 h 354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4072" h="354070">
                <a:moveTo>
                  <a:pt x="177036" y="0"/>
                </a:moveTo>
                <a:cubicBezTo>
                  <a:pt x="274810" y="0"/>
                  <a:pt x="354072" y="79261"/>
                  <a:pt x="354072" y="177035"/>
                </a:cubicBezTo>
                <a:cubicBezTo>
                  <a:pt x="354072" y="274809"/>
                  <a:pt x="274810" y="354070"/>
                  <a:pt x="177036" y="354070"/>
                </a:cubicBezTo>
                <a:cubicBezTo>
                  <a:pt x="79262" y="354070"/>
                  <a:pt x="0" y="274809"/>
                  <a:pt x="0" y="177035"/>
                </a:cubicBezTo>
                <a:cubicBezTo>
                  <a:pt x="0" y="79261"/>
                  <a:pt x="79262" y="0"/>
                  <a:pt x="1770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>
              <a:buNone/>
              <a:defRPr lang="en-US" sz="100" dirty="0">
                <a:solidFill>
                  <a:schemeClr val="accent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0" lvl="0" indent="0" algn="ctr">
              <a:buNone/>
            </a:pPr>
            <a:r>
              <a:rPr lang="en-US"/>
              <a:t>E-Mail: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35AE7A84-1BC7-566A-E342-9CD09F80FE7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745646" y="5150147"/>
            <a:ext cx="354072" cy="354070"/>
          </a:xfrm>
          <a:custGeom>
            <a:avLst/>
            <a:gdLst>
              <a:gd name="csX0" fmla="*/ 177036 w 354072"/>
              <a:gd name="csY0" fmla="*/ 0 h 354070"/>
              <a:gd name="csX1" fmla="*/ 354072 w 354072"/>
              <a:gd name="csY1" fmla="*/ 177035 h 354070"/>
              <a:gd name="csX2" fmla="*/ 177036 w 354072"/>
              <a:gd name="csY2" fmla="*/ 354070 h 354070"/>
              <a:gd name="csX3" fmla="*/ 0 w 354072"/>
              <a:gd name="csY3" fmla="*/ 177035 h 354070"/>
              <a:gd name="csX4" fmla="*/ 177036 w 354072"/>
              <a:gd name="csY4" fmla="*/ 0 h 354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4072" h="354070">
                <a:moveTo>
                  <a:pt x="177036" y="0"/>
                </a:moveTo>
                <a:cubicBezTo>
                  <a:pt x="274810" y="0"/>
                  <a:pt x="354072" y="79261"/>
                  <a:pt x="354072" y="177035"/>
                </a:cubicBezTo>
                <a:cubicBezTo>
                  <a:pt x="354072" y="274809"/>
                  <a:pt x="274810" y="354070"/>
                  <a:pt x="177036" y="354070"/>
                </a:cubicBezTo>
                <a:cubicBezTo>
                  <a:pt x="79262" y="354070"/>
                  <a:pt x="0" y="274809"/>
                  <a:pt x="0" y="177035"/>
                </a:cubicBezTo>
                <a:cubicBezTo>
                  <a:pt x="0" y="79261"/>
                  <a:pt x="79262" y="0"/>
                  <a:pt x="1770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>
              <a:buNone/>
              <a:defRPr lang="en-US" sz="100" dirty="0">
                <a:solidFill>
                  <a:schemeClr val="accent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0" lvl="0" indent="0" algn="ctr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3FA9B9A4-F1F5-503A-CAD0-C6F6380085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745646" y="5736001"/>
            <a:ext cx="354072" cy="354070"/>
          </a:xfrm>
          <a:custGeom>
            <a:avLst/>
            <a:gdLst>
              <a:gd name="csX0" fmla="*/ 177036 w 354072"/>
              <a:gd name="csY0" fmla="*/ 0 h 354070"/>
              <a:gd name="csX1" fmla="*/ 354072 w 354072"/>
              <a:gd name="csY1" fmla="*/ 177035 h 354070"/>
              <a:gd name="csX2" fmla="*/ 177036 w 354072"/>
              <a:gd name="csY2" fmla="*/ 354070 h 354070"/>
              <a:gd name="csX3" fmla="*/ 0 w 354072"/>
              <a:gd name="csY3" fmla="*/ 177035 h 354070"/>
              <a:gd name="csX4" fmla="*/ 177036 w 354072"/>
              <a:gd name="csY4" fmla="*/ 0 h 354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4072" h="354070">
                <a:moveTo>
                  <a:pt x="177036" y="0"/>
                </a:moveTo>
                <a:cubicBezTo>
                  <a:pt x="274810" y="0"/>
                  <a:pt x="354072" y="79261"/>
                  <a:pt x="354072" y="177035"/>
                </a:cubicBezTo>
                <a:cubicBezTo>
                  <a:pt x="354072" y="274809"/>
                  <a:pt x="274810" y="354070"/>
                  <a:pt x="177036" y="354070"/>
                </a:cubicBezTo>
                <a:cubicBezTo>
                  <a:pt x="79262" y="354070"/>
                  <a:pt x="0" y="274809"/>
                  <a:pt x="0" y="177035"/>
                </a:cubicBezTo>
                <a:cubicBezTo>
                  <a:pt x="0" y="79261"/>
                  <a:pt x="79262" y="0"/>
                  <a:pt x="1770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>
              <a:buNone/>
              <a:defRPr lang="en-US" sz="100" dirty="0">
                <a:solidFill>
                  <a:schemeClr val="accent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0" lvl="0" indent="0" algn="ctr">
              <a:buNone/>
            </a:pPr>
            <a:r>
              <a:rPr lang="en-US"/>
              <a:t>Website: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EACCD593-DE84-635B-6C3E-0C7D30495A6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837954" y="4070440"/>
            <a:ext cx="169456" cy="170068"/>
          </a:xfrm>
          <a:custGeom>
            <a:avLst/>
            <a:gdLst>
              <a:gd name="csX0" fmla="*/ 44282 w 169456"/>
              <a:gd name="csY0" fmla="*/ 6504 h 170068"/>
              <a:gd name="csX1" fmla="*/ 13254 w 169456"/>
              <a:gd name="csY1" fmla="*/ 12965 h 170068"/>
              <a:gd name="csX2" fmla="*/ 10349 w 169456"/>
              <a:gd name="csY2" fmla="*/ 14360 h 170068"/>
              <a:gd name="csX3" fmla="*/ 8545 w 169456"/>
              <a:gd name="csY3" fmla="*/ 17042 h 170068"/>
              <a:gd name="csX4" fmla="*/ 8330 w 169456"/>
              <a:gd name="csY4" fmla="*/ 17690 h 170068"/>
              <a:gd name="csX5" fmla="*/ 8330 w 169456"/>
              <a:gd name="csY5" fmla="*/ 17688 h 170068"/>
              <a:gd name="csX6" fmla="*/ 8148 w 169456"/>
              <a:gd name="csY6" fmla="*/ 18369 h 170068"/>
              <a:gd name="csX7" fmla="*/ 8148 w 169456"/>
              <a:gd name="csY7" fmla="*/ 18385 h 170068"/>
              <a:gd name="csX8" fmla="*/ 8768 w 169456"/>
              <a:gd name="csY8" fmla="*/ 53978 h 170068"/>
              <a:gd name="csX9" fmla="*/ 48702 w 169456"/>
              <a:gd name="csY9" fmla="*/ 121202 h 170068"/>
              <a:gd name="csX10" fmla="*/ 115684 w 169456"/>
              <a:gd name="csY10" fmla="*/ 161272 h 170068"/>
              <a:gd name="csX11" fmla="*/ 151148 w 169456"/>
              <a:gd name="csY11" fmla="*/ 161894 h 170068"/>
              <a:gd name="csX12" fmla="*/ 151164 w 169456"/>
              <a:gd name="csY12" fmla="*/ 161894 h 170068"/>
              <a:gd name="csX13" fmla="*/ 151843 w 169456"/>
              <a:gd name="csY13" fmla="*/ 161712 h 170068"/>
              <a:gd name="csX14" fmla="*/ 151859 w 169456"/>
              <a:gd name="csY14" fmla="*/ 161712 h 170068"/>
              <a:gd name="csX15" fmla="*/ 152480 w 169456"/>
              <a:gd name="csY15" fmla="*/ 161504 h 170068"/>
              <a:gd name="csX16" fmla="*/ 155153 w 169456"/>
              <a:gd name="csY16" fmla="*/ 159694 h 170068"/>
              <a:gd name="csX17" fmla="*/ 156543 w 169456"/>
              <a:gd name="csY17" fmla="*/ 156779 h 170068"/>
              <a:gd name="csX18" fmla="*/ 162980 w 169456"/>
              <a:gd name="csY18" fmla="*/ 125638 h 170068"/>
              <a:gd name="csX19" fmla="*/ 162376 w 169456"/>
              <a:gd name="csY19" fmla="*/ 121295 h 170068"/>
              <a:gd name="csX20" fmla="*/ 159108 w 169456"/>
              <a:gd name="csY20" fmla="*/ 118388 h 170068"/>
              <a:gd name="csX21" fmla="*/ 159108 w 169456"/>
              <a:gd name="csY21" fmla="*/ 118380 h 170068"/>
              <a:gd name="csX22" fmla="*/ 126830 w 169456"/>
              <a:gd name="csY22" fmla="*/ 105275 h 170068"/>
              <a:gd name="csX23" fmla="*/ 122990 w 169456"/>
              <a:gd name="csY23" fmla="*/ 104935 h 170068"/>
              <a:gd name="csX24" fmla="*/ 119680 w 169456"/>
              <a:gd name="csY24" fmla="*/ 106912 h 170068"/>
              <a:gd name="csX25" fmla="*/ 108981 w 169456"/>
              <a:gd name="csY25" fmla="*/ 118762 h 170068"/>
              <a:gd name="csX26" fmla="*/ 101923 w 169456"/>
              <a:gd name="csY26" fmla="*/ 122698 h 170068"/>
              <a:gd name="csX27" fmla="*/ 93765 w 169456"/>
              <a:gd name="csY27" fmla="*/ 121577 h 170068"/>
              <a:gd name="csX28" fmla="*/ 67343 w 169456"/>
              <a:gd name="csY28" fmla="*/ 102510 h 170068"/>
              <a:gd name="csX29" fmla="*/ 48337 w 169456"/>
              <a:gd name="csY29" fmla="*/ 75978 h 170068"/>
              <a:gd name="csX30" fmla="*/ 47203 w 169456"/>
              <a:gd name="csY30" fmla="*/ 67782 h 170068"/>
              <a:gd name="csX31" fmla="*/ 51125 w 169456"/>
              <a:gd name="csY31" fmla="*/ 60690 h 170068"/>
              <a:gd name="csX32" fmla="*/ 62933 w 169456"/>
              <a:gd name="csY32" fmla="*/ 49952 h 170068"/>
              <a:gd name="csX33" fmla="*/ 64902 w 169456"/>
              <a:gd name="csY33" fmla="*/ 46630 h 170068"/>
              <a:gd name="csX34" fmla="*/ 64563 w 169456"/>
              <a:gd name="csY34" fmla="*/ 42777 h 170068"/>
              <a:gd name="csX35" fmla="*/ 51506 w 169456"/>
              <a:gd name="csY35" fmla="*/ 10374 h 170068"/>
              <a:gd name="csX36" fmla="*/ 48610 w 169456"/>
              <a:gd name="csY36" fmla="*/ 7110 h 170068"/>
              <a:gd name="csX37" fmla="*/ 44282 w 169456"/>
              <a:gd name="csY37" fmla="*/ 6504 h 170068"/>
              <a:gd name="csX38" fmla="*/ 42982 w 169456"/>
              <a:gd name="csY38" fmla="*/ 273 h 170068"/>
              <a:gd name="csX39" fmla="*/ 42999 w 169456"/>
              <a:gd name="csY39" fmla="*/ 273 h 170068"/>
              <a:gd name="csX40" fmla="*/ 51588 w 169456"/>
              <a:gd name="csY40" fmla="*/ 1502 h 170068"/>
              <a:gd name="csX41" fmla="*/ 57388 w 169456"/>
              <a:gd name="csY41" fmla="*/ 8005 h 170068"/>
              <a:gd name="csX42" fmla="*/ 70446 w 169456"/>
              <a:gd name="csY42" fmla="*/ 40408 h 170068"/>
              <a:gd name="csX43" fmla="*/ 71083 w 169456"/>
              <a:gd name="csY43" fmla="*/ 48057 h 170068"/>
              <a:gd name="csX44" fmla="*/ 67177 w 169456"/>
              <a:gd name="csY44" fmla="*/ 54667 h 170068"/>
              <a:gd name="csX45" fmla="*/ 55369 w 169456"/>
              <a:gd name="csY45" fmla="*/ 65405 h 170068"/>
              <a:gd name="csX46" fmla="*/ 53458 w 169456"/>
              <a:gd name="csY46" fmla="*/ 68876 h 170068"/>
              <a:gd name="csX47" fmla="*/ 54095 w 169456"/>
              <a:gd name="csY47" fmla="*/ 73336 h 170068"/>
              <a:gd name="csX48" fmla="*/ 71836 w 169456"/>
              <a:gd name="csY48" fmla="*/ 98001 h 170068"/>
              <a:gd name="csX49" fmla="*/ 96369 w 169456"/>
              <a:gd name="csY49" fmla="*/ 115764 h 170068"/>
              <a:gd name="csX50" fmla="*/ 100829 w 169456"/>
              <a:gd name="csY50" fmla="*/ 116412 h 170068"/>
              <a:gd name="csX51" fmla="*/ 104288 w 169456"/>
              <a:gd name="csY51" fmla="*/ 114493 h 170068"/>
              <a:gd name="csX52" fmla="*/ 114987 w 169456"/>
              <a:gd name="csY52" fmla="*/ 102643 h 170068"/>
              <a:gd name="csX53" fmla="*/ 121574 w 169456"/>
              <a:gd name="csY53" fmla="*/ 98723 h 170068"/>
              <a:gd name="csX54" fmla="*/ 129195 w 169456"/>
              <a:gd name="csY54" fmla="*/ 99363 h 170068"/>
              <a:gd name="csX55" fmla="*/ 161481 w 169456"/>
              <a:gd name="csY55" fmla="*/ 112467 h 170068"/>
              <a:gd name="csX56" fmla="*/ 161490 w 169456"/>
              <a:gd name="csY56" fmla="*/ 112467 h 170068"/>
              <a:gd name="csX57" fmla="*/ 167960 w 169456"/>
              <a:gd name="csY57" fmla="*/ 118289 h 170068"/>
              <a:gd name="csX58" fmla="*/ 169185 w 169456"/>
              <a:gd name="csY58" fmla="*/ 126917 h 170068"/>
              <a:gd name="csX59" fmla="*/ 162739 w 169456"/>
              <a:gd name="csY59" fmla="*/ 158075 h 170068"/>
              <a:gd name="csX60" fmla="*/ 159934 w 169456"/>
              <a:gd name="csY60" fmla="*/ 163855 h 170068"/>
              <a:gd name="csX61" fmla="*/ 154655 w 169456"/>
              <a:gd name="csY61" fmla="*/ 167484 h 170068"/>
              <a:gd name="csX62" fmla="*/ 153645 w 169456"/>
              <a:gd name="csY62" fmla="*/ 167816 h 170068"/>
              <a:gd name="csX63" fmla="*/ 152603 w 169456"/>
              <a:gd name="csY63" fmla="*/ 168098 h 170068"/>
              <a:gd name="csX64" fmla="*/ 114209 w 169456"/>
              <a:gd name="csY64" fmla="*/ 167475 h 170068"/>
              <a:gd name="csX65" fmla="*/ 44207 w 169456"/>
              <a:gd name="csY65" fmla="*/ 125705 h 170068"/>
              <a:gd name="csX66" fmla="*/ 2587 w 169456"/>
              <a:gd name="csY66" fmla="*/ 55441 h 170068"/>
              <a:gd name="csX67" fmla="*/ 1966 w 169456"/>
              <a:gd name="csY67" fmla="*/ 16908 h 170068"/>
              <a:gd name="csX68" fmla="*/ 1966 w 169456"/>
              <a:gd name="csY68" fmla="*/ 16907 h 170068"/>
              <a:gd name="csX69" fmla="*/ 2248 w 169456"/>
              <a:gd name="csY69" fmla="*/ 15861 h 170068"/>
              <a:gd name="csX70" fmla="*/ 2579 w 169456"/>
              <a:gd name="csY70" fmla="*/ 14847 h 170068"/>
              <a:gd name="csX71" fmla="*/ 6195 w 169456"/>
              <a:gd name="csY71" fmla="*/ 9549 h 170068"/>
              <a:gd name="csX72" fmla="*/ 11954 w 169456"/>
              <a:gd name="csY72" fmla="*/ 6734 h 170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</a:cxnLst>
            <a:rect l="l" t="t" r="r" b="b"/>
            <a:pathLst>
              <a:path w="169456" h="170068">
                <a:moveTo>
                  <a:pt x="44282" y="6504"/>
                </a:moveTo>
                <a:lnTo>
                  <a:pt x="13254" y="12965"/>
                </a:lnTo>
                <a:cubicBezTo>
                  <a:pt x="12120" y="13197"/>
                  <a:pt x="11135" y="13679"/>
                  <a:pt x="10349" y="14360"/>
                </a:cubicBezTo>
                <a:cubicBezTo>
                  <a:pt x="9563" y="15041"/>
                  <a:pt x="8943" y="15946"/>
                  <a:pt x="8545" y="17042"/>
                </a:cubicBezTo>
                <a:cubicBezTo>
                  <a:pt x="8463" y="17250"/>
                  <a:pt x="8396" y="17466"/>
                  <a:pt x="8330" y="17690"/>
                </a:cubicBezTo>
                <a:lnTo>
                  <a:pt x="8330" y="17688"/>
                </a:lnTo>
                <a:cubicBezTo>
                  <a:pt x="8263" y="17903"/>
                  <a:pt x="8205" y="18136"/>
                  <a:pt x="8148" y="18369"/>
                </a:cubicBezTo>
                <a:lnTo>
                  <a:pt x="8148" y="18385"/>
                </a:lnTo>
                <a:cubicBezTo>
                  <a:pt x="5467" y="29721"/>
                  <a:pt x="5897" y="41805"/>
                  <a:pt x="8768" y="53978"/>
                </a:cubicBezTo>
                <a:cubicBezTo>
                  <a:pt x="14378" y="77703"/>
                  <a:pt x="29272" y="101694"/>
                  <a:pt x="48702" y="121202"/>
                </a:cubicBezTo>
                <a:cubicBezTo>
                  <a:pt x="68130" y="140693"/>
                  <a:pt x="92044" y="155640"/>
                  <a:pt x="115684" y="161272"/>
                </a:cubicBezTo>
                <a:cubicBezTo>
                  <a:pt x="127814" y="164162"/>
                  <a:pt x="139853" y="164585"/>
                  <a:pt x="151148" y="161894"/>
                </a:cubicBezTo>
                <a:lnTo>
                  <a:pt x="151164" y="161894"/>
                </a:lnTo>
                <a:cubicBezTo>
                  <a:pt x="151396" y="161836"/>
                  <a:pt x="151628" y="161778"/>
                  <a:pt x="151843" y="161712"/>
                </a:cubicBezTo>
                <a:lnTo>
                  <a:pt x="151859" y="161712"/>
                </a:lnTo>
                <a:cubicBezTo>
                  <a:pt x="152033" y="161662"/>
                  <a:pt x="152240" y="161587"/>
                  <a:pt x="152480" y="161504"/>
                </a:cubicBezTo>
                <a:cubicBezTo>
                  <a:pt x="153572" y="161106"/>
                  <a:pt x="154474" y="160483"/>
                  <a:pt x="155153" y="159694"/>
                </a:cubicBezTo>
                <a:cubicBezTo>
                  <a:pt x="155831" y="158905"/>
                  <a:pt x="156311" y="157917"/>
                  <a:pt x="156543" y="156779"/>
                </a:cubicBezTo>
                <a:lnTo>
                  <a:pt x="162980" y="125638"/>
                </a:lnTo>
                <a:cubicBezTo>
                  <a:pt x="163303" y="124094"/>
                  <a:pt x="163055" y="122574"/>
                  <a:pt x="162376" y="121295"/>
                </a:cubicBezTo>
                <a:cubicBezTo>
                  <a:pt x="161698" y="120024"/>
                  <a:pt x="160573" y="118978"/>
                  <a:pt x="159108" y="118388"/>
                </a:cubicBezTo>
                <a:lnTo>
                  <a:pt x="159108" y="118380"/>
                </a:lnTo>
                <a:lnTo>
                  <a:pt x="126830" y="105275"/>
                </a:lnTo>
                <a:cubicBezTo>
                  <a:pt x="125547" y="104752"/>
                  <a:pt x="124215" y="104653"/>
                  <a:pt x="122990" y="104935"/>
                </a:cubicBezTo>
                <a:cubicBezTo>
                  <a:pt x="121757" y="105217"/>
                  <a:pt x="120607" y="105890"/>
                  <a:pt x="119680" y="106912"/>
                </a:cubicBezTo>
                <a:lnTo>
                  <a:pt x="108981" y="118762"/>
                </a:lnTo>
                <a:cubicBezTo>
                  <a:pt x="107020" y="120938"/>
                  <a:pt x="104555" y="122233"/>
                  <a:pt x="101923" y="122698"/>
                </a:cubicBezTo>
                <a:cubicBezTo>
                  <a:pt x="99242" y="123172"/>
                  <a:pt x="96404" y="122781"/>
                  <a:pt x="93765" y="121577"/>
                </a:cubicBezTo>
                <a:cubicBezTo>
                  <a:pt x="84679" y="117433"/>
                  <a:pt x="75379" y="110574"/>
                  <a:pt x="67343" y="102510"/>
                </a:cubicBezTo>
                <a:cubicBezTo>
                  <a:pt x="59308" y="94446"/>
                  <a:pt x="52474" y="85104"/>
                  <a:pt x="48337" y="75978"/>
                </a:cubicBezTo>
                <a:cubicBezTo>
                  <a:pt x="47129" y="73313"/>
                  <a:pt x="46731" y="70464"/>
                  <a:pt x="47203" y="67782"/>
                </a:cubicBezTo>
                <a:cubicBezTo>
                  <a:pt x="47666" y="65133"/>
                  <a:pt x="48957" y="62658"/>
                  <a:pt x="51125" y="60690"/>
                </a:cubicBezTo>
                <a:lnTo>
                  <a:pt x="62933" y="49952"/>
                </a:lnTo>
                <a:cubicBezTo>
                  <a:pt x="63951" y="49030"/>
                  <a:pt x="64613" y="47868"/>
                  <a:pt x="64902" y="46630"/>
                </a:cubicBezTo>
                <a:cubicBezTo>
                  <a:pt x="65184" y="45393"/>
                  <a:pt x="65084" y="44064"/>
                  <a:pt x="64563" y="42777"/>
                </a:cubicBezTo>
                <a:lnTo>
                  <a:pt x="51506" y="10374"/>
                </a:lnTo>
                <a:cubicBezTo>
                  <a:pt x="50918" y="8920"/>
                  <a:pt x="49876" y="7791"/>
                  <a:pt x="48610" y="7110"/>
                </a:cubicBezTo>
                <a:cubicBezTo>
                  <a:pt x="47335" y="6429"/>
                  <a:pt x="45821" y="6188"/>
                  <a:pt x="44282" y="6504"/>
                </a:cubicBezTo>
                <a:close/>
                <a:moveTo>
                  <a:pt x="42982" y="273"/>
                </a:moveTo>
                <a:lnTo>
                  <a:pt x="42999" y="273"/>
                </a:lnTo>
                <a:cubicBezTo>
                  <a:pt x="46019" y="-358"/>
                  <a:pt x="49031" y="132"/>
                  <a:pt x="51588" y="1502"/>
                </a:cubicBezTo>
                <a:cubicBezTo>
                  <a:pt x="54145" y="2872"/>
                  <a:pt x="56230" y="5123"/>
                  <a:pt x="57388" y="8005"/>
                </a:cubicBezTo>
                <a:lnTo>
                  <a:pt x="70446" y="40408"/>
                </a:lnTo>
                <a:cubicBezTo>
                  <a:pt x="71455" y="42924"/>
                  <a:pt x="71654" y="45574"/>
                  <a:pt x="71083" y="48057"/>
                </a:cubicBezTo>
                <a:cubicBezTo>
                  <a:pt x="70520" y="50531"/>
                  <a:pt x="69196" y="52832"/>
                  <a:pt x="67177" y="54667"/>
                </a:cubicBezTo>
                <a:lnTo>
                  <a:pt x="55369" y="65405"/>
                </a:lnTo>
                <a:cubicBezTo>
                  <a:pt x="54319" y="66360"/>
                  <a:pt x="53690" y="67572"/>
                  <a:pt x="53458" y="68876"/>
                </a:cubicBezTo>
                <a:cubicBezTo>
                  <a:pt x="53210" y="70313"/>
                  <a:pt x="53433" y="71865"/>
                  <a:pt x="54095" y="73336"/>
                </a:cubicBezTo>
                <a:cubicBezTo>
                  <a:pt x="57901" y="81723"/>
                  <a:pt x="64289" y="90418"/>
                  <a:pt x="71836" y="98001"/>
                </a:cubicBezTo>
                <a:cubicBezTo>
                  <a:pt x="79374" y="105566"/>
                  <a:pt x="88012" y="111952"/>
                  <a:pt x="96369" y="115764"/>
                </a:cubicBezTo>
                <a:cubicBezTo>
                  <a:pt x="97850" y="116437"/>
                  <a:pt x="99406" y="116669"/>
                  <a:pt x="100829" y="116412"/>
                </a:cubicBezTo>
                <a:cubicBezTo>
                  <a:pt x="102129" y="116187"/>
                  <a:pt x="103337" y="115548"/>
                  <a:pt x="104288" y="114493"/>
                </a:cubicBezTo>
                <a:lnTo>
                  <a:pt x="114987" y="102643"/>
                </a:lnTo>
                <a:cubicBezTo>
                  <a:pt x="116808" y="100625"/>
                  <a:pt x="119108" y="99296"/>
                  <a:pt x="121574" y="98723"/>
                </a:cubicBezTo>
                <a:cubicBezTo>
                  <a:pt x="124048" y="98150"/>
                  <a:pt x="126687" y="98349"/>
                  <a:pt x="129195" y="99363"/>
                </a:cubicBezTo>
                <a:lnTo>
                  <a:pt x="161481" y="112467"/>
                </a:lnTo>
                <a:lnTo>
                  <a:pt x="161490" y="112467"/>
                </a:lnTo>
                <a:cubicBezTo>
                  <a:pt x="164353" y="113630"/>
                  <a:pt x="166595" y="115722"/>
                  <a:pt x="167960" y="118289"/>
                </a:cubicBezTo>
                <a:cubicBezTo>
                  <a:pt x="169325" y="120846"/>
                  <a:pt x="169814" y="123877"/>
                  <a:pt x="169185" y="126917"/>
                </a:cubicBezTo>
                <a:lnTo>
                  <a:pt x="162739" y="158075"/>
                </a:lnTo>
                <a:cubicBezTo>
                  <a:pt x="162284" y="160284"/>
                  <a:pt x="161316" y="162243"/>
                  <a:pt x="159934" y="163855"/>
                </a:cubicBezTo>
                <a:cubicBezTo>
                  <a:pt x="158552" y="165466"/>
                  <a:pt x="156756" y="166711"/>
                  <a:pt x="154655" y="167484"/>
                </a:cubicBezTo>
                <a:cubicBezTo>
                  <a:pt x="154365" y="167592"/>
                  <a:pt x="154026" y="167700"/>
                  <a:pt x="153645" y="167816"/>
                </a:cubicBezTo>
                <a:cubicBezTo>
                  <a:pt x="153306" y="167915"/>
                  <a:pt x="152958" y="168015"/>
                  <a:pt x="152603" y="168098"/>
                </a:cubicBezTo>
                <a:cubicBezTo>
                  <a:pt x="140299" y="171030"/>
                  <a:pt x="127266" y="170581"/>
                  <a:pt x="114209" y="167475"/>
                </a:cubicBezTo>
                <a:cubicBezTo>
                  <a:pt x="89402" y="161563"/>
                  <a:pt x="64421" y="145993"/>
                  <a:pt x="44207" y="125705"/>
                </a:cubicBezTo>
                <a:cubicBezTo>
                  <a:pt x="23992" y="105417"/>
                  <a:pt x="8478" y="80346"/>
                  <a:pt x="2587" y="55441"/>
                </a:cubicBezTo>
                <a:cubicBezTo>
                  <a:pt x="-516" y="42336"/>
                  <a:pt x="-955" y="29257"/>
                  <a:pt x="1966" y="16908"/>
                </a:cubicBezTo>
                <a:lnTo>
                  <a:pt x="1966" y="16907"/>
                </a:lnTo>
                <a:cubicBezTo>
                  <a:pt x="2049" y="16550"/>
                  <a:pt x="2140" y="16201"/>
                  <a:pt x="2248" y="15861"/>
                </a:cubicBezTo>
                <a:cubicBezTo>
                  <a:pt x="2347" y="15520"/>
                  <a:pt x="2463" y="15180"/>
                  <a:pt x="2579" y="14847"/>
                </a:cubicBezTo>
                <a:cubicBezTo>
                  <a:pt x="3348" y="12738"/>
                  <a:pt x="4590" y="10936"/>
                  <a:pt x="6195" y="9549"/>
                </a:cubicBezTo>
                <a:cubicBezTo>
                  <a:pt x="7800" y="8162"/>
                  <a:pt x="9753" y="7191"/>
                  <a:pt x="11954" y="6734"/>
                </a:cubicBezTo>
                <a:close/>
              </a:path>
            </a:pathLst>
          </a:custGeom>
          <a:solidFill>
            <a:schemeClr val="bg1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>
              <a:buNone/>
              <a:defRPr lang="en-US" sz="100" smtClean="0">
                <a:solidFill>
                  <a:schemeClr val="tx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65205D9A-78CB-42EA-D56B-46556C049F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844505" y="4689028"/>
            <a:ext cx="156354" cy="104600"/>
          </a:xfrm>
          <a:custGeom>
            <a:avLst/>
            <a:gdLst>
              <a:gd name="csX0" fmla="*/ 7272 w 156354"/>
              <a:gd name="csY0" fmla="*/ 11102 h 104600"/>
              <a:gd name="csX1" fmla="*/ 7272 w 156354"/>
              <a:gd name="csY1" fmla="*/ 97386 h 104600"/>
              <a:gd name="csX2" fmla="*/ 149082 w 156354"/>
              <a:gd name="csY2" fmla="*/ 97386 h 104600"/>
              <a:gd name="csX3" fmla="*/ 149082 w 156354"/>
              <a:gd name="csY3" fmla="*/ 11102 h 104600"/>
              <a:gd name="csX4" fmla="*/ 80450 w 156354"/>
              <a:gd name="csY4" fmla="*/ 65879 h 104600"/>
              <a:gd name="csX5" fmla="*/ 75904 w 156354"/>
              <a:gd name="csY5" fmla="*/ 65879 h 104600"/>
              <a:gd name="csX6" fmla="*/ 13976 w 156354"/>
              <a:gd name="csY6" fmla="*/ 7214 h 104600"/>
              <a:gd name="csX7" fmla="*/ 78177 w 156354"/>
              <a:gd name="csY7" fmla="*/ 58502 h 104600"/>
              <a:gd name="csX8" fmla="*/ 142378 w 156354"/>
              <a:gd name="csY8" fmla="*/ 7214 h 104600"/>
              <a:gd name="csX9" fmla="*/ 3636 w 156354"/>
              <a:gd name="csY9" fmla="*/ 0 h 104600"/>
              <a:gd name="csX10" fmla="*/ 152718 w 156354"/>
              <a:gd name="csY10" fmla="*/ 0 h 104600"/>
              <a:gd name="csX11" fmla="*/ 156354 w 156354"/>
              <a:gd name="csY11" fmla="*/ 3607 h 104600"/>
              <a:gd name="csX12" fmla="*/ 156354 w 156354"/>
              <a:gd name="csY12" fmla="*/ 100993 h 104600"/>
              <a:gd name="csX13" fmla="*/ 152718 w 156354"/>
              <a:gd name="csY13" fmla="*/ 104600 h 104600"/>
              <a:gd name="csX14" fmla="*/ 3636 w 156354"/>
              <a:gd name="csY14" fmla="*/ 104600 h 104600"/>
              <a:gd name="csX15" fmla="*/ 0 w 156354"/>
              <a:gd name="csY15" fmla="*/ 100993 h 104600"/>
              <a:gd name="csX16" fmla="*/ 0 w 156354"/>
              <a:gd name="csY16" fmla="*/ 3607 h 104600"/>
              <a:gd name="csX17" fmla="*/ 3636 w 156354"/>
              <a:gd name="csY17" fmla="*/ 0 h 104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56354" h="104600">
                <a:moveTo>
                  <a:pt x="7272" y="11102"/>
                </a:moveTo>
                <a:lnTo>
                  <a:pt x="7272" y="97386"/>
                </a:lnTo>
                <a:lnTo>
                  <a:pt x="149082" y="97386"/>
                </a:lnTo>
                <a:lnTo>
                  <a:pt x="149082" y="11102"/>
                </a:lnTo>
                <a:lnTo>
                  <a:pt x="80450" y="65879"/>
                </a:lnTo>
                <a:cubicBezTo>
                  <a:pt x="79121" y="66943"/>
                  <a:pt x="77233" y="66943"/>
                  <a:pt x="75904" y="65879"/>
                </a:cubicBezTo>
                <a:close/>
                <a:moveTo>
                  <a:pt x="13976" y="7214"/>
                </a:moveTo>
                <a:lnTo>
                  <a:pt x="78177" y="58502"/>
                </a:lnTo>
                <a:lnTo>
                  <a:pt x="142378" y="7214"/>
                </a:lnTo>
                <a:close/>
                <a:moveTo>
                  <a:pt x="3636" y="0"/>
                </a:moveTo>
                <a:lnTo>
                  <a:pt x="152718" y="0"/>
                </a:lnTo>
                <a:cubicBezTo>
                  <a:pt x="154726" y="0"/>
                  <a:pt x="156354" y="1616"/>
                  <a:pt x="156354" y="3607"/>
                </a:cubicBezTo>
                <a:lnTo>
                  <a:pt x="156354" y="100993"/>
                </a:lnTo>
                <a:cubicBezTo>
                  <a:pt x="156354" y="102995"/>
                  <a:pt x="154726" y="104600"/>
                  <a:pt x="152718" y="104600"/>
                </a:cubicBezTo>
                <a:lnTo>
                  <a:pt x="3636" y="104600"/>
                </a:lnTo>
                <a:cubicBezTo>
                  <a:pt x="1628" y="104600"/>
                  <a:pt x="0" y="102995"/>
                  <a:pt x="0" y="100993"/>
                </a:cubicBezTo>
                <a:lnTo>
                  <a:pt x="0" y="3607"/>
                </a:lnTo>
                <a:cubicBezTo>
                  <a:pt x="0" y="1616"/>
                  <a:pt x="1628" y="0"/>
                  <a:pt x="3636" y="0"/>
                </a:cubicBezTo>
                <a:close/>
              </a:path>
            </a:pathLst>
          </a:custGeom>
          <a:solidFill>
            <a:schemeClr val="bg1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>
              <a:buNone/>
              <a:defRPr lang="en-US" sz="100" dirty="0">
                <a:solidFill>
                  <a:schemeClr val="tx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>
              <a:buNone/>
            </a:pPr>
            <a:r>
              <a:rPr lang="en-US"/>
              <a:t>E-Mail: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D87C7806-4F84-997B-FF0A-F821B23858A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853398" y="5247830"/>
            <a:ext cx="138568" cy="158705"/>
          </a:xfrm>
          <a:custGeom>
            <a:avLst/>
            <a:gdLst>
              <a:gd name="csX0" fmla="*/ 47720 w 138568"/>
              <a:gd name="csY0" fmla="*/ 92965 h 158705"/>
              <a:gd name="csX1" fmla="*/ 47720 w 138568"/>
              <a:gd name="csY1" fmla="*/ 151120 h 158705"/>
              <a:gd name="csX2" fmla="*/ 90851 w 138568"/>
              <a:gd name="csY2" fmla="*/ 151120 h 158705"/>
              <a:gd name="csX3" fmla="*/ 90851 w 138568"/>
              <a:gd name="csY3" fmla="*/ 92965 h 158705"/>
              <a:gd name="csX4" fmla="*/ 69284 w 138568"/>
              <a:gd name="csY4" fmla="*/ 8544 h 158705"/>
              <a:gd name="csX5" fmla="*/ 7560 w 138568"/>
              <a:gd name="csY5" fmla="*/ 55192 h 158705"/>
              <a:gd name="csX6" fmla="*/ 7560 w 138568"/>
              <a:gd name="csY6" fmla="*/ 151120 h 158705"/>
              <a:gd name="csX7" fmla="*/ 40162 w 138568"/>
              <a:gd name="csY7" fmla="*/ 151120 h 158705"/>
              <a:gd name="csX8" fmla="*/ 40162 w 138568"/>
              <a:gd name="csY8" fmla="*/ 89173 h 158705"/>
              <a:gd name="csX9" fmla="*/ 43941 w 138568"/>
              <a:gd name="csY9" fmla="*/ 85380 h 158705"/>
              <a:gd name="csX10" fmla="*/ 94630 w 138568"/>
              <a:gd name="csY10" fmla="*/ 85380 h 158705"/>
              <a:gd name="csX11" fmla="*/ 98409 w 138568"/>
              <a:gd name="csY11" fmla="*/ 89173 h 158705"/>
              <a:gd name="csX12" fmla="*/ 98409 w 138568"/>
              <a:gd name="csY12" fmla="*/ 151120 h 158705"/>
              <a:gd name="csX13" fmla="*/ 131011 w 138568"/>
              <a:gd name="csY13" fmla="*/ 151120 h 158705"/>
              <a:gd name="csX14" fmla="*/ 131009 w 138568"/>
              <a:gd name="csY14" fmla="*/ 55192 h 158705"/>
              <a:gd name="csX15" fmla="*/ 67010 w 138568"/>
              <a:gd name="csY15" fmla="*/ 762 h 158705"/>
              <a:gd name="csX16" fmla="*/ 71560 w 138568"/>
              <a:gd name="csY16" fmla="*/ 762 h 158705"/>
              <a:gd name="csX17" fmla="*/ 137066 w 138568"/>
              <a:gd name="csY17" fmla="*/ 50269 h 158705"/>
              <a:gd name="csX18" fmla="*/ 137064 w 138568"/>
              <a:gd name="csY18" fmla="*/ 50270 h 158705"/>
              <a:gd name="csX19" fmla="*/ 138568 w 138568"/>
              <a:gd name="csY19" fmla="*/ 53304 h 158705"/>
              <a:gd name="csX20" fmla="*/ 138568 w 138568"/>
              <a:gd name="csY20" fmla="*/ 154912 h 158705"/>
              <a:gd name="csX21" fmla="*/ 134789 w 138568"/>
              <a:gd name="csY21" fmla="*/ 158705 h 158705"/>
              <a:gd name="csX22" fmla="*/ 3779 w 138568"/>
              <a:gd name="csY22" fmla="*/ 158705 h 158705"/>
              <a:gd name="csX23" fmla="*/ 0 w 138568"/>
              <a:gd name="csY23" fmla="*/ 154912 h 158705"/>
              <a:gd name="csX24" fmla="*/ 0 w 138568"/>
              <a:gd name="csY24" fmla="*/ 53296 h 158705"/>
              <a:gd name="csX25" fmla="*/ 1504 w 138568"/>
              <a:gd name="csY25" fmla="*/ 50269 h 158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138568" h="158705">
                <a:moveTo>
                  <a:pt x="47720" y="92965"/>
                </a:moveTo>
                <a:lnTo>
                  <a:pt x="47720" y="151120"/>
                </a:lnTo>
                <a:lnTo>
                  <a:pt x="90851" y="151120"/>
                </a:lnTo>
                <a:lnTo>
                  <a:pt x="90851" y="92965"/>
                </a:lnTo>
                <a:close/>
                <a:moveTo>
                  <a:pt x="69284" y="8544"/>
                </a:moveTo>
                <a:lnTo>
                  <a:pt x="7560" y="55192"/>
                </a:lnTo>
                <a:lnTo>
                  <a:pt x="7560" y="151120"/>
                </a:lnTo>
                <a:lnTo>
                  <a:pt x="40162" y="151120"/>
                </a:lnTo>
                <a:lnTo>
                  <a:pt x="40162" y="89173"/>
                </a:lnTo>
                <a:cubicBezTo>
                  <a:pt x="40162" y="87079"/>
                  <a:pt x="41855" y="85380"/>
                  <a:pt x="43941" y="85380"/>
                </a:cubicBezTo>
                <a:lnTo>
                  <a:pt x="94630" y="85380"/>
                </a:lnTo>
                <a:cubicBezTo>
                  <a:pt x="96716" y="85380"/>
                  <a:pt x="98409" y="87079"/>
                  <a:pt x="98409" y="89173"/>
                </a:cubicBezTo>
                <a:lnTo>
                  <a:pt x="98409" y="151120"/>
                </a:lnTo>
                <a:lnTo>
                  <a:pt x="131011" y="151120"/>
                </a:lnTo>
                <a:lnTo>
                  <a:pt x="131009" y="55192"/>
                </a:lnTo>
                <a:close/>
                <a:moveTo>
                  <a:pt x="67010" y="762"/>
                </a:moveTo>
                <a:cubicBezTo>
                  <a:pt x="68363" y="-254"/>
                  <a:pt x="70215" y="-254"/>
                  <a:pt x="71560" y="762"/>
                </a:cubicBezTo>
                <a:lnTo>
                  <a:pt x="137066" y="50269"/>
                </a:lnTo>
                <a:lnTo>
                  <a:pt x="137064" y="50270"/>
                </a:lnTo>
                <a:cubicBezTo>
                  <a:pt x="138016" y="50990"/>
                  <a:pt x="138568" y="52113"/>
                  <a:pt x="138568" y="53304"/>
                </a:cubicBezTo>
                <a:lnTo>
                  <a:pt x="138568" y="154912"/>
                </a:lnTo>
                <a:cubicBezTo>
                  <a:pt x="138568" y="157006"/>
                  <a:pt x="136875" y="158705"/>
                  <a:pt x="134789" y="158705"/>
                </a:cubicBezTo>
                <a:lnTo>
                  <a:pt x="3779" y="158705"/>
                </a:lnTo>
                <a:cubicBezTo>
                  <a:pt x="1693" y="158705"/>
                  <a:pt x="0" y="157006"/>
                  <a:pt x="0" y="154912"/>
                </a:cubicBezTo>
                <a:lnTo>
                  <a:pt x="0" y="53296"/>
                </a:lnTo>
                <a:cubicBezTo>
                  <a:pt x="0" y="52105"/>
                  <a:pt x="559" y="50982"/>
                  <a:pt x="1504" y="50269"/>
                </a:cubicBezTo>
                <a:close/>
              </a:path>
            </a:pathLst>
          </a:custGeom>
          <a:solidFill>
            <a:schemeClr val="bg1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>
              <a:buNone/>
              <a:defRPr lang="en-US" sz="100" dirty="0">
                <a:solidFill>
                  <a:schemeClr val="tx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A5773286-5C77-589A-BF10-5B3D8BA1E93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830873" y="5820895"/>
            <a:ext cx="183618" cy="184282"/>
          </a:xfrm>
          <a:custGeom>
            <a:avLst/>
            <a:gdLst>
              <a:gd name="csX0" fmla="*/ 138423 w 183618"/>
              <a:gd name="csY0" fmla="*/ 143458 h 184282"/>
              <a:gd name="csX1" fmla="*/ 129506 w 183618"/>
              <a:gd name="csY1" fmla="*/ 165898 h 184282"/>
              <a:gd name="csX2" fmla="*/ 152500 w 183618"/>
              <a:gd name="csY2" fmla="*/ 148341 h 184282"/>
              <a:gd name="csX3" fmla="*/ 152509 w 183618"/>
              <a:gd name="csY3" fmla="*/ 148341 h 184282"/>
              <a:gd name="csX4" fmla="*/ 138441 w 183618"/>
              <a:gd name="csY4" fmla="*/ 143467 h 184282"/>
              <a:gd name="csX5" fmla="*/ 138423 w 183618"/>
              <a:gd name="csY5" fmla="*/ 143467 h 184282"/>
              <a:gd name="csX6" fmla="*/ 45174 w 183618"/>
              <a:gd name="csY6" fmla="*/ 143458 h 184282"/>
              <a:gd name="csX7" fmla="*/ 31115 w 183618"/>
              <a:gd name="csY7" fmla="*/ 148350 h 184282"/>
              <a:gd name="csX8" fmla="*/ 31124 w 183618"/>
              <a:gd name="csY8" fmla="*/ 148350 h 184282"/>
              <a:gd name="csX9" fmla="*/ 54100 w 183618"/>
              <a:gd name="csY9" fmla="*/ 165898 h 184282"/>
              <a:gd name="csX10" fmla="*/ 54109 w 183618"/>
              <a:gd name="csY10" fmla="*/ 165898 h 184282"/>
              <a:gd name="csX11" fmla="*/ 45192 w 183618"/>
              <a:gd name="csY11" fmla="*/ 143467 h 184282"/>
              <a:gd name="csX12" fmla="*/ 87255 w 183618"/>
              <a:gd name="csY12" fmla="*/ 137454 h 184282"/>
              <a:gd name="csX13" fmla="*/ 54064 w 183618"/>
              <a:gd name="csY13" fmla="*/ 141259 h 184282"/>
              <a:gd name="csX14" fmla="*/ 54073 w 183618"/>
              <a:gd name="csY14" fmla="*/ 141259 h 184282"/>
              <a:gd name="csX15" fmla="*/ 68822 w 183618"/>
              <a:gd name="csY15" fmla="*/ 171769 h 184282"/>
              <a:gd name="csX16" fmla="*/ 68830 w 183618"/>
              <a:gd name="csY16" fmla="*/ 171769 h 184282"/>
              <a:gd name="csX17" fmla="*/ 87264 w 183618"/>
              <a:gd name="csY17" fmla="*/ 174892 h 184282"/>
              <a:gd name="csX18" fmla="*/ 87264 w 183618"/>
              <a:gd name="csY18" fmla="*/ 137462 h 184282"/>
              <a:gd name="csX19" fmla="*/ 87255 w 183618"/>
              <a:gd name="csY19" fmla="*/ 137462 h 184282"/>
              <a:gd name="csX20" fmla="*/ 96351 w 183618"/>
              <a:gd name="csY20" fmla="*/ 137453 h 184282"/>
              <a:gd name="csX21" fmla="*/ 96350 w 183618"/>
              <a:gd name="csY21" fmla="*/ 174892 h 184282"/>
              <a:gd name="csX22" fmla="*/ 114775 w 183618"/>
              <a:gd name="csY22" fmla="*/ 171768 h 184282"/>
              <a:gd name="csX23" fmla="*/ 114793 w 183618"/>
              <a:gd name="csY23" fmla="*/ 171768 h 184282"/>
              <a:gd name="csX24" fmla="*/ 129541 w 183618"/>
              <a:gd name="csY24" fmla="*/ 141250 h 184282"/>
              <a:gd name="csX25" fmla="*/ 129550 w 183618"/>
              <a:gd name="csY25" fmla="*/ 141250 h 184282"/>
              <a:gd name="csX26" fmla="*/ 96360 w 183618"/>
              <a:gd name="csY26" fmla="*/ 137462 h 184282"/>
              <a:gd name="csX27" fmla="*/ 96351 w 183618"/>
              <a:gd name="csY27" fmla="*/ 137462 h 184282"/>
              <a:gd name="csX28" fmla="*/ 96353 w 183618"/>
              <a:gd name="csY28" fmla="*/ 96709 h 184282"/>
              <a:gd name="csX29" fmla="*/ 96351 w 183618"/>
              <a:gd name="csY29" fmla="*/ 128199 h 184282"/>
              <a:gd name="csX30" fmla="*/ 96360 w 183618"/>
              <a:gd name="csY30" fmla="*/ 128190 h 184282"/>
              <a:gd name="csX31" fmla="*/ 131886 w 183618"/>
              <a:gd name="csY31" fmla="*/ 132373 h 184282"/>
              <a:gd name="csX32" fmla="*/ 136197 w 183618"/>
              <a:gd name="csY32" fmla="*/ 96709 h 184282"/>
              <a:gd name="csX33" fmla="*/ 47422 w 183618"/>
              <a:gd name="csY33" fmla="*/ 96708 h 184282"/>
              <a:gd name="csX34" fmla="*/ 51733 w 183618"/>
              <a:gd name="csY34" fmla="*/ 132371 h 184282"/>
              <a:gd name="csX35" fmla="*/ 87259 w 183618"/>
              <a:gd name="csY35" fmla="*/ 128197 h 184282"/>
              <a:gd name="csX36" fmla="*/ 87268 w 183618"/>
              <a:gd name="csY36" fmla="*/ 128188 h 184282"/>
              <a:gd name="csX37" fmla="*/ 87268 w 183618"/>
              <a:gd name="csY37" fmla="*/ 96709 h 184282"/>
              <a:gd name="csX38" fmla="*/ 47440 w 183618"/>
              <a:gd name="csY38" fmla="*/ 96709 h 184282"/>
              <a:gd name="csX39" fmla="*/ 174243 w 183618"/>
              <a:gd name="csY39" fmla="*/ 96700 h 184282"/>
              <a:gd name="csX40" fmla="*/ 145435 w 183618"/>
              <a:gd name="csY40" fmla="*/ 96709 h 184282"/>
              <a:gd name="csX41" fmla="*/ 145426 w 183618"/>
              <a:gd name="csY41" fmla="*/ 96709 h 184282"/>
              <a:gd name="csX42" fmla="*/ 145426 w 183618"/>
              <a:gd name="csY42" fmla="*/ 96701 h 184282"/>
              <a:gd name="csX43" fmla="*/ 140757 w 183618"/>
              <a:gd name="csY43" fmla="*/ 134588 h 184282"/>
              <a:gd name="csX44" fmla="*/ 140775 w 183618"/>
              <a:gd name="csY44" fmla="*/ 134588 h 184282"/>
              <a:gd name="csX45" fmla="*/ 158564 w 183618"/>
              <a:gd name="csY45" fmla="*/ 140917 h 184282"/>
              <a:gd name="csX46" fmla="*/ 158573 w 183618"/>
              <a:gd name="csY46" fmla="*/ 140917 h 184282"/>
              <a:gd name="csX47" fmla="*/ 174261 w 183618"/>
              <a:gd name="csY47" fmla="*/ 96700 h 184282"/>
              <a:gd name="csX48" fmla="*/ 38208 w 183618"/>
              <a:gd name="csY48" fmla="*/ 96700 h 184282"/>
              <a:gd name="csX49" fmla="*/ 9347 w 183618"/>
              <a:gd name="csY49" fmla="*/ 96709 h 184282"/>
              <a:gd name="csX50" fmla="*/ 9356 w 183618"/>
              <a:gd name="csY50" fmla="*/ 96709 h 184282"/>
              <a:gd name="csX51" fmla="*/ 25043 w 183618"/>
              <a:gd name="csY51" fmla="*/ 140916 h 184282"/>
              <a:gd name="csX52" fmla="*/ 42850 w 183618"/>
              <a:gd name="csY52" fmla="*/ 134588 h 184282"/>
              <a:gd name="csX53" fmla="*/ 42859 w 183618"/>
              <a:gd name="csY53" fmla="*/ 134588 h 184282"/>
              <a:gd name="csX54" fmla="*/ 38190 w 183618"/>
              <a:gd name="csY54" fmla="*/ 96709 h 184282"/>
              <a:gd name="csX55" fmla="*/ 38208 w 183618"/>
              <a:gd name="csY55" fmla="*/ 96709 h 184282"/>
              <a:gd name="csX56" fmla="*/ 131878 w 183618"/>
              <a:gd name="csY56" fmla="*/ 51909 h 184282"/>
              <a:gd name="csX57" fmla="*/ 131880 w 183618"/>
              <a:gd name="csY57" fmla="*/ 51911 h 184282"/>
              <a:gd name="csX58" fmla="*/ 96345 w 183618"/>
              <a:gd name="csY58" fmla="*/ 56102 h 184282"/>
              <a:gd name="csX59" fmla="*/ 96354 w 183618"/>
              <a:gd name="csY59" fmla="*/ 56102 h 184282"/>
              <a:gd name="csX60" fmla="*/ 96354 w 183618"/>
              <a:gd name="csY60" fmla="*/ 87581 h 184282"/>
              <a:gd name="csX61" fmla="*/ 136198 w 183618"/>
              <a:gd name="csY61" fmla="*/ 87581 h 184282"/>
              <a:gd name="csX62" fmla="*/ 131896 w 183618"/>
              <a:gd name="csY62" fmla="*/ 51918 h 184282"/>
              <a:gd name="csX63" fmla="*/ 51724 w 183618"/>
              <a:gd name="csY63" fmla="*/ 51909 h 184282"/>
              <a:gd name="csX64" fmla="*/ 51724 w 183618"/>
              <a:gd name="csY64" fmla="*/ 51918 h 184282"/>
              <a:gd name="csX65" fmla="*/ 51724 w 183618"/>
              <a:gd name="csY65" fmla="*/ 51918 h 184282"/>
              <a:gd name="csX66" fmla="*/ 47424 w 183618"/>
              <a:gd name="csY66" fmla="*/ 87580 h 184282"/>
              <a:gd name="csX67" fmla="*/ 87267 w 183618"/>
              <a:gd name="csY67" fmla="*/ 87580 h 184282"/>
              <a:gd name="csX68" fmla="*/ 87267 w 183618"/>
              <a:gd name="csY68" fmla="*/ 56092 h 184282"/>
              <a:gd name="csX69" fmla="*/ 87276 w 183618"/>
              <a:gd name="csY69" fmla="*/ 56092 h 184282"/>
              <a:gd name="csX70" fmla="*/ 51742 w 183618"/>
              <a:gd name="csY70" fmla="*/ 51918 h 184282"/>
              <a:gd name="csX71" fmla="*/ 51724 w 183618"/>
              <a:gd name="csY71" fmla="*/ 51918 h 184282"/>
              <a:gd name="csX72" fmla="*/ 51725 w 183618"/>
              <a:gd name="csY72" fmla="*/ 51910 h 184282"/>
              <a:gd name="csX73" fmla="*/ 158565 w 183618"/>
              <a:gd name="csY73" fmla="*/ 43373 h 184282"/>
              <a:gd name="csX74" fmla="*/ 140749 w 183618"/>
              <a:gd name="csY74" fmla="*/ 49710 h 184282"/>
              <a:gd name="csX75" fmla="*/ 140758 w 183618"/>
              <a:gd name="csY75" fmla="*/ 49710 h 184282"/>
              <a:gd name="csX76" fmla="*/ 145427 w 183618"/>
              <a:gd name="csY76" fmla="*/ 87580 h 184282"/>
              <a:gd name="csX77" fmla="*/ 174262 w 183618"/>
              <a:gd name="csY77" fmla="*/ 87580 h 184282"/>
              <a:gd name="csX78" fmla="*/ 158584 w 183618"/>
              <a:gd name="csY78" fmla="*/ 43382 h 184282"/>
              <a:gd name="csX79" fmla="*/ 158584 w 183618"/>
              <a:gd name="csY79" fmla="*/ 43373 h 184282"/>
              <a:gd name="csX80" fmla="*/ 158566 w 183618"/>
              <a:gd name="csY80" fmla="*/ 43373 h 184282"/>
              <a:gd name="csX81" fmla="*/ 25036 w 183618"/>
              <a:gd name="csY81" fmla="*/ 43373 h 184282"/>
              <a:gd name="csX82" fmla="*/ 9357 w 183618"/>
              <a:gd name="csY82" fmla="*/ 87580 h 184282"/>
              <a:gd name="csX83" fmla="*/ 38192 w 183618"/>
              <a:gd name="csY83" fmla="*/ 87580 h 184282"/>
              <a:gd name="csX84" fmla="*/ 42861 w 183618"/>
              <a:gd name="csY84" fmla="*/ 49701 h 184282"/>
              <a:gd name="csX85" fmla="*/ 42870 w 183618"/>
              <a:gd name="csY85" fmla="*/ 49701 h 184282"/>
              <a:gd name="csX86" fmla="*/ 25045 w 183618"/>
              <a:gd name="csY86" fmla="*/ 43382 h 184282"/>
              <a:gd name="csX87" fmla="*/ 129516 w 183618"/>
              <a:gd name="csY87" fmla="*/ 18401 h 184282"/>
              <a:gd name="csX88" fmla="*/ 138433 w 183618"/>
              <a:gd name="csY88" fmla="*/ 40824 h 184282"/>
              <a:gd name="csX89" fmla="*/ 152493 w 183618"/>
              <a:gd name="csY89" fmla="*/ 35950 h 184282"/>
              <a:gd name="csX90" fmla="*/ 152511 w 183618"/>
              <a:gd name="csY90" fmla="*/ 35950 h 184282"/>
              <a:gd name="csX91" fmla="*/ 129525 w 183618"/>
              <a:gd name="csY91" fmla="*/ 18401 h 184282"/>
              <a:gd name="csX92" fmla="*/ 54094 w 183618"/>
              <a:gd name="csY92" fmla="*/ 18392 h 184282"/>
              <a:gd name="csX93" fmla="*/ 31118 w 183618"/>
              <a:gd name="csY93" fmla="*/ 35950 h 184282"/>
              <a:gd name="csX94" fmla="*/ 31127 w 183618"/>
              <a:gd name="csY94" fmla="*/ 35950 h 184282"/>
              <a:gd name="csX95" fmla="*/ 45186 w 183618"/>
              <a:gd name="csY95" fmla="*/ 40833 h 184282"/>
              <a:gd name="csX96" fmla="*/ 45186 w 183618"/>
              <a:gd name="csY96" fmla="*/ 40824 h 184282"/>
              <a:gd name="csX97" fmla="*/ 54112 w 183618"/>
              <a:gd name="csY97" fmla="*/ 18392 h 184282"/>
              <a:gd name="csX98" fmla="*/ 96353 w 183618"/>
              <a:gd name="csY98" fmla="*/ 9389 h 184282"/>
              <a:gd name="csX99" fmla="*/ 96353 w 183618"/>
              <a:gd name="csY99" fmla="*/ 46828 h 184282"/>
              <a:gd name="csX100" fmla="*/ 129534 w 183618"/>
              <a:gd name="csY100" fmla="*/ 43040 h 184282"/>
              <a:gd name="csX101" fmla="*/ 129543 w 183618"/>
              <a:gd name="csY101" fmla="*/ 43031 h 184282"/>
              <a:gd name="csX102" fmla="*/ 114804 w 183618"/>
              <a:gd name="csY102" fmla="*/ 12522 h 184282"/>
              <a:gd name="csX103" fmla="*/ 114813 w 183618"/>
              <a:gd name="csY103" fmla="*/ 12522 h 184282"/>
              <a:gd name="csX104" fmla="*/ 96362 w 183618"/>
              <a:gd name="csY104" fmla="*/ 9398 h 184282"/>
              <a:gd name="csX105" fmla="*/ 96362 w 183618"/>
              <a:gd name="csY105" fmla="*/ 9389 h 184282"/>
              <a:gd name="csX106" fmla="*/ 87257 w 183618"/>
              <a:gd name="csY106" fmla="*/ 9389 h 184282"/>
              <a:gd name="csX107" fmla="*/ 87257 w 183618"/>
              <a:gd name="csY107" fmla="*/ 9390 h 184282"/>
              <a:gd name="csX108" fmla="*/ 68806 w 183618"/>
              <a:gd name="csY108" fmla="*/ 12532 h 184282"/>
              <a:gd name="csX109" fmla="*/ 54076 w 183618"/>
              <a:gd name="csY109" fmla="*/ 43041 h 184282"/>
              <a:gd name="csX110" fmla="*/ 54085 w 183618"/>
              <a:gd name="csY110" fmla="*/ 43041 h 184282"/>
              <a:gd name="csX111" fmla="*/ 87266 w 183618"/>
              <a:gd name="csY111" fmla="*/ 46829 h 184282"/>
              <a:gd name="csX112" fmla="*/ 87266 w 183618"/>
              <a:gd name="csY112" fmla="*/ 9389 h 184282"/>
              <a:gd name="csX113" fmla="*/ 91809 w 183618"/>
              <a:gd name="csY113" fmla="*/ 0 h 184282"/>
              <a:gd name="csX114" fmla="*/ 183618 w 183618"/>
              <a:gd name="csY114" fmla="*/ 92141 h 184282"/>
              <a:gd name="csX115" fmla="*/ 91809 w 183618"/>
              <a:gd name="csY115" fmla="*/ 184282 h 184282"/>
              <a:gd name="csX116" fmla="*/ 0 w 183618"/>
              <a:gd name="csY116" fmla="*/ 92141 h 184282"/>
              <a:gd name="csX117" fmla="*/ 91800 w 183618"/>
              <a:gd name="csY117" fmla="*/ 9 h 184282"/>
              <a:gd name="csX118" fmla="*/ 91809 w 183618"/>
              <a:gd name="csY118" fmla="*/ 9 h 1842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</a:cxnLst>
            <a:rect l="l" t="t" r="r" b="b"/>
            <a:pathLst>
              <a:path w="183618" h="184282">
                <a:moveTo>
                  <a:pt x="138423" y="143458"/>
                </a:moveTo>
                <a:cubicBezTo>
                  <a:pt x="136008" y="151662"/>
                  <a:pt x="133012" y="159220"/>
                  <a:pt x="129506" y="165898"/>
                </a:cubicBezTo>
                <a:cubicBezTo>
                  <a:pt x="138172" y="161428"/>
                  <a:pt x="145953" y="155459"/>
                  <a:pt x="152500" y="148341"/>
                </a:cubicBezTo>
                <a:lnTo>
                  <a:pt x="152509" y="148341"/>
                </a:lnTo>
                <a:cubicBezTo>
                  <a:pt x="148181" y="146519"/>
                  <a:pt x="143476" y="144885"/>
                  <a:pt x="138441" y="143467"/>
                </a:cubicBezTo>
                <a:lnTo>
                  <a:pt x="138423" y="143467"/>
                </a:lnTo>
                <a:close/>
                <a:moveTo>
                  <a:pt x="45174" y="143458"/>
                </a:moveTo>
                <a:cubicBezTo>
                  <a:pt x="40148" y="144885"/>
                  <a:pt x="35443" y="146519"/>
                  <a:pt x="31115" y="148350"/>
                </a:cubicBezTo>
                <a:lnTo>
                  <a:pt x="31124" y="148350"/>
                </a:lnTo>
                <a:cubicBezTo>
                  <a:pt x="37670" y="155459"/>
                  <a:pt x="45442" y="161419"/>
                  <a:pt x="54100" y="165898"/>
                </a:cubicBezTo>
                <a:lnTo>
                  <a:pt x="54109" y="165898"/>
                </a:lnTo>
                <a:cubicBezTo>
                  <a:pt x="50603" y="159229"/>
                  <a:pt x="47607" y="151662"/>
                  <a:pt x="45192" y="143467"/>
                </a:cubicBezTo>
                <a:close/>
                <a:moveTo>
                  <a:pt x="87255" y="137454"/>
                </a:moveTo>
                <a:cubicBezTo>
                  <a:pt x="75279" y="137732"/>
                  <a:pt x="64135" y="139078"/>
                  <a:pt x="54064" y="141259"/>
                </a:cubicBezTo>
                <a:lnTo>
                  <a:pt x="54073" y="141259"/>
                </a:lnTo>
                <a:cubicBezTo>
                  <a:pt x="57847" y="153816"/>
                  <a:pt x="62963" y="164202"/>
                  <a:pt x="68822" y="171769"/>
                </a:cubicBezTo>
                <a:lnTo>
                  <a:pt x="68830" y="171769"/>
                </a:lnTo>
                <a:cubicBezTo>
                  <a:pt x="74724" y="173483"/>
                  <a:pt x="80905" y="174551"/>
                  <a:pt x="87264" y="174892"/>
                </a:cubicBezTo>
                <a:lnTo>
                  <a:pt x="87264" y="137462"/>
                </a:lnTo>
                <a:lnTo>
                  <a:pt x="87255" y="137462"/>
                </a:lnTo>
                <a:close/>
                <a:moveTo>
                  <a:pt x="96351" y="137453"/>
                </a:moveTo>
                <a:lnTo>
                  <a:pt x="96350" y="174892"/>
                </a:lnTo>
                <a:cubicBezTo>
                  <a:pt x="102710" y="174551"/>
                  <a:pt x="108881" y="173483"/>
                  <a:pt x="114775" y="171768"/>
                </a:cubicBezTo>
                <a:lnTo>
                  <a:pt x="114793" y="171768"/>
                </a:lnTo>
                <a:cubicBezTo>
                  <a:pt x="120651" y="164202"/>
                  <a:pt x="125776" y="153816"/>
                  <a:pt x="129541" y="141250"/>
                </a:cubicBezTo>
                <a:lnTo>
                  <a:pt x="129550" y="141250"/>
                </a:lnTo>
                <a:cubicBezTo>
                  <a:pt x="119489" y="139078"/>
                  <a:pt x="108344" y="137731"/>
                  <a:pt x="96360" y="137462"/>
                </a:cubicBezTo>
                <a:lnTo>
                  <a:pt x="96351" y="137462"/>
                </a:lnTo>
                <a:close/>
                <a:moveTo>
                  <a:pt x="96353" y="96709"/>
                </a:moveTo>
                <a:lnTo>
                  <a:pt x="96351" y="128199"/>
                </a:lnTo>
                <a:lnTo>
                  <a:pt x="96360" y="128190"/>
                </a:lnTo>
                <a:cubicBezTo>
                  <a:pt x="108694" y="128477"/>
                  <a:pt x="120715" y="129922"/>
                  <a:pt x="131886" y="132373"/>
                </a:cubicBezTo>
                <a:cubicBezTo>
                  <a:pt x="134363" y="121662"/>
                  <a:pt x="135902" y="109662"/>
                  <a:pt x="136197" y="96709"/>
                </a:cubicBezTo>
                <a:close/>
                <a:moveTo>
                  <a:pt x="47422" y="96708"/>
                </a:moveTo>
                <a:cubicBezTo>
                  <a:pt x="47717" y="109670"/>
                  <a:pt x="49256" y="121662"/>
                  <a:pt x="51733" y="132371"/>
                </a:cubicBezTo>
                <a:cubicBezTo>
                  <a:pt x="62895" y="129921"/>
                  <a:pt x="74925" y="128475"/>
                  <a:pt x="87259" y="128197"/>
                </a:cubicBezTo>
                <a:lnTo>
                  <a:pt x="87268" y="128188"/>
                </a:lnTo>
                <a:lnTo>
                  <a:pt x="87268" y="96709"/>
                </a:lnTo>
                <a:lnTo>
                  <a:pt x="47440" y="96709"/>
                </a:lnTo>
                <a:close/>
                <a:moveTo>
                  <a:pt x="174243" y="96700"/>
                </a:moveTo>
                <a:lnTo>
                  <a:pt x="145435" y="96709"/>
                </a:lnTo>
                <a:lnTo>
                  <a:pt x="145426" y="96709"/>
                </a:lnTo>
                <a:lnTo>
                  <a:pt x="145426" y="96701"/>
                </a:lnTo>
                <a:cubicBezTo>
                  <a:pt x="145122" y="109895"/>
                  <a:pt x="143503" y="122749"/>
                  <a:pt x="140757" y="134588"/>
                </a:cubicBezTo>
                <a:lnTo>
                  <a:pt x="140775" y="134588"/>
                </a:lnTo>
                <a:cubicBezTo>
                  <a:pt x="147098" y="136366"/>
                  <a:pt x="153073" y="138484"/>
                  <a:pt x="158564" y="140917"/>
                </a:cubicBezTo>
                <a:lnTo>
                  <a:pt x="158573" y="140917"/>
                </a:lnTo>
                <a:cubicBezTo>
                  <a:pt x="167687" y="128377"/>
                  <a:pt x="173366" y="113181"/>
                  <a:pt x="174261" y="96700"/>
                </a:cubicBezTo>
                <a:close/>
                <a:moveTo>
                  <a:pt x="38208" y="96700"/>
                </a:moveTo>
                <a:lnTo>
                  <a:pt x="9347" y="96709"/>
                </a:lnTo>
                <a:lnTo>
                  <a:pt x="9356" y="96709"/>
                </a:lnTo>
                <a:cubicBezTo>
                  <a:pt x="10250" y="113180"/>
                  <a:pt x="15938" y="128376"/>
                  <a:pt x="25043" y="140916"/>
                </a:cubicBezTo>
                <a:cubicBezTo>
                  <a:pt x="30543" y="138484"/>
                  <a:pt x="36518" y="136365"/>
                  <a:pt x="42850" y="134588"/>
                </a:cubicBezTo>
                <a:lnTo>
                  <a:pt x="42859" y="134588"/>
                </a:lnTo>
                <a:cubicBezTo>
                  <a:pt x="40113" y="122758"/>
                  <a:pt x="38494" y="109904"/>
                  <a:pt x="38190" y="96709"/>
                </a:cubicBezTo>
                <a:lnTo>
                  <a:pt x="38208" y="96709"/>
                </a:lnTo>
                <a:close/>
                <a:moveTo>
                  <a:pt x="131878" y="51909"/>
                </a:moveTo>
                <a:lnTo>
                  <a:pt x="131880" y="51911"/>
                </a:lnTo>
                <a:cubicBezTo>
                  <a:pt x="120709" y="54361"/>
                  <a:pt x="108679" y="55806"/>
                  <a:pt x="96345" y="56102"/>
                </a:cubicBezTo>
                <a:lnTo>
                  <a:pt x="96354" y="56102"/>
                </a:lnTo>
                <a:lnTo>
                  <a:pt x="96354" y="87581"/>
                </a:lnTo>
                <a:lnTo>
                  <a:pt x="136198" y="87581"/>
                </a:lnTo>
                <a:cubicBezTo>
                  <a:pt x="135903" y="74619"/>
                  <a:pt x="134365" y="62627"/>
                  <a:pt x="131896" y="51918"/>
                </a:cubicBezTo>
                <a:close/>
                <a:moveTo>
                  <a:pt x="51724" y="51909"/>
                </a:moveTo>
                <a:lnTo>
                  <a:pt x="51724" y="51918"/>
                </a:lnTo>
                <a:lnTo>
                  <a:pt x="51724" y="51918"/>
                </a:lnTo>
                <a:lnTo>
                  <a:pt x="47424" y="87580"/>
                </a:lnTo>
                <a:lnTo>
                  <a:pt x="87267" y="87580"/>
                </a:lnTo>
                <a:lnTo>
                  <a:pt x="87267" y="56092"/>
                </a:lnTo>
                <a:lnTo>
                  <a:pt x="87276" y="56092"/>
                </a:lnTo>
                <a:cubicBezTo>
                  <a:pt x="74942" y="55805"/>
                  <a:pt x="62912" y="54360"/>
                  <a:pt x="51742" y="51918"/>
                </a:cubicBezTo>
                <a:lnTo>
                  <a:pt x="51724" y="51918"/>
                </a:lnTo>
                <a:lnTo>
                  <a:pt x="51725" y="51910"/>
                </a:lnTo>
                <a:close/>
                <a:moveTo>
                  <a:pt x="158565" y="43373"/>
                </a:moveTo>
                <a:cubicBezTo>
                  <a:pt x="153065" y="45806"/>
                  <a:pt x="147090" y="47924"/>
                  <a:pt x="140749" y="49710"/>
                </a:cubicBezTo>
                <a:lnTo>
                  <a:pt x="140758" y="49710"/>
                </a:lnTo>
                <a:cubicBezTo>
                  <a:pt x="143504" y="61540"/>
                  <a:pt x="145123" y="74385"/>
                  <a:pt x="145427" y="87580"/>
                </a:cubicBezTo>
                <a:lnTo>
                  <a:pt x="174262" y="87580"/>
                </a:lnTo>
                <a:cubicBezTo>
                  <a:pt x="173368" y="71099"/>
                  <a:pt x="167689" y="55903"/>
                  <a:pt x="158584" y="43382"/>
                </a:cubicBezTo>
                <a:lnTo>
                  <a:pt x="158584" y="43373"/>
                </a:lnTo>
                <a:lnTo>
                  <a:pt x="158566" y="43373"/>
                </a:lnTo>
                <a:close/>
                <a:moveTo>
                  <a:pt x="25036" y="43373"/>
                </a:moveTo>
                <a:cubicBezTo>
                  <a:pt x="15931" y="55903"/>
                  <a:pt x="10251" y="71099"/>
                  <a:pt x="9357" y="87580"/>
                </a:cubicBezTo>
                <a:lnTo>
                  <a:pt x="38192" y="87580"/>
                </a:lnTo>
                <a:cubicBezTo>
                  <a:pt x="38497" y="74385"/>
                  <a:pt x="40115" y="61531"/>
                  <a:pt x="42861" y="49701"/>
                </a:cubicBezTo>
                <a:lnTo>
                  <a:pt x="42870" y="49701"/>
                </a:lnTo>
                <a:cubicBezTo>
                  <a:pt x="36529" y="47924"/>
                  <a:pt x="30554" y="45805"/>
                  <a:pt x="25045" y="43382"/>
                </a:cubicBezTo>
                <a:close/>
                <a:moveTo>
                  <a:pt x="129516" y="18401"/>
                </a:moveTo>
                <a:cubicBezTo>
                  <a:pt x="133022" y="25062"/>
                  <a:pt x="136009" y="32629"/>
                  <a:pt x="138433" y="40824"/>
                </a:cubicBezTo>
                <a:cubicBezTo>
                  <a:pt x="143460" y="39405"/>
                  <a:pt x="148164" y="37763"/>
                  <a:pt x="152493" y="35950"/>
                </a:cubicBezTo>
                <a:lnTo>
                  <a:pt x="152511" y="35950"/>
                </a:lnTo>
                <a:cubicBezTo>
                  <a:pt x="145964" y="28832"/>
                  <a:pt x="138192" y="22862"/>
                  <a:pt x="129525" y="18401"/>
                </a:cubicBezTo>
                <a:close/>
                <a:moveTo>
                  <a:pt x="54094" y="18392"/>
                </a:moveTo>
                <a:cubicBezTo>
                  <a:pt x="45437" y="22862"/>
                  <a:pt x="37665" y="28823"/>
                  <a:pt x="31118" y="35950"/>
                </a:cubicBezTo>
                <a:lnTo>
                  <a:pt x="31127" y="35950"/>
                </a:lnTo>
                <a:cubicBezTo>
                  <a:pt x="35464" y="37763"/>
                  <a:pt x="40160" y="39405"/>
                  <a:pt x="45186" y="40833"/>
                </a:cubicBezTo>
                <a:lnTo>
                  <a:pt x="45186" y="40824"/>
                </a:lnTo>
                <a:cubicBezTo>
                  <a:pt x="47610" y="32629"/>
                  <a:pt x="50606" y="25062"/>
                  <a:pt x="54112" y="18392"/>
                </a:cubicBezTo>
                <a:close/>
                <a:moveTo>
                  <a:pt x="96353" y="9389"/>
                </a:moveTo>
                <a:lnTo>
                  <a:pt x="96353" y="46828"/>
                </a:lnTo>
                <a:cubicBezTo>
                  <a:pt x="108329" y="46550"/>
                  <a:pt x="119464" y="45203"/>
                  <a:pt x="129534" y="43040"/>
                </a:cubicBezTo>
                <a:lnTo>
                  <a:pt x="129543" y="43031"/>
                </a:lnTo>
                <a:cubicBezTo>
                  <a:pt x="125778" y="30474"/>
                  <a:pt x="120662" y="20089"/>
                  <a:pt x="114804" y="12522"/>
                </a:cubicBezTo>
                <a:lnTo>
                  <a:pt x="114813" y="12522"/>
                </a:lnTo>
                <a:cubicBezTo>
                  <a:pt x="108910" y="10807"/>
                  <a:pt x="102730" y="9739"/>
                  <a:pt x="96362" y="9398"/>
                </a:cubicBezTo>
                <a:lnTo>
                  <a:pt x="96362" y="9389"/>
                </a:lnTo>
                <a:close/>
                <a:moveTo>
                  <a:pt x="87257" y="9389"/>
                </a:moveTo>
                <a:lnTo>
                  <a:pt x="87257" y="9390"/>
                </a:lnTo>
                <a:cubicBezTo>
                  <a:pt x="80880" y="9740"/>
                  <a:pt x="74709" y="10808"/>
                  <a:pt x="68806" y="12532"/>
                </a:cubicBezTo>
                <a:cubicBezTo>
                  <a:pt x="62957" y="20098"/>
                  <a:pt x="57841" y="30474"/>
                  <a:pt x="54076" y="43041"/>
                </a:cubicBezTo>
                <a:lnTo>
                  <a:pt x="54085" y="43041"/>
                </a:lnTo>
                <a:cubicBezTo>
                  <a:pt x="64154" y="45204"/>
                  <a:pt x="75290" y="46551"/>
                  <a:pt x="87266" y="46829"/>
                </a:cubicBezTo>
                <a:lnTo>
                  <a:pt x="87266" y="9389"/>
                </a:lnTo>
                <a:close/>
                <a:moveTo>
                  <a:pt x="91809" y="0"/>
                </a:moveTo>
                <a:cubicBezTo>
                  <a:pt x="142512" y="0"/>
                  <a:pt x="183618" y="41254"/>
                  <a:pt x="183618" y="92141"/>
                </a:cubicBezTo>
                <a:cubicBezTo>
                  <a:pt x="183618" y="143028"/>
                  <a:pt x="142512" y="184282"/>
                  <a:pt x="91809" y="184282"/>
                </a:cubicBezTo>
                <a:cubicBezTo>
                  <a:pt x="41105" y="184282"/>
                  <a:pt x="0" y="143028"/>
                  <a:pt x="0" y="92141"/>
                </a:cubicBezTo>
                <a:cubicBezTo>
                  <a:pt x="0" y="41254"/>
                  <a:pt x="41096" y="9"/>
                  <a:pt x="91800" y="9"/>
                </a:cubicBezTo>
                <a:lnTo>
                  <a:pt x="91809" y="9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>
              <a:buNone/>
              <a:defRPr lang="en-US" sz="100" dirty="0">
                <a:solidFill>
                  <a:schemeClr val="tx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>
              <a:buNone/>
            </a:pPr>
            <a:r>
              <a:rPr lang="en-US"/>
              <a:t>Website:</a:t>
            </a:r>
          </a:p>
        </p:txBody>
      </p:sp>
    </p:spTree>
    <p:extLst>
      <p:ext uri="{BB962C8B-B14F-4D97-AF65-F5344CB8AC3E}">
        <p14:creationId xmlns:p14="http://schemas.microsoft.com/office/powerpoint/2010/main" val="5320464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2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69B6FAB-1880-6253-5E4E-453C46EDBA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2876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392" progId="TCLayout.ActiveDocument.1">
                  <p:embed/>
                </p:oleObj>
              </mc:Choice>
              <mc:Fallback>
                <p:oleObj name="think-cell Slide" r:id="rId3" imgW="405" imgH="392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9B6FAB-1880-6253-5E4E-453C46EDBA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9F1D055-4498-76EF-EAA3-C8612B630F22}"/>
              </a:ext>
            </a:extLst>
          </p:cNvPr>
          <p:cNvSpPr/>
          <p:nvPr userDrawn="1"/>
        </p:nvSpPr>
        <p:spPr>
          <a:xfrm>
            <a:off x="-1" y="-1"/>
            <a:ext cx="518531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6F836084-1BCF-FA34-1816-4B644E8372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640384" y="3924886"/>
            <a:ext cx="2942150" cy="46117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76000" tIns="144000" rIns="144000" bIns="144000" rtlCol="0" anchor="ctr">
            <a:noAutofit/>
          </a:bodyPr>
          <a:lstStyle>
            <a:lvl1pPr>
              <a:buNone/>
              <a:defRPr lang="en-US" sz="1200" smtClean="0"/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 err="1"/>
              <a:t>Telefonnummer</a:t>
            </a:r>
            <a:r>
              <a:rPr lang="en-US"/>
              <a:t>: 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2E7DFBA-A98F-FDF5-4248-F52A5669EA7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640384" y="4510740"/>
            <a:ext cx="2942150" cy="46117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76000" tIns="144000" rIns="144000" bIns="144000" rtlCol="0" anchor="ctr">
            <a:noAutofit/>
          </a:bodyPr>
          <a:lstStyle>
            <a:lvl1pPr>
              <a:buNone/>
              <a:defRPr lang="en-US" sz="1200" smtClean="0"/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/>
              <a:t>E-Mail: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A0C109-4C61-3F3F-7161-CF2A9B4BFAC4}"/>
              </a:ext>
            </a:extLst>
          </p:cNvPr>
          <p:cNvCxnSpPr/>
          <p:nvPr userDrawn="1"/>
        </p:nvCxnSpPr>
        <p:spPr>
          <a:xfrm>
            <a:off x="5595782" y="6026111"/>
            <a:ext cx="429036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56EBC72-7224-1455-6FB7-003825E9CA1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12901" y="-1092029"/>
            <a:ext cx="5735079" cy="5735079"/>
          </a:xfrm>
          <a:prstGeom prst="rect">
            <a:avLst/>
          </a:prstGeom>
        </p:spPr>
      </p:pic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CB7CA73-224B-FF9F-4004-D203FE4A58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9143" y="2997836"/>
            <a:ext cx="2796403" cy="1001813"/>
          </a:xfrm>
          <a:prstGeom prst="rect">
            <a:avLst/>
          </a:prstGeom>
        </p:spPr>
        <p:txBody>
          <a:bodyPr wrap="square" lIns="0" rIns="0" anchor="ctr">
            <a:noAutofit/>
          </a:bodyPr>
          <a:lstStyle>
            <a:lvl1pPr marL="0" indent="0" algn="l" defTabSz="914400" rtl="0" eaLnBrk="1" latinLnBrk="0" hangingPunct="1">
              <a:buNone/>
              <a:defRPr lang="en-GB" sz="6400" b="0" kern="1200" dirty="0">
                <a:solidFill>
                  <a:schemeClr val="bg2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</a:pPr>
            <a:r>
              <a:rPr lang="en-US" err="1"/>
              <a:t>Kontakt</a:t>
            </a:r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678B5D-C26C-C4FF-D06D-FD9075E2DF4A}"/>
              </a:ext>
            </a:extLst>
          </p:cNvPr>
          <p:cNvSpPr/>
          <p:nvPr userDrawn="1"/>
        </p:nvSpPr>
        <p:spPr>
          <a:xfrm rot="16200000">
            <a:off x="2522188" y="4210962"/>
            <a:ext cx="136527" cy="520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A606CBE1-16A5-A991-28CE-572CE646070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640384" y="5096594"/>
            <a:ext cx="2942150" cy="46117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76000" tIns="144000" rIns="144000" bIns="144000" rtlCol="0" anchor="ctr">
            <a:noAutofit/>
          </a:bodyPr>
          <a:lstStyle>
            <a:lvl1pPr>
              <a:buNone/>
              <a:defRPr lang="en-US" sz="1200" smtClean="0"/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 err="1"/>
              <a:t>Adresse</a:t>
            </a:r>
            <a:r>
              <a:rPr lang="en-US"/>
              <a:t>: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F233162E-8FC8-79EF-DACE-EEAABAE5C8B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40384" y="5682448"/>
            <a:ext cx="2942150" cy="46117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76000" tIns="144000" rIns="144000" bIns="144000" rtlCol="0" anchor="ctr">
            <a:noAutofit/>
          </a:bodyPr>
          <a:lstStyle>
            <a:lvl1pPr>
              <a:buNone/>
              <a:defRPr lang="en-US" sz="1200" smtClean="0"/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/>
              <a:t>Website: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4C138AA-D921-3D73-EDD4-EDB939A197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40384" y="3430004"/>
            <a:ext cx="2942150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6BD8C884-118A-0E95-82D4-A574C70ADAB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32937" y="1489076"/>
            <a:ext cx="1757044" cy="1757044"/>
          </a:xfrm>
          <a:prstGeom prst="ellipse">
            <a:avLst/>
          </a:prstGeo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95702B1A-10B4-E2D7-57AA-6F1B081BD3F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45646" y="3978439"/>
            <a:ext cx="354072" cy="354070"/>
          </a:xfrm>
          <a:custGeom>
            <a:avLst/>
            <a:gdLst>
              <a:gd name="csX0" fmla="*/ 177036 w 354072"/>
              <a:gd name="csY0" fmla="*/ 0 h 354070"/>
              <a:gd name="csX1" fmla="*/ 354072 w 354072"/>
              <a:gd name="csY1" fmla="*/ 177035 h 354070"/>
              <a:gd name="csX2" fmla="*/ 177036 w 354072"/>
              <a:gd name="csY2" fmla="*/ 354070 h 354070"/>
              <a:gd name="csX3" fmla="*/ 0 w 354072"/>
              <a:gd name="csY3" fmla="*/ 177035 h 354070"/>
              <a:gd name="csX4" fmla="*/ 177036 w 354072"/>
              <a:gd name="csY4" fmla="*/ 0 h 354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4072" h="354070">
                <a:moveTo>
                  <a:pt x="177036" y="0"/>
                </a:moveTo>
                <a:cubicBezTo>
                  <a:pt x="274810" y="0"/>
                  <a:pt x="354072" y="79261"/>
                  <a:pt x="354072" y="177035"/>
                </a:cubicBezTo>
                <a:cubicBezTo>
                  <a:pt x="354072" y="274809"/>
                  <a:pt x="274810" y="354070"/>
                  <a:pt x="177036" y="354070"/>
                </a:cubicBezTo>
                <a:cubicBezTo>
                  <a:pt x="79262" y="354070"/>
                  <a:pt x="0" y="274809"/>
                  <a:pt x="0" y="177035"/>
                </a:cubicBezTo>
                <a:cubicBezTo>
                  <a:pt x="0" y="79261"/>
                  <a:pt x="79262" y="0"/>
                  <a:pt x="1770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>
              <a:buNone/>
              <a:defRPr lang="en-US" sz="100" dirty="0">
                <a:solidFill>
                  <a:schemeClr val="accent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0" lvl="0" indent="0" algn="ctr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5F79BB66-A4C5-9B7D-8086-A82865C948F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745646" y="4564293"/>
            <a:ext cx="354072" cy="354070"/>
          </a:xfrm>
          <a:custGeom>
            <a:avLst/>
            <a:gdLst>
              <a:gd name="csX0" fmla="*/ 177036 w 354072"/>
              <a:gd name="csY0" fmla="*/ 0 h 354070"/>
              <a:gd name="csX1" fmla="*/ 354072 w 354072"/>
              <a:gd name="csY1" fmla="*/ 177035 h 354070"/>
              <a:gd name="csX2" fmla="*/ 177036 w 354072"/>
              <a:gd name="csY2" fmla="*/ 354070 h 354070"/>
              <a:gd name="csX3" fmla="*/ 0 w 354072"/>
              <a:gd name="csY3" fmla="*/ 177035 h 354070"/>
              <a:gd name="csX4" fmla="*/ 177036 w 354072"/>
              <a:gd name="csY4" fmla="*/ 0 h 354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4072" h="354070">
                <a:moveTo>
                  <a:pt x="177036" y="0"/>
                </a:moveTo>
                <a:cubicBezTo>
                  <a:pt x="274810" y="0"/>
                  <a:pt x="354072" y="79261"/>
                  <a:pt x="354072" y="177035"/>
                </a:cubicBezTo>
                <a:cubicBezTo>
                  <a:pt x="354072" y="274809"/>
                  <a:pt x="274810" y="354070"/>
                  <a:pt x="177036" y="354070"/>
                </a:cubicBezTo>
                <a:cubicBezTo>
                  <a:pt x="79262" y="354070"/>
                  <a:pt x="0" y="274809"/>
                  <a:pt x="0" y="177035"/>
                </a:cubicBezTo>
                <a:cubicBezTo>
                  <a:pt x="0" y="79261"/>
                  <a:pt x="79262" y="0"/>
                  <a:pt x="1770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>
              <a:buNone/>
              <a:defRPr lang="en-US" sz="100" dirty="0">
                <a:solidFill>
                  <a:schemeClr val="accent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0" lvl="0" indent="0" algn="ctr">
              <a:buNone/>
            </a:pPr>
            <a:r>
              <a:rPr lang="en-US"/>
              <a:t>E-Mail: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35AE7A84-1BC7-566A-E342-9CD09F80FE7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745646" y="5150147"/>
            <a:ext cx="354072" cy="354070"/>
          </a:xfrm>
          <a:custGeom>
            <a:avLst/>
            <a:gdLst>
              <a:gd name="csX0" fmla="*/ 177036 w 354072"/>
              <a:gd name="csY0" fmla="*/ 0 h 354070"/>
              <a:gd name="csX1" fmla="*/ 354072 w 354072"/>
              <a:gd name="csY1" fmla="*/ 177035 h 354070"/>
              <a:gd name="csX2" fmla="*/ 177036 w 354072"/>
              <a:gd name="csY2" fmla="*/ 354070 h 354070"/>
              <a:gd name="csX3" fmla="*/ 0 w 354072"/>
              <a:gd name="csY3" fmla="*/ 177035 h 354070"/>
              <a:gd name="csX4" fmla="*/ 177036 w 354072"/>
              <a:gd name="csY4" fmla="*/ 0 h 354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4072" h="354070">
                <a:moveTo>
                  <a:pt x="177036" y="0"/>
                </a:moveTo>
                <a:cubicBezTo>
                  <a:pt x="274810" y="0"/>
                  <a:pt x="354072" y="79261"/>
                  <a:pt x="354072" y="177035"/>
                </a:cubicBezTo>
                <a:cubicBezTo>
                  <a:pt x="354072" y="274809"/>
                  <a:pt x="274810" y="354070"/>
                  <a:pt x="177036" y="354070"/>
                </a:cubicBezTo>
                <a:cubicBezTo>
                  <a:pt x="79262" y="354070"/>
                  <a:pt x="0" y="274809"/>
                  <a:pt x="0" y="177035"/>
                </a:cubicBezTo>
                <a:cubicBezTo>
                  <a:pt x="0" y="79261"/>
                  <a:pt x="79262" y="0"/>
                  <a:pt x="1770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>
              <a:buNone/>
              <a:defRPr lang="en-US" sz="100" dirty="0">
                <a:solidFill>
                  <a:schemeClr val="accent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0" lvl="0" indent="0" algn="ctr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3FA9B9A4-F1F5-503A-CAD0-C6F6380085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745646" y="5736001"/>
            <a:ext cx="354072" cy="354070"/>
          </a:xfrm>
          <a:custGeom>
            <a:avLst/>
            <a:gdLst>
              <a:gd name="csX0" fmla="*/ 177036 w 354072"/>
              <a:gd name="csY0" fmla="*/ 0 h 354070"/>
              <a:gd name="csX1" fmla="*/ 354072 w 354072"/>
              <a:gd name="csY1" fmla="*/ 177035 h 354070"/>
              <a:gd name="csX2" fmla="*/ 177036 w 354072"/>
              <a:gd name="csY2" fmla="*/ 354070 h 354070"/>
              <a:gd name="csX3" fmla="*/ 0 w 354072"/>
              <a:gd name="csY3" fmla="*/ 177035 h 354070"/>
              <a:gd name="csX4" fmla="*/ 177036 w 354072"/>
              <a:gd name="csY4" fmla="*/ 0 h 354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4072" h="354070">
                <a:moveTo>
                  <a:pt x="177036" y="0"/>
                </a:moveTo>
                <a:cubicBezTo>
                  <a:pt x="274810" y="0"/>
                  <a:pt x="354072" y="79261"/>
                  <a:pt x="354072" y="177035"/>
                </a:cubicBezTo>
                <a:cubicBezTo>
                  <a:pt x="354072" y="274809"/>
                  <a:pt x="274810" y="354070"/>
                  <a:pt x="177036" y="354070"/>
                </a:cubicBezTo>
                <a:cubicBezTo>
                  <a:pt x="79262" y="354070"/>
                  <a:pt x="0" y="274809"/>
                  <a:pt x="0" y="177035"/>
                </a:cubicBezTo>
                <a:cubicBezTo>
                  <a:pt x="0" y="79261"/>
                  <a:pt x="79262" y="0"/>
                  <a:pt x="1770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>
              <a:buNone/>
              <a:defRPr lang="en-US" sz="100" dirty="0">
                <a:solidFill>
                  <a:schemeClr val="accent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0" lvl="0" indent="0" algn="ctr">
              <a:buNone/>
            </a:pPr>
            <a:r>
              <a:rPr lang="en-US"/>
              <a:t>Website: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EACCD593-DE84-635B-6C3E-0C7D30495A6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837954" y="4070440"/>
            <a:ext cx="169456" cy="170068"/>
          </a:xfrm>
          <a:custGeom>
            <a:avLst/>
            <a:gdLst>
              <a:gd name="csX0" fmla="*/ 44282 w 169456"/>
              <a:gd name="csY0" fmla="*/ 6504 h 170068"/>
              <a:gd name="csX1" fmla="*/ 13254 w 169456"/>
              <a:gd name="csY1" fmla="*/ 12965 h 170068"/>
              <a:gd name="csX2" fmla="*/ 10349 w 169456"/>
              <a:gd name="csY2" fmla="*/ 14360 h 170068"/>
              <a:gd name="csX3" fmla="*/ 8545 w 169456"/>
              <a:gd name="csY3" fmla="*/ 17042 h 170068"/>
              <a:gd name="csX4" fmla="*/ 8330 w 169456"/>
              <a:gd name="csY4" fmla="*/ 17690 h 170068"/>
              <a:gd name="csX5" fmla="*/ 8330 w 169456"/>
              <a:gd name="csY5" fmla="*/ 17688 h 170068"/>
              <a:gd name="csX6" fmla="*/ 8148 w 169456"/>
              <a:gd name="csY6" fmla="*/ 18369 h 170068"/>
              <a:gd name="csX7" fmla="*/ 8148 w 169456"/>
              <a:gd name="csY7" fmla="*/ 18385 h 170068"/>
              <a:gd name="csX8" fmla="*/ 8768 w 169456"/>
              <a:gd name="csY8" fmla="*/ 53978 h 170068"/>
              <a:gd name="csX9" fmla="*/ 48702 w 169456"/>
              <a:gd name="csY9" fmla="*/ 121202 h 170068"/>
              <a:gd name="csX10" fmla="*/ 115684 w 169456"/>
              <a:gd name="csY10" fmla="*/ 161272 h 170068"/>
              <a:gd name="csX11" fmla="*/ 151148 w 169456"/>
              <a:gd name="csY11" fmla="*/ 161894 h 170068"/>
              <a:gd name="csX12" fmla="*/ 151164 w 169456"/>
              <a:gd name="csY12" fmla="*/ 161894 h 170068"/>
              <a:gd name="csX13" fmla="*/ 151843 w 169456"/>
              <a:gd name="csY13" fmla="*/ 161712 h 170068"/>
              <a:gd name="csX14" fmla="*/ 151859 w 169456"/>
              <a:gd name="csY14" fmla="*/ 161712 h 170068"/>
              <a:gd name="csX15" fmla="*/ 152480 w 169456"/>
              <a:gd name="csY15" fmla="*/ 161504 h 170068"/>
              <a:gd name="csX16" fmla="*/ 155153 w 169456"/>
              <a:gd name="csY16" fmla="*/ 159694 h 170068"/>
              <a:gd name="csX17" fmla="*/ 156543 w 169456"/>
              <a:gd name="csY17" fmla="*/ 156779 h 170068"/>
              <a:gd name="csX18" fmla="*/ 162980 w 169456"/>
              <a:gd name="csY18" fmla="*/ 125638 h 170068"/>
              <a:gd name="csX19" fmla="*/ 162376 w 169456"/>
              <a:gd name="csY19" fmla="*/ 121295 h 170068"/>
              <a:gd name="csX20" fmla="*/ 159108 w 169456"/>
              <a:gd name="csY20" fmla="*/ 118388 h 170068"/>
              <a:gd name="csX21" fmla="*/ 159108 w 169456"/>
              <a:gd name="csY21" fmla="*/ 118380 h 170068"/>
              <a:gd name="csX22" fmla="*/ 126830 w 169456"/>
              <a:gd name="csY22" fmla="*/ 105275 h 170068"/>
              <a:gd name="csX23" fmla="*/ 122990 w 169456"/>
              <a:gd name="csY23" fmla="*/ 104935 h 170068"/>
              <a:gd name="csX24" fmla="*/ 119680 w 169456"/>
              <a:gd name="csY24" fmla="*/ 106912 h 170068"/>
              <a:gd name="csX25" fmla="*/ 108981 w 169456"/>
              <a:gd name="csY25" fmla="*/ 118762 h 170068"/>
              <a:gd name="csX26" fmla="*/ 101923 w 169456"/>
              <a:gd name="csY26" fmla="*/ 122698 h 170068"/>
              <a:gd name="csX27" fmla="*/ 93765 w 169456"/>
              <a:gd name="csY27" fmla="*/ 121577 h 170068"/>
              <a:gd name="csX28" fmla="*/ 67343 w 169456"/>
              <a:gd name="csY28" fmla="*/ 102510 h 170068"/>
              <a:gd name="csX29" fmla="*/ 48337 w 169456"/>
              <a:gd name="csY29" fmla="*/ 75978 h 170068"/>
              <a:gd name="csX30" fmla="*/ 47203 w 169456"/>
              <a:gd name="csY30" fmla="*/ 67782 h 170068"/>
              <a:gd name="csX31" fmla="*/ 51125 w 169456"/>
              <a:gd name="csY31" fmla="*/ 60690 h 170068"/>
              <a:gd name="csX32" fmla="*/ 62933 w 169456"/>
              <a:gd name="csY32" fmla="*/ 49952 h 170068"/>
              <a:gd name="csX33" fmla="*/ 64902 w 169456"/>
              <a:gd name="csY33" fmla="*/ 46630 h 170068"/>
              <a:gd name="csX34" fmla="*/ 64563 w 169456"/>
              <a:gd name="csY34" fmla="*/ 42777 h 170068"/>
              <a:gd name="csX35" fmla="*/ 51506 w 169456"/>
              <a:gd name="csY35" fmla="*/ 10374 h 170068"/>
              <a:gd name="csX36" fmla="*/ 48610 w 169456"/>
              <a:gd name="csY36" fmla="*/ 7110 h 170068"/>
              <a:gd name="csX37" fmla="*/ 44282 w 169456"/>
              <a:gd name="csY37" fmla="*/ 6504 h 170068"/>
              <a:gd name="csX38" fmla="*/ 42982 w 169456"/>
              <a:gd name="csY38" fmla="*/ 273 h 170068"/>
              <a:gd name="csX39" fmla="*/ 42999 w 169456"/>
              <a:gd name="csY39" fmla="*/ 273 h 170068"/>
              <a:gd name="csX40" fmla="*/ 51588 w 169456"/>
              <a:gd name="csY40" fmla="*/ 1502 h 170068"/>
              <a:gd name="csX41" fmla="*/ 57388 w 169456"/>
              <a:gd name="csY41" fmla="*/ 8005 h 170068"/>
              <a:gd name="csX42" fmla="*/ 70446 w 169456"/>
              <a:gd name="csY42" fmla="*/ 40408 h 170068"/>
              <a:gd name="csX43" fmla="*/ 71083 w 169456"/>
              <a:gd name="csY43" fmla="*/ 48057 h 170068"/>
              <a:gd name="csX44" fmla="*/ 67177 w 169456"/>
              <a:gd name="csY44" fmla="*/ 54667 h 170068"/>
              <a:gd name="csX45" fmla="*/ 55369 w 169456"/>
              <a:gd name="csY45" fmla="*/ 65405 h 170068"/>
              <a:gd name="csX46" fmla="*/ 53458 w 169456"/>
              <a:gd name="csY46" fmla="*/ 68876 h 170068"/>
              <a:gd name="csX47" fmla="*/ 54095 w 169456"/>
              <a:gd name="csY47" fmla="*/ 73336 h 170068"/>
              <a:gd name="csX48" fmla="*/ 71836 w 169456"/>
              <a:gd name="csY48" fmla="*/ 98001 h 170068"/>
              <a:gd name="csX49" fmla="*/ 96369 w 169456"/>
              <a:gd name="csY49" fmla="*/ 115764 h 170068"/>
              <a:gd name="csX50" fmla="*/ 100829 w 169456"/>
              <a:gd name="csY50" fmla="*/ 116412 h 170068"/>
              <a:gd name="csX51" fmla="*/ 104288 w 169456"/>
              <a:gd name="csY51" fmla="*/ 114493 h 170068"/>
              <a:gd name="csX52" fmla="*/ 114987 w 169456"/>
              <a:gd name="csY52" fmla="*/ 102643 h 170068"/>
              <a:gd name="csX53" fmla="*/ 121574 w 169456"/>
              <a:gd name="csY53" fmla="*/ 98723 h 170068"/>
              <a:gd name="csX54" fmla="*/ 129195 w 169456"/>
              <a:gd name="csY54" fmla="*/ 99363 h 170068"/>
              <a:gd name="csX55" fmla="*/ 161481 w 169456"/>
              <a:gd name="csY55" fmla="*/ 112467 h 170068"/>
              <a:gd name="csX56" fmla="*/ 161490 w 169456"/>
              <a:gd name="csY56" fmla="*/ 112467 h 170068"/>
              <a:gd name="csX57" fmla="*/ 167960 w 169456"/>
              <a:gd name="csY57" fmla="*/ 118289 h 170068"/>
              <a:gd name="csX58" fmla="*/ 169185 w 169456"/>
              <a:gd name="csY58" fmla="*/ 126917 h 170068"/>
              <a:gd name="csX59" fmla="*/ 162739 w 169456"/>
              <a:gd name="csY59" fmla="*/ 158075 h 170068"/>
              <a:gd name="csX60" fmla="*/ 159934 w 169456"/>
              <a:gd name="csY60" fmla="*/ 163855 h 170068"/>
              <a:gd name="csX61" fmla="*/ 154655 w 169456"/>
              <a:gd name="csY61" fmla="*/ 167484 h 170068"/>
              <a:gd name="csX62" fmla="*/ 153645 w 169456"/>
              <a:gd name="csY62" fmla="*/ 167816 h 170068"/>
              <a:gd name="csX63" fmla="*/ 152603 w 169456"/>
              <a:gd name="csY63" fmla="*/ 168098 h 170068"/>
              <a:gd name="csX64" fmla="*/ 114209 w 169456"/>
              <a:gd name="csY64" fmla="*/ 167475 h 170068"/>
              <a:gd name="csX65" fmla="*/ 44207 w 169456"/>
              <a:gd name="csY65" fmla="*/ 125705 h 170068"/>
              <a:gd name="csX66" fmla="*/ 2587 w 169456"/>
              <a:gd name="csY66" fmla="*/ 55441 h 170068"/>
              <a:gd name="csX67" fmla="*/ 1966 w 169456"/>
              <a:gd name="csY67" fmla="*/ 16908 h 170068"/>
              <a:gd name="csX68" fmla="*/ 1966 w 169456"/>
              <a:gd name="csY68" fmla="*/ 16907 h 170068"/>
              <a:gd name="csX69" fmla="*/ 2248 w 169456"/>
              <a:gd name="csY69" fmla="*/ 15861 h 170068"/>
              <a:gd name="csX70" fmla="*/ 2579 w 169456"/>
              <a:gd name="csY70" fmla="*/ 14847 h 170068"/>
              <a:gd name="csX71" fmla="*/ 6195 w 169456"/>
              <a:gd name="csY71" fmla="*/ 9549 h 170068"/>
              <a:gd name="csX72" fmla="*/ 11954 w 169456"/>
              <a:gd name="csY72" fmla="*/ 6734 h 170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</a:cxnLst>
            <a:rect l="l" t="t" r="r" b="b"/>
            <a:pathLst>
              <a:path w="169456" h="170068">
                <a:moveTo>
                  <a:pt x="44282" y="6504"/>
                </a:moveTo>
                <a:lnTo>
                  <a:pt x="13254" y="12965"/>
                </a:lnTo>
                <a:cubicBezTo>
                  <a:pt x="12120" y="13197"/>
                  <a:pt x="11135" y="13679"/>
                  <a:pt x="10349" y="14360"/>
                </a:cubicBezTo>
                <a:cubicBezTo>
                  <a:pt x="9563" y="15041"/>
                  <a:pt x="8943" y="15946"/>
                  <a:pt x="8545" y="17042"/>
                </a:cubicBezTo>
                <a:cubicBezTo>
                  <a:pt x="8463" y="17250"/>
                  <a:pt x="8396" y="17466"/>
                  <a:pt x="8330" y="17690"/>
                </a:cubicBezTo>
                <a:lnTo>
                  <a:pt x="8330" y="17688"/>
                </a:lnTo>
                <a:cubicBezTo>
                  <a:pt x="8263" y="17903"/>
                  <a:pt x="8205" y="18136"/>
                  <a:pt x="8148" y="18369"/>
                </a:cubicBezTo>
                <a:lnTo>
                  <a:pt x="8148" y="18385"/>
                </a:lnTo>
                <a:cubicBezTo>
                  <a:pt x="5467" y="29721"/>
                  <a:pt x="5897" y="41805"/>
                  <a:pt x="8768" y="53978"/>
                </a:cubicBezTo>
                <a:cubicBezTo>
                  <a:pt x="14378" y="77703"/>
                  <a:pt x="29272" y="101694"/>
                  <a:pt x="48702" y="121202"/>
                </a:cubicBezTo>
                <a:cubicBezTo>
                  <a:pt x="68130" y="140693"/>
                  <a:pt x="92044" y="155640"/>
                  <a:pt x="115684" y="161272"/>
                </a:cubicBezTo>
                <a:cubicBezTo>
                  <a:pt x="127814" y="164162"/>
                  <a:pt x="139853" y="164585"/>
                  <a:pt x="151148" y="161894"/>
                </a:cubicBezTo>
                <a:lnTo>
                  <a:pt x="151164" y="161894"/>
                </a:lnTo>
                <a:cubicBezTo>
                  <a:pt x="151396" y="161836"/>
                  <a:pt x="151628" y="161778"/>
                  <a:pt x="151843" y="161712"/>
                </a:cubicBezTo>
                <a:lnTo>
                  <a:pt x="151859" y="161712"/>
                </a:lnTo>
                <a:cubicBezTo>
                  <a:pt x="152033" y="161662"/>
                  <a:pt x="152240" y="161587"/>
                  <a:pt x="152480" y="161504"/>
                </a:cubicBezTo>
                <a:cubicBezTo>
                  <a:pt x="153572" y="161106"/>
                  <a:pt x="154474" y="160483"/>
                  <a:pt x="155153" y="159694"/>
                </a:cubicBezTo>
                <a:cubicBezTo>
                  <a:pt x="155831" y="158905"/>
                  <a:pt x="156311" y="157917"/>
                  <a:pt x="156543" y="156779"/>
                </a:cubicBezTo>
                <a:lnTo>
                  <a:pt x="162980" y="125638"/>
                </a:lnTo>
                <a:cubicBezTo>
                  <a:pt x="163303" y="124094"/>
                  <a:pt x="163055" y="122574"/>
                  <a:pt x="162376" y="121295"/>
                </a:cubicBezTo>
                <a:cubicBezTo>
                  <a:pt x="161698" y="120024"/>
                  <a:pt x="160573" y="118978"/>
                  <a:pt x="159108" y="118388"/>
                </a:cubicBezTo>
                <a:lnTo>
                  <a:pt x="159108" y="118380"/>
                </a:lnTo>
                <a:lnTo>
                  <a:pt x="126830" y="105275"/>
                </a:lnTo>
                <a:cubicBezTo>
                  <a:pt x="125547" y="104752"/>
                  <a:pt x="124215" y="104653"/>
                  <a:pt x="122990" y="104935"/>
                </a:cubicBezTo>
                <a:cubicBezTo>
                  <a:pt x="121757" y="105217"/>
                  <a:pt x="120607" y="105890"/>
                  <a:pt x="119680" y="106912"/>
                </a:cubicBezTo>
                <a:lnTo>
                  <a:pt x="108981" y="118762"/>
                </a:lnTo>
                <a:cubicBezTo>
                  <a:pt x="107020" y="120938"/>
                  <a:pt x="104555" y="122233"/>
                  <a:pt x="101923" y="122698"/>
                </a:cubicBezTo>
                <a:cubicBezTo>
                  <a:pt x="99242" y="123172"/>
                  <a:pt x="96404" y="122781"/>
                  <a:pt x="93765" y="121577"/>
                </a:cubicBezTo>
                <a:cubicBezTo>
                  <a:pt x="84679" y="117433"/>
                  <a:pt x="75379" y="110574"/>
                  <a:pt x="67343" y="102510"/>
                </a:cubicBezTo>
                <a:cubicBezTo>
                  <a:pt x="59308" y="94446"/>
                  <a:pt x="52474" y="85104"/>
                  <a:pt x="48337" y="75978"/>
                </a:cubicBezTo>
                <a:cubicBezTo>
                  <a:pt x="47129" y="73313"/>
                  <a:pt x="46731" y="70464"/>
                  <a:pt x="47203" y="67782"/>
                </a:cubicBezTo>
                <a:cubicBezTo>
                  <a:pt x="47666" y="65133"/>
                  <a:pt x="48957" y="62658"/>
                  <a:pt x="51125" y="60690"/>
                </a:cubicBezTo>
                <a:lnTo>
                  <a:pt x="62933" y="49952"/>
                </a:lnTo>
                <a:cubicBezTo>
                  <a:pt x="63951" y="49030"/>
                  <a:pt x="64613" y="47868"/>
                  <a:pt x="64902" y="46630"/>
                </a:cubicBezTo>
                <a:cubicBezTo>
                  <a:pt x="65184" y="45393"/>
                  <a:pt x="65084" y="44064"/>
                  <a:pt x="64563" y="42777"/>
                </a:cubicBezTo>
                <a:lnTo>
                  <a:pt x="51506" y="10374"/>
                </a:lnTo>
                <a:cubicBezTo>
                  <a:pt x="50918" y="8920"/>
                  <a:pt x="49876" y="7791"/>
                  <a:pt x="48610" y="7110"/>
                </a:cubicBezTo>
                <a:cubicBezTo>
                  <a:pt x="47335" y="6429"/>
                  <a:pt x="45821" y="6188"/>
                  <a:pt x="44282" y="6504"/>
                </a:cubicBezTo>
                <a:close/>
                <a:moveTo>
                  <a:pt x="42982" y="273"/>
                </a:moveTo>
                <a:lnTo>
                  <a:pt x="42999" y="273"/>
                </a:lnTo>
                <a:cubicBezTo>
                  <a:pt x="46019" y="-358"/>
                  <a:pt x="49031" y="132"/>
                  <a:pt x="51588" y="1502"/>
                </a:cubicBezTo>
                <a:cubicBezTo>
                  <a:pt x="54145" y="2872"/>
                  <a:pt x="56230" y="5123"/>
                  <a:pt x="57388" y="8005"/>
                </a:cubicBezTo>
                <a:lnTo>
                  <a:pt x="70446" y="40408"/>
                </a:lnTo>
                <a:cubicBezTo>
                  <a:pt x="71455" y="42924"/>
                  <a:pt x="71654" y="45574"/>
                  <a:pt x="71083" y="48057"/>
                </a:cubicBezTo>
                <a:cubicBezTo>
                  <a:pt x="70520" y="50531"/>
                  <a:pt x="69196" y="52832"/>
                  <a:pt x="67177" y="54667"/>
                </a:cubicBezTo>
                <a:lnTo>
                  <a:pt x="55369" y="65405"/>
                </a:lnTo>
                <a:cubicBezTo>
                  <a:pt x="54319" y="66360"/>
                  <a:pt x="53690" y="67572"/>
                  <a:pt x="53458" y="68876"/>
                </a:cubicBezTo>
                <a:cubicBezTo>
                  <a:pt x="53210" y="70313"/>
                  <a:pt x="53433" y="71865"/>
                  <a:pt x="54095" y="73336"/>
                </a:cubicBezTo>
                <a:cubicBezTo>
                  <a:pt x="57901" y="81723"/>
                  <a:pt x="64289" y="90418"/>
                  <a:pt x="71836" y="98001"/>
                </a:cubicBezTo>
                <a:cubicBezTo>
                  <a:pt x="79374" y="105566"/>
                  <a:pt x="88012" y="111952"/>
                  <a:pt x="96369" y="115764"/>
                </a:cubicBezTo>
                <a:cubicBezTo>
                  <a:pt x="97850" y="116437"/>
                  <a:pt x="99406" y="116669"/>
                  <a:pt x="100829" y="116412"/>
                </a:cubicBezTo>
                <a:cubicBezTo>
                  <a:pt x="102129" y="116187"/>
                  <a:pt x="103337" y="115548"/>
                  <a:pt x="104288" y="114493"/>
                </a:cubicBezTo>
                <a:lnTo>
                  <a:pt x="114987" y="102643"/>
                </a:lnTo>
                <a:cubicBezTo>
                  <a:pt x="116808" y="100625"/>
                  <a:pt x="119108" y="99296"/>
                  <a:pt x="121574" y="98723"/>
                </a:cubicBezTo>
                <a:cubicBezTo>
                  <a:pt x="124048" y="98150"/>
                  <a:pt x="126687" y="98349"/>
                  <a:pt x="129195" y="99363"/>
                </a:cubicBezTo>
                <a:lnTo>
                  <a:pt x="161481" y="112467"/>
                </a:lnTo>
                <a:lnTo>
                  <a:pt x="161490" y="112467"/>
                </a:lnTo>
                <a:cubicBezTo>
                  <a:pt x="164353" y="113630"/>
                  <a:pt x="166595" y="115722"/>
                  <a:pt x="167960" y="118289"/>
                </a:cubicBezTo>
                <a:cubicBezTo>
                  <a:pt x="169325" y="120846"/>
                  <a:pt x="169814" y="123877"/>
                  <a:pt x="169185" y="126917"/>
                </a:cubicBezTo>
                <a:lnTo>
                  <a:pt x="162739" y="158075"/>
                </a:lnTo>
                <a:cubicBezTo>
                  <a:pt x="162284" y="160284"/>
                  <a:pt x="161316" y="162243"/>
                  <a:pt x="159934" y="163855"/>
                </a:cubicBezTo>
                <a:cubicBezTo>
                  <a:pt x="158552" y="165466"/>
                  <a:pt x="156756" y="166711"/>
                  <a:pt x="154655" y="167484"/>
                </a:cubicBezTo>
                <a:cubicBezTo>
                  <a:pt x="154365" y="167592"/>
                  <a:pt x="154026" y="167700"/>
                  <a:pt x="153645" y="167816"/>
                </a:cubicBezTo>
                <a:cubicBezTo>
                  <a:pt x="153306" y="167915"/>
                  <a:pt x="152958" y="168015"/>
                  <a:pt x="152603" y="168098"/>
                </a:cubicBezTo>
                <a:cubicBezTo>
                  <a:pt x="140299" y="171030"/>
                  <a:pt x="127266" y="170581"/>
                  <a:pt x="114209" y="167475"/>
                </a:cubicBezTo>
                <a:cubicBezTo>
                  <a:pt x="89402" y="161563"/>
                  <a:pt x="64421" y="145993"/>
                  <a:pt x="44207" y="125705"/>
                </a:cubicBezTo>
                <a:cubicBezTo>
                  <a:pt x="23992" y="105417"/>
                  <a:pt x="8478" y="80346"/>
                  <a:pt x="2587" y="55441"/>
                </a:cubicBezTo>
                <a:cubicBezTo>
                  <a:pt x="-516" y="42336"/>
                  <a:pt x="-955" y="29257"/>
                  <a:pt x="1966" y="16908"/>
                </a:cubicBezTo>
                <a:lnTo>
                  <a:pt x="1966" y="16907"/>
                </a:lnTo>
                <a:cubicBezTo>
                  <a:pt x="2049" y="16550"/>
                  <a:pt x="2140" y="16201"/>
                  <a:pt x="2248" y="15861"/>
                </a:cubicBezTo>
                <a:cubicBezTo>
                  <a:pt x="2347" y="15520"/>
                  <a:pt x="2463" y="15180"/>
                  <a:pt x="2579" y="14847"/>
                </a:cubicBezTo>
                <a:cubicBezTo>
                  <a:pt x="3348" y="12738"/>
                  <a:pt x="4590" y="10936"/>
                  <a:pt x="6195" y="9549"/>
                </a:cubicBezTo>
                <a:cubicBezTo>
                  <a:pt x="7800" y="8162"/>
                  <a:pt x="9753" y="7191"/>
                  <a:pt x="11954" y="6734"/>
                </a:cubicBezTo>
                <a:close/>
              </a:path>
            </a:pathLst>
          </a:custGeom>
          <a:solidFill>
            <a:schemeClr val="bg1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>
              <a:buNone/>
              <a:defRPr lang="en-US" sz="100" smtClean="0">
                <a:solidFill>
                  <a:schemeClr val="tx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65205D9A-78CB-42EA-D56B-46556C049F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844505" y="4689028"/>
            <a:ext cx="156354" cy="104600"/>
          </a:xfrm>
          <a:custGeom>
            <a:avLst/>
            <a:gdLst>
              <a:gd name="csX0" fmla="*/ 7272 w 156354"/>
              <a:gd name="csY0" fmla="*/ 11102 h 104600"/>
              <a:gd name="csX1" fmla="*/ 7272 w 156354"/>
              <a:gd name="csY1" fmla="*/ 97386 h 104600"/>
              <a:gd name="csX2" fmla="*/ 149082 w 156354"/>
              <a:gd name="csY2" fmla="*/ 97386 h 104600"/>
              <a:gd name="csX3" fmla="*/ 149082 w 156354"/>
              <a:gd name="csY3" fmla="*/ 11102 h 104600"/>
              <a:gd name="csX4" fmla="*/ 80450 w 156354"/>
              <a:gd name="csY4" fmla="*/ 65879 h 104600"/>
              <a:gd name="csX5" fmla="*/ 75904 w 156354"/>
              <a:gd name="csY5" fmla="*/ 65879 h 104600"/>
              <a:gd name="csX6" fmla="*/ 13976 w 156354"/>
              <a:gd name="csY6" fmla="*/ 7214 h 104600"/>
              <a:gd name="csX7" fmla="*/ 78177 w 156354"/>
              <a:gd name="csY7" fmla="*/ 58502 h 104600"/>
              <a:gd name="csX8" fmla="*/ 142378 w 156354"/>
              <a:gd name="csY8" fmla="*/ 7214 h 104600"/>
              <a:gd name="csX9" fmla="*/ 3636 w 156354"/>
              <a:gd name="csY9" fmla="*/ 0 h 104600"/>
              <a:gd name="csX10" fmla="*/ 152718 w 156354"/>
              <a:gd name="csY10" fmla="*/ 0 h 104600"/>
              <a:gd name="csX11" fmla="*/ 156354 w 156354"/>
              <a:gd name="csY11" fmla="*/ 3607 h 104600"/>
              <a:gd name="csX12" fmla="*/ 156354 w 156354"/>
              <a:gd name="csY12" fmla="*/ 100993 h 104600"/>
              <a:gd name="csX13" fmla="*/ 152718 w 156354"/>
              <a:gd name="csY13" fmla="*/ 104600 h 104600"/>
              <a:gd name="csX14" fmla="*/ 3636 w 156354"/>
              <a:gd name="csY14" fmla="*/ 104600 h 104600"/>
              <a:gd name="csX15" fmla="*/ 0 w 156354"/>
              <a:gd name="csY15" fmla="*/ 100993 h 104600"/>
              <a:gd name="csX16" fmla="*/ 0 w 156354"/>
              <a:gd name="csY16" fmla="*/ 3607 h 104600"/>
              <a:gd name="csX17" fmla="*/ 3636 w 156354"/>
              <a:gd name="csY17" fmla="*/ 0 h 104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56354" h="104600">
                <a:moveTo>
                  <a:pt x="7272" y="11102"/>
                </a:moveTo>
                <a:lnTo>
                  <a:pt x="7272" y="97386"/>
                </a:lnTo>
                <a:lnTo>
                  <a:pt x="149082" y="97386"/>
                </a:lnTo>
                <a:lnTo>
                  <a:pt x="149082" y="11102"/>
                </a:lnTo>
                <a:lnTo>
                  <a:pt x="80450" y="65879"/>
                </a:lnTo>
                <a:cubicBezTo>
                  <a:pt x="79121" y="66943"/>
                  <a:pt x="77233" y="66943"/>
                  <a:pt x="75904" y="65879"/>
                </a:cubicBezTo>
                <a:close/>
                <a:moveTo>
                  <a:pt x="13976" y="7214"/>
                </a:moveTo>
                <a:lnTo>
                  <a:pt x="78177" y="58502"/>
                </a:lnTo>
                <a:lnTo>
                  <a:pt x="142378" y="7214"/>
                </a:lnTo>
                <a:close/>
                <a:moveTo>
                  <a:pt x="3636" y="0"/>
                </a:moveTo>
                <a:lnTo>
                  <a:pt x="152718" y="0"/>
                </a:lnTo>
                <a:cubicBezTo>
                  <a:pt x="154726" y="0"/>
                  <a:pt x="156354" y="1616"/>
                  <a:pt x="156354" y="3607"/>
                </a:cubicBezTo>
                <a:lnTo>
                  <a:pt x="156354" y="100993"/>
                </a:lnTo>
                <a:cubicBezTo>
                  <a:pt x="156354" y="102995"/>
                  <a:pt x="154726" y="104600"/>
                  <a:pt x="152718" y="104600"/>
                </a:cubicBezTo>
                <a:lnTo>
                  <a:pt x="3636" y="104600"/>
                </a:lnTo>
                <a:cubicBezTo>
                  <a:pt x="1628" y="104600"/>
                  <a:pt x="0" y="102995"/>
                  <a:pt x="0" y="100993"/>
                </a:cubicBezTo>
                <a:lnTo>
                  <a:pt x="0" y="3607"/>
                </a:lnTo>
                <a:cubicBezTo>
                  <a:pt x="0" y="1616"/>
                  <a:pt x="1628" y="0"/>
                  <a:pt x="3636" y="0"/>
                </a:cubicBezTo>
                <a:close/>
              </a:path>
            </a:pathLst>
          </a:custGeom>
          <a:solidFill>
            <a:schemeClr val="bg1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>
              <a:buNone/>
              <a:defRPr lang="en-US" sz="100" dirty="0">
                <a:solidFill>
                  <a:schemeClr val="tx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>
              <a:buNone/>
            </a:pPr>
            <a:r>
              <a:rPr lang="en-US"/>
              <a:t>E-Mail: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D87C7806-4F84-997B-FF0A-F821B23858AF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853398" y="5247830"/>
            <a:ext cx="138568" cy="158705"/>
          </a:xfrm>
          <a:custGeom>
            <a:avLst/>
            <a:gdLst>
              <a:gd name="csX0" fmla="*/ 47720 w 138568"/>
              <a:gd name="csY0" fmla="*/ 92965 h 158705"/>
              <a:gd name="csX1" fmla="*/ 47720 w 138568"/>
              <a:gd name="csY1" fmla="*/ 151120 h 158705"/>
              <a:gd name="csX2" fmla="*/ 90851 w 138568"/>
              <a:gd name="csY2" fmla="*/ 151120 h 158705"/>
              <a:gd name="csX3" fmla="*/ 90851 w 138568"/>
              <a:gd name="csY3" fmla="*/ 92965 h 158705"/>
              <a:gd name="csX4" fmla="*/ 69284 w 138568"/>
              <a:gd name="csY4" fmla="*/ 8544 h 158705"/>
              <a:gd name="csX5" fmla="*/ 7560 w 138568"/>
              <a:gd name="csY5" fmla="*/ 55192 h 158705"/>
              <a:gd name="csX6" fmla="*/ 7560 w 138568"/>
              <a:gd name="csY6" fmla="*/ 151120 h 158705"/>
              <a:gd name="csX7" fmla="*/ 40162 w 138568"/>
              <a:gd name="csY7" fmla="*/ 151120 h 158705"/>
              <a:gd name="csX8" fmla="*/ 40162 w 138568"/>
              <a:gd name="csY8" fmla="*/ 89173 h 158705"/>
              <a:gd name="csX9" fmla="*/ 43941 w 138568"/>
              <a:gd name="csY9" fmla="*/ 85380 h 158705"/>
              <a:gd name="csX10" fmla="*/ 94630 w 138568"/>
              <a:gd name="csY10" fmla="*/ 85380 h 158705"/>
              <a:gd name="csX11" fmla="*/ 98409 w 138568"/>
              <a:gd name="csY11" fmla="*/ 89173 h 158705"/>
              <a:gd name="csX12" fmla="*/ 98409 w 138568"/>
              <a:gd name="csY12" fmla="*/ 151120 h 158705"/>
              <a:gd name="csX13" fmla="*/ 131011 w 138568"/>
              <a:gd name="csY13" fmla="*/ 151120 h 158705"/>
              <a:gd name="csX14" fmla="*/ 131009 w 138568"/>
              <a:gd name="csY14" fmla="*/ 55192 h 158705"/>
              <a:gd name="csX15" fmla="*/ 67010 w 138568"/>
              <a:gd name="csY15" fmla="*/ 762 h 158705"/>
              <a:gd name="csX16" fmla="*/ 71560 w 138568"/>
              <a:gd name="csY16" fmla="*/ 762 h 158705"/>
              <a:gd name="csX17" fmla="*/ 137066 w 138568"/>
              <a:gd name="csY17" fmla="*/ 50269 h 158705"/>
              <a:gd name="csX18" fmla="*/ 137064 w 138568"/>
              <a:gd name="csY18" fmla="*/ 50270 h 158705"/>
              <a:gd name="csX19" fmla="*/ 138568 w 138568"/>
              <a:gd name="csY19" fmla="*/ 53304 h 158705"/>
              <a:gd name="csX20" fmla="*/ 138568 w 138568"/>
              <a:gd name="csY20" fmla="*/ 154912 h 158705"/>
              <a:gd name="csX21" fmla="*/ 134789 w 138568"/>
              <a:gd name="csY21" fmla="*/ 158705 h 158705"/>
              <a:gd name="csX22" fmla="*/ 3779 w 138568"/>
              <a:gd name="csY22" fmla="*/ 158705 h 158705"/>
              <a:gd name="csX23" fmla="*/ 0 w 138568"/>
              <a:gd name="csY23" fmla="*/ 154912 h 158705"/>
              <a:gd name="csX24" fmla="*/ 0 w 138568"/>
              <a:gd name="csY24" fmla="*/ 53296 h 158705"/>
              <a:gd name="csX25" fmla="*/ 1504 w 138568"/>
              <a:gd name="csY25" fmla="*/ 50269 h 158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138568" h="158705">
                <a:moveTo>
                  <a:pt x="47720" y="92965"/>
                </a:moveTo>
                <a:lnTo>
                  <a:pt x="47720" y="151120"/>
                </a:lnTo>
                <a:lnTo>
                  <a:pt x="90851" y="151120"/>
                </a:lnTo>
                <a:lnTo>
                  <a:pt x="90851" y="92965"/>
                </a:lnTo>
                <a:close/>
                <a:moveTo>
                  <a:pt x="69284" y="8544"/>
                </a:moveTo>
                <a:lnTo>
                  <a:pt x="7560" y="55192"/>
                </a:lnTo>
                <a:lnTo>
                  <a:pt x="7560" y="151120"/>
                </a:lnTo>
                <a:lnTo>
                  <a:pt x="40162" y="151120"/>
                </a:lnTo>
                <a:lnTo>
                  <a:pt x="40162" y="89173"/>
                </a:lnTo>
                <a:cubicBezTo>
                  <a:pt x="40162" y="87079"/>
                  <a:pt x="41855" y="85380"/>
                  <a:pt x="43941" y="85380"/>
                </a:cubicBezTo>
                <a:lnTo>
                  <a:pt x="94630" y="85380"/>
                </a:lnTo>
                <a:cubicBezTo>
                  <a:pt x="96716" y="85380"/>
                  <a:pt x="98409" y="87079"/>
                  <a:pt x="98409" y="89173"/>
                </a:cubicBezTo>
                <a:lnTo>
                  <a:pt x="98409" y="151120"/>
                </a:lnTo>
                <a:lnTo>
                  <a:pt x="131011" y="151120"/>
                </a:lnTo>
                <a:lnTo>
                  <a:pt x="131009" y="55192"/>
                </a:lnTo>
                <a:close/>
                <a:moveTo>
                  <a:pt x="67010" y="762"/>
                </a:moveTo>
                <a:cubicBezTo>
                  <a:pt x="68363" y="-254"/>
                  <a:pt x="70215" y="-254"/>
                  <a:pt x="71560" y="762"/>
                </a:cubicBezTo>
                <a:lnTo>
                  <a:pt x="137066" y="50269"/>
                </a:lnTo>
                <a:lnTo>
                  <a:pt x="137064" y="50270"/>
                </a:lnTo>
                <a:cubicBezTo>
                  <a:pt x="138016" y="50990"/>
                  <a:pt x="138568" y="52113"/>
                  <a:pt x="138568" y="53304"/>
                </a:cubicBezTo>
                <a:lnTo>
                  <a:pt x="138568" y="154912"/>
                </a:lnTo>
                <a:cubicBezTo>
                  <a:pt x="138568" y="157006"/>
                  <a:pt x="136875" y="158705"/>
                  <a:pt x="134789" y="158705"/>
                </a:cubicBezTo>
                <a:lnTo>
                  <a:pt x="3779" y="158705"/>
                </a:lnTo>
                <a:cubicBezTo>
                  <a:pt x="1693" y="158705"/>
                  <a:pt x="0" y="157006"/>
                  <a:pt x="0" y="154912"/>
                </a:cubicBezTo>
                <a:lnTo>
                  <a:pt x="0" y="53296"/>
                </a:lnTo>
                <a:cubicBezTo>
                  <a:pt x="0" y="52105"/>
                  <a:pt x="559" y="50982"/>
                  <a:pt x="1504" y="50269"/>
                </a:cubicBezTo>
                <a:close/>
              </a:path>
            </a:pathLst>
          </a:custGeom>
          <a:solidFill>
            <a:schemeClr val="bg1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>
              <a:buNone/>
              <a:defRPr lang="en-US" sz="100" dirty="0">
                <a:solidFill>
                  <a:schemeClr val="tx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A5773286-5C77-589A-BF10-5B3D8BA1E93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830873" y="5820895"/>
            <a:ext cx="183618" cy="184282"/>
          </a:xfrm>
          <a:custGeom>
            <a:avLst/>
            <a:gdLst>
              <a:gd name="csX0" fmla="*/ 138423 w 183618"/>
              <a:gd name="csY0" fmla="*/ 143458 h 184282"/>
              <a:gd name="csX1" fmla="*/ 129506 w 183618"/>
              <a:gd name="csY1" fmla="*/ 165898 h 184282"/>
              <a:gd name="csX2" fmla="*/ 152500 w 183618"/>
              <a:gd name="csY2" fmla="*/ 148341 h 184282"/>
              <a:gd name="csX3" fmla="*/ 152509 w 183618"/>
              <a:gd name="csY3" fmla="*/ 148341 h 184282"/>
              <a:gd name="csX4" fmla="*/ 138441 w 183618"/>
              <a:gd name="csY4" fmla="*/ 143467 h 184282"/>
              <a:gd name="csX5" fmla="*/ 138423 w 183618"/>
              <a:gd name="csY5" fmla="*/ 143467 h 184282"/>
              <a:gd name="csX6" fmla="*/ 45174 w 183618"/>
              <a:gd name="csY6" fmla="*/ 143458 h 184282"/>
              <a:gd name="csX7" fmla="*/ 31115 w 183618"/>
              <a:gd name="csY7" fmla="*/ 148350 h 184282"/>
              <a:gd name="csX8" fmla="*/ 31124 w 183618"/>
              <a:gd name="csY8" fmla="*/ 148350 h 184282"/>
              <a:gd name="csX9" fmla="*/ 54100 w 183618"/>
              <a:gd name="csY9" fmla="*/ 165898 h 184282"/>
              <a:gd name="csX10" fmla="*/ 54109 w 183618"/>
              <a:gd name="csY10" fmla="*/ 165898 h 184282"/>
              <a:gd name="csX11" fmla="*/ 45192 w 183618"/>
              <a:gd name="csY11" fmla="*/ 143467 h 184282"/>
              <a:gd name="csX12" fmla="*/ 87255 w 183618"/>
              <a:gd name="csY12" fmla="*/ 137454 h 184282"/>
              <a:gd name="csX13" fmla="*/ 54064 w 183618"/>
              <a:gd name="csY13" fmla="*/ 141259 h 184282"/>
              <a:gd name="csX14" fmla="*/ 54073 w 183618"/>
              <a:gd name="csY14" fmla="*/ 141259 h 184282"/>
              <a:gd name="csX15" fmla="*/ 68822 w 183618"/>
              <a:gd name="csY15" fmla="*/ 171769 h 184282"/>
              <a:gd name="csX16" fmla="*/ 68830 w 183618"/>
              <a:gd name="csY16" fmla="*/ 171769 h 184282"/>
              <a:gd name="csX17" fmla="*/ 87264 w 183618"/>
              <a:gd name="csY17" fmla="*/ 174892 h 184282"/>
              <a:gd name="csX18" fmla="*/ 87264 w 183618"/>
              <a:gd name="csY18" fmla="*/ 137462 h 184282"/>
              <a:gd name="csX19" fmla="*/ 87255 w 183618"/>
              <a:gd name="csY19" fmla="*/ 137462 h 184282"/>
              <a:gd name="csX20" fmla="*/ 96351 w 183618"/>
              <a:gd name="csY20" fmla="*/ 137453 h 184282"/>
              <a:gd name="csX21" fmla="*/ 96350 w 183618"/>
              <a:gd name="csY21" fmla="*/ 174892 h 184282"/>
              <a:gd name="csX22" fmla="*/ 114775 w 183618"/>
              <a:gd name="csY22" fmla="*/ 171768 h 184282"/>
              <a:gd name="csX23" fmla="*/ 114793 w 183618"/>
              <a:gd name="csY23" fmla="*/ 171768 h 184282"/>
              <a:gd name="csX24" fmla="*/ 129541 w 183618"/>
              <a:gd name="csY24" fmla="*/ 141250 h 184282"/>
              <a:gd name="csX25" fmla="*/ 129550 w 183618"/>
              <a:gd name="csY25" fmla="*/ 141250 h 184282"/>
              <a:gd name="csX26" fmla="*/ 96360 w 183618"/>
              <a:gd name="csY26" fmla="*/ 137462 h 184282"/>
              <a:gd name="csX27" fmla="*/ 96351 w 183618"/>
              <a:gd name="csY27" fmla="*/ 137462 h 184282"/>
              <a:gd name="csX28" fmla="*/ 96353 w 183618"/>
              <a:gd name="csY28" fmla="*/ 96709 h 184282"/>
              <a:gd name="csX29" fmla="*/ 96351 w 183618"/>
              <a:gd name="csY29" fmla="*/ 128199 h 184282"/>
              <a:gd name="csX30" fmla="*/ 96360 w 183618"/>
              <a:gd name="csY30" fmla="*/ 128190 h 184282"/>
              <a:gd name="csX31" fmla="*/ 131886 w 183618"/>
              <a:gd name="csY31" fmla="*/ 132373 h 184282"/>
              <a:gd name="csX32" fmla="*/ 136197 w 183618"/>
              <a:gd name="csY32" fmla="*/ 96709 h 184282"/>
              <a:gd name="csX33" fmla="*/ 47422 w 183618"/>
              <a:gd name="csY33" fmla="*/ 96708 h 184282"/>
              <a:gd name="csX34" fmla="*/ 51733 w 183618"/>
              <a:gd name="csY34" fmla="*/ 132371 h 184282"/>
              <a:gd name="csX35" fmla="*/ 87259 w 183618"/>
              <a:gd name="csY35" fmla="*/ 128197 h 184282"/>
              <a:gd name="csX36" fmla="*/ 87268 w 183618"/>
              <a:gd name="csY36" fmla="*/ 128188 h 184282"/>
              <a:gd name="csX37" fmla="*/ 87268 w 183618"/>
              <a:gd name="csY37" fmla="*/ 96709 h 184282"/>
              <a:gd name="csX38" fmla="*/ 47440 w 183618"/>
              <a:gd name="csY38" fmla="*/ 96709 h 184282"/>
              <a:gd name="csX39" fmla="*/ 174243 w 183618"/>
              <a:gd name="csY39" fmla="*/ 96700 h 184282"/>
              <a:gd name="csX40" fmla="*/ 145435 w 183618"/>
              <a:gd name="csY40" fmla="*/ 96709 h 184282"/>
              <a:gd name="csX41" fmla="*/ 145426 w 183618"/>
              <a:gd name="csY41" fmla="*/ 96709 h 184282"/>
              <a:gd name="csX42" fmla="*/ 145426 w 183618"/>
              <a:gd name="csY42" fmla="*/ 96701 h 184282"/>
              <a:gd name="csX43" fmla="*/ 140757 w 183618"/>
              <a:gd name="csY43" fmla="*/ 134588 h 184282"/>
              <a:gd name="csX44" fmla="*/ 140775 w 183618"/>
              <a:gd name="csY44" fmla="*/ 134588 h 184282"/>
              <a:gd name="csX45" fmla="*/ 158564 w 183618"/>
              <a:gd name="csY45" fmla="*/ 140917 h 184282"/>
              <a:gd name="csX46" fmla="*/ 158573 w 183618"/>
              <a:gd name="csY46" fmla="*/ 140917 h 184282"/>
              <a:gd name="csX47" fmla="*/ 174261 w 183618"/>
              <a:gd name="csY47" fmla="*/ 96700 h 184282"/>
              <a:gd name="csX48" fmla="*/ 38208 w 183618"/>
              <a:gd name="csY48" fmla="*/ 96700 h 184282"/>
              <a:gd name="csX49" fmla="*/ 9347 w 183618"/>
              <a:gd name="csY49" fmla="*/ 96709 h 184282"/>
              <a:gd name="csX50" fmla="*/ 9356 w 183618"/>
              <a:gd name="csY50" fmla="*/ 96709 h 184282"/>
              <a:gd name="csX51" fmla="*/ 25043 w 183618"/>
              <a:gd name="csY51" fmla="*/ 140916 h 184282"/>
              <a:gd name="csX52" fmla="*/ 42850 w 183618"/>
              <a:gd name="csY52" fmla="*/ 134588 h 184282"/>
              <a:gd name="csX53" fmla="*/ 42859 w 183618"/>
              <a:gd name="csY53" fmla="*/ 134588 h 184282"/>
              <a:gd name="csX54" fmla="*/ 38190 w 183618"/>
              <a:gd name="csY54" fmla="*/ 96709 h 184282"/>
              <a:gd name="csX55" fmla="*/ 38208 w 183618"/>
              <a:gd name="csY55" fmla="*/ 96709 h 184282"/>
              <a:gd name="csX56" fmla="*/ 131878 w 183618"/>
              <a:gd name="csY56" fmla="*/ 51909 h 184282"/>
              <a:gd name="csX57" fmla="*/ 131880 w 183618"/>
              <a:gd name="csY57" fmla="*/ 51911 h 184282"/>
              <a:gd name="csX58" fmla="*/ 96345 w 183618"/>
              <a:gd name="csY58" fmla="*/ 56102 h 184282"/>
              <a:gd name="csX59" fmla="*/ 96354 w 183618"/>
              <a:gd name="csY59" fmla="*/ 56102 h 184282"/>
              <a:gd name="csX60" fmla="*/ 96354 w 183618"/>
              <a:gd name="csY60" fmla="*/ 87581 h 184282"/>
              <a:gd name="csX61" fmla="*/ 136198 w 183618"/>
              <a:gd name="csY61" fmla="*/ 87581 h 184282"/>
              <a:gd name="csX62" fmla="*/ 131896 w 183618"/>
              <a:gd name="csY62" fmla="*/ 51918 h 184282"/>
              <a:gd name="csX63" fmla="*/ 51724 w 183618"/>
              <a:gd name="csY63" fmla="*/ 51909 h 184282"/>
              <a:gd name="csX64" fmla="*/ 51724 w 183618"/>
              <a:gd name="csY64" fmla="*/ 51918 h 184282"/>
              <a:gd name="csX65" fmla="*/ 51724 w 183618"/>
              <a:gd name="csY65" fmla="*/ 51918 h 184282"/>
              <a:gd name="csX66" fmla="*/ 47424 w 183618"/>
              <a:gd name="csY66" fmla="*/ 87580 h 184282"/>
              <a:gd name="csX67" fmla="*/ 87267 w 183618"/>
              <a:gd name="csY67" fmla="*/ 87580 h 184282"/>
              <a:gd name="csX68" fmla="*/ 87267 w 183618"/>
              <a:gd name="csY68" fmla="*/ 56092 h 184282"/>
              <a:gd name="csX69" fmla="*/ 87276 w 183618"/>
              <a:gd name="csY69" fmla="*/ 56092 h 184282"/>
              <a:gd name="csX70" fmla="*/ 51742 w 183618"/>
              <a:gd name="csY70" fmla="*/ 51918 h 184282"/>
              <a:gd name="csX71" fmla="*/ 51724 w 183618"/>
              <a:gd name="csY71" fmla="*/ 51918 h 184282"/>
              <a:gd name="csX72" fmla="*/ 51725 w 183618"/>
              <a:gd name="csY72" fmla="*/ 51910 h 184282"/>
              <a:gd name="csX73" fmla="*/ 158565 w 183618"/>
              <a:gd name="csY73" fmla="*/ 43373 h 184282"/>
              <a:gd name="csX74" fmla="*/ 140749 w 183618"/>
              <a:gd name="csY74" fmla="*/ 49710 h 184282"/>
              <a:gd name="csX75" fmla="*/ 140758 w 183618"/>
              <a:gd name="csY75" fmla="*/ 49710 h 184282"/>
              <a:gd name="csX76" fmla="*/ 145427 w 183618"/>
              <a:gd name="csY76" fmla="*/ 87580 h 184282"/>
              <a:gd name="csX77" fmla="*/ 174262 w 183618"/>
              <a:gd name="csY77" fmla="*/ 87580 h 184282"/>
              <a:gd name="csX78" fmla="*/ 158584 w 183618"/>
              <a:gd name="csY78" fmla="*/ 43382 h 184282"/>
              <a:gd name="csX79" fmla="*/ 158584 w 183618"/>
              <a:gd name="csY79" fmla="*/ 43373 h 184282"/>
              <a:gd name="csX80" fmla="*/ 158566 w 183618"/>
              <a:gd name="csY80" fmla="*/ 43373 h 184282"/>
              <a:gd name="csX81" fmla="*/ 25036 w 183618"/>
              <a:gd name="csY81" fmla="*/ 43373 h 184282"/>
              <a:gd name="csX82" fmla="*/ 9357 w 183618"/>
              <a:gd name="csY82" fmla="*/ 87580 h 184282"/>
              <a:gd name="csX83" fmla="*/ 38192 w 183618"/>
              <a:gd name="csY83" fmla="*/ 87580 h 184282"/>
              <a:gd name="csX84" fmla="*/ 42861 w 183618"/>
              <a:gd name="csY84" fmla="*/ 49701 h 184282"/>
              <a:gd name="csX85" fmla="*/ 42870 w 183618"/>
              <a:gd name="csY85" fmla="*/ 49701 h 184282"/>
              <a:gd name="csX86" fmla="*/ 25045 w 183618"/>
              <a:gd name="csY86" fmla="*/ 43382 h 184282"/>
              <a:gd name="csX87" fmla="*/ 129516 w 183618"/>
              <a:gd name="csY87" fmla="*/ 18401 h 184282"/>
              <a:gd name="csX88" fmla="*/ 138433 w 183618"/>
              <a:gd name="csY88" fmla="*/ 40824 h 184282"/>
              <a:gd name="csX89" fmla="*/ 152493 w 183618"/>
              <a:gd name="csY89" fmla="*/ 35950 h 184282"/>
              <a:gd name="csX90" fmla="*/ 152511 w 183618"/>
              <a:gd name="csY90" fmla="*/ 35950 h 184282"/>
              <a:gd name="csX91" fmla="*/ 129525 w 183618"/>
              <a:gd name="csY91" fmla="*/ 18401 h 184282"/>
              <a:gd name="csX92" fmla="*/ 54094 w 183618"/>
              <a:gd name="csY92" fmla="*/ 18392 h 184282"/>
              <a:gd name="csX93" fmla="*/ 31118 w 183618"/>
              <a:gd name="csY93" fmla="*/ 35950 h 184282"/>
              <a:gd name="csX94" fmla="*/ 31127 w 183618"/>
              <a:gd name="csY94" fmla="*/ 35950 h 184282"/>
              <a:gd name="csX95" fmla="*/ 45186 w 183618"/>
              <a:gd name="csY95" fmla="*/ 40833 h 184282"/>
              <a:gd name="csX96" fmla="*/ 45186 w 183618"/>
              <a:gd name="csY96" fmla="*/ 40824 h 184282"/>
              <a:gd name="csX97" fmla="*/ 54112 w 183618"/>
              <a:gd name="csY97" fmla="*/ 18392 h 184282"/>
              <a:gd name="csX98" fmla="*/ 96353 w 183618"/>
              <a:gd name="csY98" fmla="*/ 9389 h 184282"/>
              <a:gd name="csX99" fmla="*/ 96353 w 183618"/>
              <a:gd name="csY99" fmla="*/ 46828 h 184282"/>
              <a:gd name="csX100" fmla="*/ 129534 w 183618"/>
              <a:gd name="csY100" fmla="*/ 43040 h 184282"/>
              <a:gd name="csX101" fmla="*/ 129543 w 183618"/>
              <a:gd name="csY101" fmla="*/ 43031 h 184282"/>
              <a:gd name="csX102" fmla="*/ 114804 w 183618"/>
              <a:gd name="csY102" fmla="*/ 12522 h 184282"/>
              <a:gd name="csX103" fmla="*/ 114813 w 183618"/>
              <a:gd name="csY103" fmla="*/ 12522 h 184282"/>
              <a:gd name="csX104" fmla="*/ 96362 w 183618"/>
              <a:gd name="csY104" fmla="*/ 9398 h 184282"/>
              <a:gd name="csX105" fmla="*/ 96362 w 183618"/>
              <a:gd name="csY105" fmla="*/ 9389 h 184282"/>
              <a:gd name="csX106" fmla="*/ 87257 w 183618"/>
              <a:gd name="csY106" fmla="*/ 9389 h 184282"/>
              <a:gd name="csX107" fmla="*/ 87257 w 183618"/>
              <a:gd name="csY107" fmla="*/ 9390 h 184282"/>
              <a:gd name="csX108" fmla="*/ 68806 w 183618"/>
              <a:gd name="csY108" fmla="*/ 12532 h 184282"/>
              <a:gd name="csX109" fmla="*/ 54076 w 183618"/>
              <a:gd name="csY109" fmla="*/ 43041 h 184282"/>
              <a:gd name="csX110" fmla="*/ 54085 w 183618"/>
              <a:gd name="csY110" fmla="*/ 43041 h 184282"/>
              <a:gd name="csX111" fmla="*/ 87266 w 183618"/>
              <a:gd name="csY111" fmla="*/ 46829 h 184282"/>
              <a:gd name="csX112" fmla="*/ 87266 w 183618"/>
              <a:gd name="csY112" fmla="*/ 9389 h 184282"/>
              <a:gd name="csX113" fmla="*/ 91809 w 183618"/>
              <a:gd name="csY113" fmla="*/ 0 h 184282"/>
              <a:gd name="csX114" fmla="*/ 183618 w 183618"/>
              <a:gd name="csY114" fmla="*/ 92141 h 184282"/>
              <a:gd name="csX115" fmla="*/ 91809 w 183618"/>
              <a:gd name="csY115" fmla="*/ 184282 h 184282"/>
              <a:gd name="csX116" fmla="*/ 0 w 183618"/>
              <a:gd name="csY116" fmla="*/ 92141 h 184282"/>
              <a:gd name="csX117" fmla="*/ 91800 w 183618"/>
              <a:gd name="csY117" fmla="*/ 9 h 184282"/>
              <a:gd name="csX118" fmla="*/ 91809 w 183618"/>
              <a:gd name="csY118" fmla="*/ 9 h 1842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</a:cxnLst>
            <a:rect l="l" t="t" r="r" b="b"/>
            <a:pathLst>
              <a:path w="183618" h="184282">
                <a:moveTo>
                  <a:pt x="138423" y="143458"/>
                </a:moveTo>
                <a:cubicBezTo>
                  <a:pt x="136008" y="151662"/>
                  <a:pt x="133012" y="159220"/>
                  <a:pt x="129506" y="165898"/>
                </a:cubicBezTo>
                <a:cubicBezTo>
                  <a:pt x="138172" y="161428"/>
                  <a:pt x="145953" y="155459"/>
                  <a:pt x="152500" y="148341"/>
                </a:cubicBezTo>
                <a:lnTo>
                  <a:pt x="152509" y="148341"/>
                </a:lnTo>
                <a:cubicBezTo>
                  <a:pt x="148181" y="146519"/>
                  <a:pt x="143476" y="144885"/>
                  <a:pt x="138441" y="143467"/>
                </a:cubicBezTo>
                <a:lnTo>
                  <a:pt x="138423" y="143467"/>
                </a:lnTo>
                <a:close/>
                <a:moveTo>
                  <a:pt x="45174" y="143458"/>
                </a:moveTo>
                <a:cubicBezTo>
                  <a:pt x="40148" y="144885"/>
                  <a:pt x="35443" y="146519"/>
                  <a:pt x="31115" y="148350"/>
                </a:cubicBezTo>
                <a:lnTo>
                  <a:pt x="31124" y="148350"/>
                </a:lnTo>
                <a:cubicBezTo>
                  <a:pt x="37670" y="155459"/>
                  <a:pt x="45442" y="161419"/>
                  <a:pt x="54100" y="165898"/>
                </a:cubicBezTo>
                <a:lnTo>
                  <a:pt x="54109" y="165898"/>
                </a:lnTo>
                <a:cubicBezTo>
                  <a:pt x="50603" y="159229"/>
                  <a:pt x="47607" y="151662"/>
                  <a:pt x="45192" y="143467"/>
                </a:cubicBezTo>
                <a:close/>
                <a:moveTo>
                  <a:pt x="87255" y="137454"/>
                </a:moveTo>
                <a:cubicBezTo>
                  <a:pt x="75279" y="137732"/>
                  <a:pt x="64135" y="139078"/>
                  <a:pt x="54064" y="141259"/>
                </a:cubicBezTo>
                <a:lnTo>
                  <a:pt x="54073" y="141259"/>
                </a:lnTo>
                <a:cubicBezTo>
                  <a:pt x="57847" y="153816"/>
                  <a:pt x="62963" y="164202"/>
                  <a:pt x="68822" y="171769"/>
                </a:cubicBezTo>
                <a:lnTo>
                  <a:pt x="68830" y="171769"/>
                </a:lnTo>
                <a:cubicBezTo>
                  <a:pt x="74724" y="173483"/>
                  <a:pt x="80905" y="174551"/>
                  <a:pt x="87264" y="174892"/>
                </a:cubicBezTo>
                <a:lnTo>
                  <a:pt x="87264" y="137462"/>
                </a:lnTo>
                <a:lnTo>
                  <a:pt x="87255" y="137462"/>
                </a:lnTo>
                <a:close/>
                <a:moveTo>
                  <a:pt x="96351" y="137453"/>
                </a:moveTo>
                <a:lnTo>
                  <a:pt x="96350" y="174892"/>
                </a:lnTo>
                <a:cubicBezTo>
                  <a:pt x="102710" y="174551"/>
                  <a:pt x="108881" y="173483"/>
                  <a:pt x="114775" y="171768"/>
                </a:cubicBezTo>
                <a:lnTo>
                  <a:pt x="114793" y="171768"/>
                </a:lnTo>
                <a:cubicBezTo>
                  <a:pt x="120651" y="164202"/>
                  <a:pt x="125776" y="153816"/>
                  <a:pt x="129541" y="141250"/>
                </a:cubicBezTo>
                <a:lnTo>
                  <a:pt x="129550" y="141250"/>
                </a:lnTo>
                <a:cubicBezTo>
                  <a:pt x="119489" y="139078"/>
                  <a:pt x="108344" y="137731"/>
                  <a:pt x="96360" y="137462"/>
                </a:cubicBezTo>
                <a:lnTo>
                  <a:pt x="96351" y="137462"/>
                </a:lnTo>
                <a:close/>
                <a:moveTo>
                  <a:pt x="96353" y="96709"/>
                </a:moveTo>
                <a:lnTo>
                  <a:pt x="96351" y="128199"/>
                </a:lnTo>
                <a:lnTo>
                  <a:pt x="96360" y="128190"/>
                </a:lnTo>
                <a:cubicBezTo>
                  <a:pt x="108694" y="128477"/>
                  <a:pt x="120715" y="129922"/>
                  <a:pt x="131886" y="132373"/>
                </a:cubicBezTo>
                <a:cubicBezTo>
                  <a:pt x="134363" y="121662"/>
                  <a:pt x="135902" y="109662"/>
                  <a:pt x="136197" y="96709"/>
                </a:cubicBezTo>
                <a:close/>
                <a:moveTo>
                  <a:pt x="47422" y="96708"/>
                </a:moveTo>
                <a:cubicBezTo>
                  <a:pt x="47717" y="109670"/>
                  <a:pt x="49256" y="121662"/>
                  <a:pt x="51733" y="132371"/>
                </a:cubicBezTo>
                <a:cubicBezTo>
                  <a:pt x="62895" y="129921"/>
                  <a:pt x="74925" y="128475"/>
                  <a:pt x="87259" y="128197"/>
                </a:cubicBezTo>
                <a:lnTo>
                  <a:pt x="87268" y="128188"/>
                </a:lnTo>
                <a:lnTo>
                  <a:pt x="87268" y="96709"/>
                </a:lnTo>
                <a:lnTo>
                  <a:pt x="47440" y="96709"/>
                </a:lnTo>
                <a:close/>
                <a:moveTo>
                  <a:pt x="174243" y="96700"/>
                </a:moveTo>
                <a:lnTo>
                  <a:pt x="145435" y="96709"/>
                </a:lnTo>
                <a:lnTo>
                  <a:pt x="145426" y="96709"/>
                </a:lnTo>
                <a:lnTo>
                  <a:pt x="145426" y="96701"/>
                </a:lnTo>
                <a:cubicBezTo>
                  <a:pt x="145122" y="109895"/>
                  <a:pt x="143503" y="122749"/>
                  <a:pt x="140757" y="134588"/>
                </a:cubicBezTo>
                <a:lnTo>
                  <a:pt x="140775" y="134588"/>
                </a:lnTo>
                <a:cubicBezTo>
                  <a:pt x="147098" y="136366"/>
                  <a:pt x="153073" y="138484"/>
                  <a:pt x="158564" y="140917"/>
                </a:cubicBezTo>
                <a:lnTo>
                  <a:pt x="158573" y="140917"/>
                </a:lnTo>
                <a:cubicBezTo>
                  <a:pt x="167687" y="128377"/>
                  <a:pt x="173366" y="113181"/>
                  <a:pt x="174261" y="96700"/>
                </a:cubicBezTo>
                <a:close/>
                <a:moveTo>
                  <a:pt x="38208" y="96700"/>
                </a:moveTo>
                <a:lnTo>
                  <a:pt x="9347" y="96709"/>
                </a:lnTo>
                <a:lnTo>
                  <a:pt x="9356" y="96709"/>
                </a:lnTo>
                <a:cubicBezTo>
                  <a:pt x="10250" y="113180"/>
                  <a:pt x="15938" y="128376"/>
                  <a:pt x="25043" y="140916"/>
                </a:cubicBezTo>
                <a:cubicBezTo>
                  <a:pt x="30543" y="138484"/>
                  <a:pt x="36518" y="136365"/>
                  <a:pt x="42850" y="134588"/>
                </a:cubicBezTo>
                <a:lnTo>
                  <a:pt x="42859" y="134588"/>
                </a:lnTo>
                <a:cubicBezTo>
                  <a:pt x="40113" y="122758"/>
                  <a:pt x="38494" y="109904"/>
                  <a:pt x="38190" y="96709"/>
                </a:cubicBezTo>
                <a:lnTo>
                  <a:pt x="38208" y="96709"/>
                </a:lnTo>
                <a:close/>
                <a:moveTo>
                  <a:pt x="131878" y="51909"/>
                </a:moveTo>
                <a:lnTo>
                  <a:pt x="131880" y="51911"/>
                </a:lnTo>
                <a:cubicBezTo>
                  <a:pt x="120709" y="54361"/>
                  <a:pt x="108679" y="55806"/>
                  <a:pt x="96345" y="56102"/>
                </a:cubicBezTo>
                <a:lnTo>
                  <a:pt x="96354" y="56102"/>
                </a:lnTo>
                <a:lnTo>
                  <a:pt x="96354" y="87581"/>
                </a:lnTo>
                <a:lnTo>
                  <a:pt x="136198" y="87581"/>
                </a:lnTo>
                <a:cubicBezTo>
                  <a:pt x="135903" y="74619"/>
                  <a:pt x="134365" y="62627"/>
                  <a:pt x="131896" y="51918"/>
                </a:cubicBezTo>
                <a:close/>
                <a:moveTo>
                  <a:pt x="51724" y="51909"/>
                </a:moveTo>
                <a:lnTo>
                  <a:pt x="51724" y="51918"/>
                </a:lnTo>
                <a:lnTo>
                  <a:pt x="51724" y="51918"/>
                </a:lnTo>
                <a:lnTo>
                  <a:pt x="47424" y="87580"/>
                </a:lnTo>
                <a:lnTo>
                  <a:pt x="87267" y="87580"/>
                </a:lnTo>
                <a:lnTo>
                  <a:pt x="87267" y="56092"/>
                </a:lnTo>
                <a:lnTo>
                  <a:pt x="87276" y="56092"/>
                </a:lnTo>
                <a:cubicBezTo>
                  <a:pt x="74942" y="55805"/>
                  <a:pt x="62912" y="54360"/>
                  <a:pt x="51742" y="51918"/>
                </a:cubicBezTo>
                <a:lnTo>
                  <a:pt x="51724" y="51918"/>
                </a:lnTo>
                <a:lnTo>
                  <a:pt x="51725" y="51910"/>
                </a:lnTo>
                <a:close/>
                <a:moveTo>
                  <a:pt x="158565" y="43373"/>
                </a:moveTo>
                <a:cubicBezTo>
                  <a:pt x="153065" y="45806"/>
                  <a:pt x="147090" y="47924"/>
                  <a:pt x="140749" y="49710"/>
                </a:cubicBezTo>
                <a:lnTo>
                  <a:pt x="140758" y="49710"/>
                </a:lnTo>
                <a:cubicBezTo>
                  <a:pt x="143504" y="61540"/>
                  <a:pt x="145123" y="74385"/>
                  <a:pt x="145427" y="87580"/>
                </a:cubicBezTo>
                <a:lnTo>
                  <a:pt x="174262" y="87580"/>
                </a:lnTo>
                <a:cubicBezTo>
                  <a:pt x="173368" y="71099"/>
                  <a:pt x="167689" y="55903"/>
                  <a:pt x="158584" y="43382"/>
                </a:cubicBezTo>
                <a:lnTo>
                  <a:pt x="158584" y="43373"/>
                </a:lnTo>
                <a:lnTo>
                  <a:pt x="158566" y="43373"/>
                </a:lnTo>
                <a:close/>
                <a:moveTo>
                  <a:pt x="25036" y="43373"/>
                </a:moveTo>
                <a:cubicBezTo>
                  <a:pt x="15931" y="55903"/>
                  <a:pt x="10251" y="71099"/>
                  <a:pt x="9357" y="87580"/>
                </a:cubicBezTo>
                <a:lnTo>
                  <a:pt x="38192" y="87580"/>
                </a:lnTo>
                <a:cubicBezTo>
                  <a:pt x="38497" y="74385"/>
                  <a:pt x="40115" y="61531"/>
                  <a:pt x="42861" y="49701"/>
                </a:cubicBezTo>
                <a:lnTo>
                  <a:pt x="42870" y="49701"/>
                </a:lnTo>
                <a:cubicBezTo>
                  <a:pt x="36529" y="47924"/>
                  <a:pt x="30554" y="45805"/>
                  <a:pt x="25045" y="43382"/>
                </a:cubicBezTo>
                <a:close/>
                <a:moveTo>
                  <a:pt x="129516" y="18401"/>
                </a:moveTo>
                <a:cubicBezTo>
                  <a:pt x="133022" y="25062"/>
                  <a:pt x="136009" y="32629"/>
                  <a:pt x="138433" y="40824"/>
                </a:cubicBezTo>
                <a:cubicBezTo>
                  <a:pt x="143460" y="39405"/>
                  <a:pt x="148164" y="37763"/>
                  <a:pt x="152493" y="35950"/>
                </a:cubicBezTo>
                <a:lnTo>
                  <a:pt x="152511" y="35950"/>
                </a:lnTo>
                <a:cubicBezTo>
                  <a:pt x="145964" y="28832"/>
                  <a:pt x="138192" y="22862"/>
                  <a:pt x="129525" y="18401"/>
                </a:cubicBezTo>
                <a:close/>
                <a:moveTo>
                  <a:pt x="54094" y="18392"/>
                </a:moveTo>
                <a:cubicBezTo>
                  <a:pt x="45437" y="22862"/>
                  <a:pt x="37665" y="28823"/>
                  <a:pt x="31118" y="35950"/>
                </a:cubicBezTo>
                <a:lnTo>
                  <a:pt x="31127" y="35950"/>
                </a:lnTo>
                <a:cubicBezTo>
                  <a:pt x="35464" y="37763"/>
                  <a:pt x="40160" y="39405"/>
                  <a:pt x="45186" y="40833"/>
                </a:cubicBezTo>
                <a:lnTo>
                  <a:pt x="45186" y="40824"/>
                </a:lnTo>
                <a:cubicBezTo>
                  <a:pt x="47610" y="32629"/>
                  <a:pt x="50606" y="25062"/>
                  <a:pt x="54112" y="18392"/>
                </a:cubicBezTo>
                <a:close/>
                <a:moveTo>
                  <a:pt x="96353" y="9389"/>
                </a:moveTo>
                <a:lnTo>
                  <a:pt x="96353" y="46828"/>
                </a:lnTo>
                <a:cubicBezTo>
                  <a:pt x="108329" y="46550"/>
                  <a:pt x="119464" y="45203"/>
                  <a:pt x="129534" y="43040"/>
                </a:cubicBezTo>
                <a:lnTo>
                  <a:pt x="129543" y="43031"/>
                </a:lnTo>
                <a:cubicBezTo>
                  <a:pt x="125778" y="30474"/>
                  <a:pt x="120662" y="20089"/>
                  <a:pt x="114804" y="12522"/>
                </a:cubicBezTo>
                <a:lnTo>
                  <a:pt x="114813" y="12522"/>
                </a:lnTo>
                <a:cubicBezTo>
                  <a:pt x="108910" y="10807"/>
                  <a:pt x="102730" y="9739"/>
                  <a:pt x="96362" y="9398"/>
                </a:cubicBezTo>
                <a:lnTo>
                  <a:pt x="96362" y="9389"/>
                </a:lnTo>
                <a:close/>
                <a:moveTo>
                  <a:pt x="87257" y="9389"/>
                </a:moveTo>
                <a:lnTo>
                  <a:pt x="87257" y="9390"/>
                </a:lnTo>
                <a:cubicBezTo>
                  <a:pt x="80880" y="9740"/>
                  <a:pt x="74709" y="10808"/>
                  <a:pt x="68806" y="12532"/>
                </a:cubicBezTo>
                <a:cubicBezTo>
                  <a:pt x="62957" y="20098"/>
                  <a:pt x="57841" y="30474"/>
                  <a:pt x="54076" y="43041"/>
                </a:cubicBezTo>
                <a:lnTo>
                  <a:pt x="54085" y="43041"/>
                </a:lnTo>
                <a:cubicBezTo>
                  <a:pt x="64154" y="45204"/>
                  <a:pt x="75290" y="46551"/>
                  <a:pt x="87266" y="46829"/>
                </a:cubicBezTo>
                <a:lnTo>
                  <a:pt x="87266" y="9389"/>
                </a:lnTo>
                <a:close/>
                <a:moveTo>
                  <a:pt x="91809" y="0"/>
                </a:moveTo>
                <a:cubicBezTo>
                  <a:pt x="142512" y="0"/>
                  <a:pt x="183618" y="41254"/>
                  <a:pt x="183618" y="92141"/>
                </a:cubicBezTo>
                <a:cubicBezTo>
                  <a:pt x="183618" y="143028"/>
                  <a:pt x="142512" y="184282"/>
                  <a:pt x="91809" y="184282"/>
                </a:cubicBezTo>
                <a:cubicBezTo>
                  <a:pt x="41105" y="184282"/>
                  <a:pt x="0" y="143028"/>
                  <a:pt x="0" y="92141"/>
                </a:cubicBezTo>
                <a:cubicBezTo>
                  <a:pt x="0" y="41254"/>
                  <a:pt x="41096" y="9"/>
                  <a:pt x="91800" y="9"/>
                </a:cubicBezTo>
                <a:lnTo>
                  <a:pt x="91809" y="9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>
              <a:buNone/>
              <a:defRPr lang="en-US" sz="100" dirty="0">
                <a:solidFill>
                  <a:schemeClr val="tx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>
              <a:buNone/>
            </a:pPr>
            <a:r>
              <a:rPr lang="en-US"/>
              <a:t>Website: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0834839-1D45-744C-BF2E-82379D4F9E0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825539" y="3924886"/>
            <a:ext cx="2942150" cy="46117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76000" tIns="144000" rIns="144000" bIns="144000" rtlCol="0" anchor="ctr">
            <a:noAutofit/>
          </a:bodyPr>
          <a:lstStyle>
            <a:lvl1pPr>
              <a:buNone/>
              <a:defRPr lang="en-US" sz="1200" smtClean="0"/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 err="1"/>
              <a:t>Telefonnummer</a:t>
            </a:r>
            <a:r>
              <a:rPr lang="en-US"/>
              <a:t>: 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14A49946-AB2A-370E-ECB1-626D50C7F6E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825539" y="4510740"/>
            <a:ext cx="2942150" cy="46117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76000" tIns="144000" rIns="144000" bIns="144000" rtlCol="0" anchor="ctr">
            <a:noAutofit/>
          </a:bodyPr>
          <a:lstStyle>
            <a:lvl1pPr>
              <a:buNone/>
              <a:defRPr lang="en-US" sz="1200" smtClean="0"/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/>
              <a:t>E-Mail: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EBF8ED57-DD8E-56B1-440D-0C39717B6E3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825539" y="5096594"/>
            <a:ext cx="2942150" cy="46117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76000" tIns="144000" rIns="144000" bIns="144000" rtlCol="0" anchor="ctr">
            <a:noAutofit/>
          </a:bodyPr>
          <a:lstStyle>
            <a:lvl1pPr>
              <a:buNone/>
              <a:defRPr lang="en-US" sz="1200" smtClean="0"/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 err="1"/>
              <a:t>Adresse</a:t>
            </a:r>
            <a:r>
              <a:rPr lang="en-US"/>
              <a:t>: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DA97019-DBA9-DB5E-128C-353EF66F82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825539" y="5682448"/>
            <a:ext cx="2942150" cy="46117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576000" tIns="144000" rIns="144000" bIns="144000" rtlCol="0" anchor="ctr">
            <a:noAutofit/>
          </a:bodyPr>
          <a:lstStyle>
            <a:lvl1pPr>
              <a:buNone/>
              <a:defRPr lang="en-US" sz="1200" smtClean="0"/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en-US"/>
              <a:t>Website: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879558B2-7942-BF17-4806-9CC86102CFF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825539" y="3430004"/>
            <a:ext cx="2942150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B0D78EB9-0A8F-71FD-3546-56F8D7B6418A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9418092" y="1489076"/>
            <a:ext cx="1757044" cy="1757044"/>
          </a:xfrm>
          <a:prstGeom prst="ellipse">
            <a:avLst/>
          </a:prstGeo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2" name="Text Placeholder 57">
            <a:extLst>
              <a:ext uri="{FF2B5EF4-FFF2-40B4-BE49-F238E27FC236}">
                <a16:creationId xmlns:a16="http://schemas.microsoft.com/office/drawing/2014/main" id="{D539B12A-193A-3CB0-89A6-BC014E1E05BD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8930801" y="3978439"/>
            <a:ext cx="354072" cy="354070"/>
          </a:xfrm>
          <a:custGeom>
            <a:avLst/>
            <a:gdLst>
              <a:gd name="csX0" fmla="*/ 177036 w 354072"/>
              <a:gd name="csY0" fmla="*/ 0 h 354070"/>
              <a:gd name="csX1" fmla="*/ 354072 w 354072"/>
              <a:gd name="csY1" fmla="*/ 177035 h 354070"/>
              <a:gd name="csX2" fmla="*/ 177036 w 354072"/>
              <a:gd name="csY2" fmla="*/ 354070 h 354070"/>
              <a:gd name="csX3" fmla="*/ 0 w 354072"/>
              <a:gd name="csY3" fmla="*/ 177035 h 354070"/>
              <a:gd name="csX4" fmla="*/ 177036 w 354072"/>
              <a:gd name="csY4" fmla="*/ 0 h 354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4072" h="354070">
                <a:moveTo>
                  <a:pt x="177036" y="0"/>
                </a:moveTo>
                <a:cubicBezTo>
                  <a:pt x="274810" y="0"/>
                  <a:pt x="354072" y="79261"/>
                  <a:pt x="354072" y="177035"/>
                </a:cubicBezTo>
                <a:cubicBezTo>
                  <a:pt x="354072" y="274809"/>
                  <a:pt x="274810" y="354070"/>
                  <a:pt x="177036" y="354070"/>
                </a:cubicBezTo>
                <a:cubicBezTo>
                  <a:pt x="79262" y="354070"/>
                  <a:pt x="0" y="274809"/>
                  <a:pt x="0" y="177035"/>
                </a:cubicBezTo>
                <a:cubicBezTo>
                  <a:pt x="0" y="79261"/>
                  <a:pt x="79262" y="0"/>
                  <a:pt x="1770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>
              <a:buNone/>
              <a:defRPr lang="en-US" sz="100" dirty="0">
                <a:solidFill>
                  <a:schemeClr val="accent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0" lvl="0" indent="0" algn="ctr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23" name="Text Placeholder 58">
            <a:extLst>
              <a:ext uri="{FF2B5EF4-FFF2-40B4-BE49-F238E27FC236}">
                <a16:creationId xmlns:a16="http://schemas.microsoft.com/office/drawing/2014/main" id="{323EE51E-1F4E-5C93-4070-A69FDA05E51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930801" y="4564293"/>
            <a:ext cx="354072" cy="354070"/>
          </a:xfrm>
          <a:custGeom>
            <a:avLst/>
            <a:gdLst>
              <a:gd name="csX0" fmla="*/ 177036 w 354072"/>
              <a:gd name="csY0" fmla="*/ 0 h 354070"/>
              <a:gd name="csX1" fmla="*/ 354072 w 354072"/>
              <a:gd name="csY1" fmla="*/ 177035 h 354070"/>
              <a:gd name="csX2" fmla="*/ 177036 w 354072"/>
              <a:gd name="csY2" fmla="*/ 354070 h 354070"/>
              <a:gd name="csX3" fmla="*/ 0 w 354072"/>
              <a:gd name="csY3" fmla="*/ 177035 h 354070"/>
              <a:gd name="csX4" fmla="*/ 177036 w 354072"/>
              <a:gd name="csY4" fmla="*/ 0 h 354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4072" h="354070">
                <a:moveTo>
                  <a:pt x="177036" y="0"/>
                </a:moveTo>
                <a:cubicBezTo>
                  <a:pt x="274810" y="0"/>
                  <a:pt x="354072" y="79261"/>
                  <a:pt x="354072" y="177035"/>
                </a:cubicBezTo>
                <a:cubicBezTo>
                  <a:pt x="354072" y="274809"/>
                  <a:pt x="274810" y="354070"/>
                  <a:pt x="177036" y="354070"/>
                </a:cubicBezTo>
                <a:cubicBezTo>
                  <a:pt x="79262" y="354070"/>
                  <a:pt x="0" y="274809"/>
                  <a:pt x="0" y="177035"/>
                </a:cubicBezTo>
                <a:cubicBezTo>
                  <a:pt x="0" y="79261"/>
                  <a:pt x="79262" y="0"/>
                  <a:pt x="1770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>
              <a:buNone/>
              <a:defRPr lang="en-US" sz="100" dirty="0">
                <a:solidFill>
                  <a:schemeClr val="accent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0" lvl="0" indent="0" algn="ctr">
              <a:buNone/>
            </a:pPr>
            <a:r>
              <a:rPr lang="en-US"/>
              <a:t>E-Mail:</a:t>
            </a:r>
          </a:p>
        </p:txBody>
      </p:sp>
      <p:sp>
        <p:nvSpPr>
          <p:cNvPr id="24" name="Text Placeholder 59">
            <a:extLst>
              <a:ext uri="{FF2B5EF4-FFF2-40B4-BE49-F238E27FC236}">
                <a16:creationId xmlns:a16="http://schemas.microsoft.com/office/drawing/2014/main" id="{FB583472-BD7A-BFEE-B661-54F2C394F783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930801" y="5150147"/>
            <a:ext cx="354072" cy="354070"/>
          </a:xfrm>
          <a:custGeom>
            <a:avLst/>
            <a:gdLst>
              <a:gd name="csX0" fmla="*/ 177036 w 354072"/>
              <a:gd name="csY0" fmla="*/ 0 h 354070"/>
              <a:gd name="csX1" fmla="*/ 354072 w 354072"/>
              <a:gd name="csY1" fmla="*/ 177035 h 354070"/>
              <a:gd name="csX2" fmla="*/ 177036 w 354072"/>
              <a:gd name="csY2" fmla="*/ 354070 h 354070"/>
              <a:gd name="csX3" fmla="*/ 0 w 354072"/>
              <a:gd name="csY3" fmla="*/ 177035 h 354070"/>
              <a:gd name="csX4" fmla="*/ 177036 w 354072"/>
              <a:gd name="csY4" fmla="*/ 0 h 354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4072" h="354070">
                <a:moveTo>
                  <a:pt x="177036" y="0"/>
                </a:moveTo>
                <a:cubicBezTo>
                  <a:pt x="274810" y="0"/>
                  <a:pt x="354072" y="79261"/>
                  <a:pt x="354072" y="177035"/>
                </a:cubicBezTo>
                <a:cubicBezTo>
                  <a:pt x="354072" y="274809"/>
                  <a:pt x="274810" y="354070"/>
                  <a:pt x="177036" y="354070"/>
                </a:cubicBezTo>
                <a:cubicBezTo>
                  <a:pt x="79262" y="354070"/>
                  <a:pt x="0" y="274809"/>
                  <a:pt x="0" y="177035"/>
                </a:cubicBezTo>
                <a:cubicBezTo>
                  <a:pt x="0" y="79261"/>
                  <a:pt x="79262" y="0"/>
                  <a:pt x="1770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>
              <a:buNone/>
              <a:defRPr lang="en-US" sz="100" dirty="0">
                <a:solidFill>
                  <a:schemeClr val="accent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0" lvl="0" indent="0" algn="ctr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26" name="Text Placeholder 60">
            <a:extLst>
              <a:ext uri="{FF2B5EF4-FFF2-40B4-BE49-F238E27FC236}">
                <a16:creationId xmlns:a16="http://schemas.microsoft.com/office/drawing/2014/main" id="{5CBA2130-3A48-294F-CCD7-18820E713E7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930801" y="5736001"/>
            <a:ext cx="354072" cy="354070"/>
          </a:xfrm>
          <a:custGeom>
            <a:avLst/>
            <a:gdLst>
              <a:gd name="csX0" fmla="*/ 177036 w 354072"/>
              <a:gd name="csY0" fmla="*/ 0 h 354070"/>
              <a:gd name="csX1" fmla="*/ 354072 w 354072"/>
              <a:gd name="csY1" fmla="*/ 177035 h 354070"/>
              <a:gd name="csX2" fmla="*/ 177036 w 354072"/>
              <a:gd name="csY2" fmla="*/ 354070 h 354070"/>
              <a:gd name="csX3" fmla="*/ 0 w 354072"/>
              <a:gd name="csY3" fmla="*/ 177035 h 354070"/>
              <a:gd name="csX4" fmla="*/ 177036 w 354072"/>
              <a:gd name="csY4" fmla="*/ 0 h 3540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4072" h="354070">
                <a:moveTo>
                  <a:pt x="177036" y="0"/>
                </a:moveTo>
                <a:cubicBezTo>
                  <a:pt x="274810" y="0"/>
                  <a:pt x="354072" y="79261"/>
                  <a:pt x="354072" y="177035"/>
                </a:cubicBezTo>
                <a:cubicBezTo>
                  <a:pt x="354072" y="274809"/>
                  <a:pt x="274810" y="354070"/>
                  <a:pt x="177036" y="354070"/>
                </a:cubicBezTo>
                <a:cubicBezTo>
                  <a:pt x="79262" y="354070"/>
                  <a:pt x="0" y="274809"/>
                  <a:pt x="0" y="177035"/>
                </a:cubicBezTo>
                <a:cubicBezTo>
                  <a:pt x="0" y="79261"/>
                  <a:pt x="79262" y="0"/>
                  <a:pt x="1770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>
              <a:buNone/>
              <a:defRPr lang="en-US" sz="100" dirty="0">
                <a:solidFill>
                  <a:schemeClr val="accent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marL="0" lvl="0" indent="0" algn="ctr">
              <a:buNone/>
            </a:pPr>
            <a:r>
              <a:rPr lang="en-US"/>
              <a:t>Website:</a:t>
            </a:r>
          </a:p>
        </p:txBody>
      </p:sp>
      <p:sp>
        <p:nvSpPr>
          <p:cNvPr id="27" name="Text Placeholder 42">
            <a:extLst>
              <a:ext uri="{FF2B5EF4-FFF2-40B4-BE49-F238E27FC236}">
                <a16:creationId xmlns:a16="http://schemas.microsoft.com/office/drawing/2014/main" id="{4F97710C-99A5-B993-EAB9-FC1B097E359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9023109" y="4070440"/>
            <a:ext cx="169456" cy="170068"/>
          </a:xfrm>
          <a:custGeom>
            <a:avLst/>
            <a:gdLst>
              <a:gd name="csX0" fmla="*/ 44282 w 169456"/>
              <a:gd name="csY0" fmla="*/ 6504 h 170068"/>
              <a:gd name="csX1" fmla="*/ 13254 w 169456"/>
              <a:gd name="csY1" fmla="*/ 12965 h 170068"/>
              <a:gd name="csX2" fmla="*/ 10349 w 169456"/>
              <a:gd name="csY2" fmla="*/ 14360 h 170068"/>
              <a:gd name="csX3" fmla="*/ 8545 w 169456"/>
              <a:gd name="csY3" fmla="*/ 17042 h 170068"/>
              <a:gd name="csX4" fmla="*/ 8330 w 169456"/>
              <a:gd name="csY4" fmla="*/ 17690 h 170068"/>
              <a:gd name="csX5" fmla="*/ 8330 w 169456"/>
              <a:gd name="csY5" fmla="*/ 17688 h 170068"/>
              <a:gd name="csX6" fmla="*/ 8148 w 169456"/>
              <a:gd name="csY6" fmla="*/ 18369 h 170068"/>
              <a:gd name="csX7" fmla="*/ 8148 w 169456"/>
              <a:gd name="csY7" fmla="*/ 18385 h 170068"/>
              <a:gd name="csX8" fmla="*/ 8768 w 169456"/>
              <a:gd name="csY8" fmla="*/ 53978 h 170068"/>
              <a:gd name="csX9" fmla="*/ 48702 w 169456"/>
              <a:gd name="csY9" fmla="*/ 121202 h 170068"/>
              <a:gd name="csX10" fmla="*/ 115684 w 169456"/>
              <a:gd name="csY10" fmla="*/ 161272 h 170068"/>
              <a:gd name="csX11" fmla="*/ 151148 w 169456"/>
              <a:gd name="csY11" fmla="*/ 161894 h 170068"/>
              <a:gd name="csX12" fmla="*/ 151164 w 169456"/>
              <a:gd name="csY12" fmla="*/ 161894 h 170068"/>
              <a:gd name="csX13" fmla="*/ 151843 w 169456"/>
              <a:gd name="csY13" fmla="*/ 161712 h 170068"/>
              <a:gd name="csX14" fmla="*/ 151859 w 169456"/>
              <a:gd name="csY14" fmla="*/ 161712 h 170068"/>
              <a:gd name="csX15" fmla="*/ 152480 w 169456"/>
              <a:gd name="csY15" fmla="*/ 161504 h 170068"/>
              <a:gd name="csX16" fmla="*/ 155153 w 169456"/>
              <a:gd name="csY16" fmla="*/ 159694 h 170068"/>
              <a:gd name="csX17" fmla="*/ 156543 w 169456"/>
              <a:gd name="csY17" fmla="*/ 156779 h 170068"/>
              <a:gd name="csX18" fmla="*/ 162980 w 169456"/>
              <a:gd name="csY18" fmla="*/ 125638 h 170068"/>
              <a:gd name="csX19" fmla="*/ 162376 w 169456"/>
              <a:gd name="csY19" fmla="*/ 121295 h 170068"/>
              <a:gd name="csX20" fmla="*/ 159108 w 169456"/>
              <a:gd name="csY20" fmla="*/ 118388 h 170068"/>
              <a:gd name="csX21" fmla="*/ 159108 w 169456"/>
              <a:gd name="csY21" fmla="*/ 118380 h 170068"/>
              <a:gd name="csX22" fmla="*/ 126830 w 169456"/>
              <a:gd name="csY22" fmla="*/ 105275 h 170068"/>
              <a:gd name="csX23" fmla="*/ 122990 w 169456"/>
              <a:gd name="csY23" fmla="*/ 104935 h 170068"/>
              <a:gd name="csX24" fmla="*/ 119680 w 169456"/>
              <a:gd name="csY24" fmla="*/ 106912 h 170068"/>
              <a:gd name="csX25" fmla="*/ 108981 w 169456"/>
              <a:gd name="csY25" fmla="*/ 118762 h 170068"/>
              <a:gd name="csX26" fmla="*/ 101923 w 169456"/>
              <a:gd name="csY26" fmla="*/ 122698 h 170068"/>
              <a:gd name="csX27" fmla="*/ 93765 w 169456"/>
              <a:gd name="csY27" fmla="*/ 121577 h 170068"/>
              <a:gd name="csX28" fmla="*/ 67343 w 169456"/>
              <a:gd name="csY28" fmla="*/ 102510 h 170068"/>
              <a:gd name="csX29" fmla="*/ 48337 w 169456"/>
              <a:gd name="csY29" fmla="*/ 75978 h 170068"/>
              <a:gd name="csX30" fmla="*/ 47203 w 169456"/>
              <a:gd name="csY30" fmla="*/ 67782 h 170068"/>
              <a:gd name="csX31" fmla="*/ 51125 w 169456"/>
              <a:gd name="csY31" fmla="*/ 60690 h 170068"/>
              <a:gd name="csX32" fmla="*/ 62933 w 169456"/>
              <a:gd name="csY32" fmla="*/ 49952 h 170068"/>
              <a:gd name="csX33" fmla="*/ 64902 w 169456"/>
              <a:gd name="csY33" fmla="*/ 46630 h 170068"/>
              <a:gd name="csX34" fmla="*/ 64563 w 169456"/>
              <a:gd name="csY34" fmla="*/ 42777 h 170068"/>
              <a:gd name="csX35" fmla="*/ 51506 w 169456"/>
              <a:gd name="csY35" fmla="*/ 10374 h 170068"/>
              <a:gd name="csX36" fmla="*/ 48610 w 169456"/>
              <a:gd name="csY36" fmla="*/ 7110 h 170068"/>
              <a:gd name="csX37" fmla="*/ 44282 w 169456"/>
              <a:gd name="csY37" fmla="*/ 6504 h 170068"/>
              <a:gd name="csX38" fmla="*/ 42982 w 169456"/>
              <a:gd name="csY38" fmla="*/ 273 h 170068"/>
              <a:gd name="csX39" fmla="*/ 42999 w 169456"/>
              <a:gd name="csY39" fmla="*/ 273 h 170068"/>
              <a:gd name="csX40" fmla="*/ 51588 w 169456"/>
              <a:gd name="csY40" fmla="*/ 1502 h 170068"/>
              <a:gd name="csX41" fmla="*/ 57388 w 169456"/>
              <a:gd name="csY41" fmla="*/ 8005 h 170068"/>
              <a:gd name="csX42" fmla="*/ 70446 w 169456"/>
              <a:gd name="csY42" fmla="*/ 40408 h 170068"/>
              <a:gd name="csX43" fmla="*/ 71083 w 169456"/>
              <a:gd name="csY43" fmla="*/ 48057 h 170068"/>
              <a:gd name="csX44" fmla="*/ 67177 w 169456"/>
              <a:gd name="csY44" fmla="*/ 54667 h 170068"/>
              <a:gd name="csX45" fmla="*/ 55369 w 169456"/>
              <a:gd name="csY45" fmla="*/ 65405 h 170068"/>
              <a:gd name="csX46" fmla="*/ 53458 w 169456"/>
              <a:gd name="csY46" fmla="*/ 68876 h 170068"/>
              <a:gd name="csX47" fmla="*/ 54095 w 169456"/>
              <a:gd name="csY47" fmla="*/ 73336 h 170068"/>
              <a:gd name="csX48" fmla="*/ 71836 w 169456"/>
              <a:gd name="csY48" fmla="*/ 98001 h 170068"/>
              <a:gd name="csX49" fmla="*/ 96369 w 169456"/>
              <a:gd name="csY49" fmla="*/ 115764 h 170068"/>
              <a:gd name="csX50" fmla="*/ 100829 w 169456"/>
              <a:gd name="csY50" fmla="*/ 116412 h 170068"/>
              <a:gd name="csX51" fmla="*/ 104288 w 169456"/>
              <a:gd name="csY51" fmla="*/ 114493 h 170068"/>
              <a:gd name="csX52" fmla="*/ 114987 w 169456"/>
              <a:gd name="csY52" fmla="*/ 102643 h 170068"/>
              <a:gd name="csX53" fmla="*/ 121574 w 169456"/>
              <a:gd name="csY53" fmla="*/ 98723 h 170068"/>
              <a:gd name="csX54" fmla="*/ 129195 w 169456"/>
              <a:gd name="csY54" fmla="*/ 99363 h 170068"/>
              <a:gd name="csX55" fmla="*/ 161481 w 169456"/>
              <a:gd name="csY55" fmla="*/ 112467 h 170068"/>
              <a:gd name="csX56" fmla="*/ 161490 w 169456"/>
              <a:gd name="csY56" fmla="*/ 112467 h 170068"/>
              <a:gd name="csX57" fmla="*/ 167960 w 169456"/>
              <a:gd name="csY57" fmla="*/ 118289 h 170068"/>
              <a:gd name="csX58" fmla="*/ 169185 w 169456"/>
              <a:gd name="csY58" fmla="*/ 126917 h 170068"/>
              <a:gd name="csX59" fmla="*/ 162739 w 169456"/>
              <a:gd name="csY59" fmla="*/ 158075 h 170068"/>
              <a:gd name="csX60" fmla="*/ 159934 w 169456"/>
              <a:gd name="csY60" fmla="*/ 163855 h 170068"/>
              <a:gd name="csX61" fmla="*/ 154655 w 169456"/>
              <a:gd name="csY61" fmla="*/ 167484 h 170068"/>
              <a:gd name="csX62" fmla="*/ 153645 w 169456"/>
              <a:gd name="csY62" fmla="*/ 167816 h 170068"/>
              <a:gd name="csX63" fmla="*/ 152603 w 169456"/>
              <a:gd name="csY63" fmla="*/ 168098 h 170068"/>
              <a:gd name="csX64" fmla="*/ 114209 w 169456"/>
              <a:gd name="csY64" fmla="*/ 167475 h 170068"/>
              <a:gd name="csX65" fmla="*/ 44207 w 169456"/>
              <a:gd name="csY65" fmla="*/ 125705 h 170068"/>
              <a:gd name="csX66" fmla="*/ 2587 w 169456"/>
              <a:gd name="csY66" fmla="*/ 55441 h 170068"/>
              <a:gd name="csX67" fmla="*/ 1966 w 169456"/>
              <a:gd name="csY67" fmla="*/ 16908 h 170068"/>
              <a:gd name="csX68" fmla="*/ 1966 w 169456"/>
              <a:gd name="csY68" fmla="*/ 16907 h 170068"/>
              <a:gd name="csX69" fmla="*/ 2248 w 169456"/>
              <a:gd name="csY69" fmla="*/ 15861 h 170068"/>
              <a:gd name="csX70" fmla="*/ 2579 w 169456"/>
              <a:gd name="csY70" fmla="*/ 14847 h 170068"/>
              <a:gd name="csX71" fmla="*/ 6195 w 169456"/>
              <a:gd name="csY71" fmla="*/ 9549 h 170068"/>
              <a:gd name="csX72" fmla="*/ 11954 w 169456"/>
              <a:gd name="csY72" fmla="*/ 6734 h 170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</a:cxnLst>
            <a:rect l="l" t="t" r="r" b="b"/>
            <a:pathLst>
              <a:path w="169456" h="170068">
                <a:moveTo>
                  <a:pt x="44282" y="6504"/>
                </a:moveTo>
                <a:lnTo>
                  <a:pt x="13254" y="12965"/>
                </a:lnTo>
                <a:cubicBezTo>
                  <a:pt x="12120" y="13197"/>
                  <a:pt x="11135" y="13679"/>
                  <a:pt x="10349" y="14360"/>
                </a:cubicBezTo>
                <a:cubicBezTo>
                  <a:pt x="9563" y="15041"/>
                  <a:pt x="8943" y="15946"/>
                  <a:pt x="8545" y="17042"/>
                </a:cubicBezTo>
                <a:cubicBezTo>
                  <a:pt x="8463" y="17250"/>
                  <a:pt x="8396" y="17466"/>
                  <a:pt x="8330" y="17690"/>
                </a:cubicBezTo>
                <a:lnTo>
                  <a:pt x="8330" y="17688"/>
                </a:lnTo>
                <a:cubicBezTo>
                  <a:pt x="8263" y="17903"/>
                  <a:pt x="8205" y="18136"/>
                  <a:pt x="8148" y="18369"/>
                </a:cubicBezTo>
                <a:lnTo>
                  <a:pt x="8148" y="18385"/>
                </a:lnTo>
                <a:cubicBezTo>
                  <a:pt x="5467" y="29721"/>
                  <a:pt x="5897" y="41805"/>
                  <a:pt x="8768" y="53978"/>
                </a:cubicBezTo>
                <a:cubicBezTo>
                  <a:pt x="14378" y="77703"/>
                  <a:pt x="29272" y="101694"/>
                  <a:pt x="48702" y="121202"/>
                </a:cubicBezTo>
                <a:cubicBezTo>
                  <a:pt x="68130" y="140693"/>
                  <a:pt x="92044" y="155640"/>
                  <a:pt x="115684" y="161272"/>
                </a:cubicBezTo>
                <a:cubicBezTo>
                  <a:pt x="127814" y="164162"/>
                  <a:pt x="139853" y="164585"/>
                  <a:pt x="151148" y="161894"/>
                </a:cubicBezTo>
                <a:lnTo>
                  <a:pt x="151164" y="161894"/>
                </a:lnTo>
                <a:cubicBezTo>
                  <a:pt x="151396" y="161836"/>
                  <a:pt x="151628" y="161778"/>
                  <a:pt x="151843" y="161712"/>
                </a:cubicBezTo>
                <a:lnTo>
                  <a:pt x="151859" y="161712"/>
                </a:lnTo>
                <a:cubicBezTo>
                  <a:pt x="152033" y="161662"/>
                  <a:pt x="152240" y="161587"/>
                  <a:pt x="152480" y="161504"/>
                </a:cubicBezTo>
                <a:cubicBezTo>
                  <a:pt x="153572" y="161106"/>
                  <a:pt x="154474" y="160483"/>
                  <a:pt x="155153" y="159694"/>
                </a:cubicBezTo>
                <a:cubicBezTo>
                  <a:pt x="155831" y="158905"/>
                  <a:pt x="156311" y="157917"/>
                  <a:pt x="156543" y="156779"/>
                </a:cubicBezTo>
                <a:lnTo>
                  <a:pt x="162980" y="125638"/>
                </a:lnTo>
                <a:cubicBezTo>
                  <a:pt x="163303" y="124094"/>
                  <a:pt x="163055" y="122574"/>
                  <a:pt x="162376" y="121295"/>
                </a:cubicBezTo>
                <a:cubicBezTo>
                  <a:pt x="161698" y="120024"/>
                  <a:pt x="160573" y="118978"/>
                  <a:pt x="159108" y="118388"/>
                </a:cubicBezTo>
                <a:lnTo>
                  <a:pt x="159108" y="118380"/>
                </a:lnTo>
                <a:lnTo>
                  <a:pt x="126830" y="105275"/>
                </a:lnTo>
                <a:cubicBezTo>
                  <a:pt x="125547" y="104752"/>
                  <a:pt x="124215" y="104653"/>
                  <a:pt x="122990" y="104935"/>
                </a:cubicBezTo>
                <a:cubicBezTo>
                  <a:pt x="121757" y="105217"/>
                  <a:pt x="120607" y="105890"/>
                  <a:pt x="119680" y="106912"/>
                </a:cubicBezTo>
                <a:lnTo>
                  <a:pt x="108981" y="118762"/>
                </a:lnTo>
                <a:cubicBezTo>
                  <a:pt x="107020" y="120938"/>
                  <a:pt x="104555" y="122233"/>
                  <a:pt x="101923" y="122698"/>
                </a:cubicBezTo>
                <a:cubicBezTo>
                  <a:pt x="99242" y="123172"/>
                  <a:pt x="96404" y="122781"/>
                  <a:pt x="93765" y="121577"/>
                </a:cubicBezTo>
                <a:cubicBezTo>
                  <a:pt x="84679" y="117433"/>
                  <a:pt x="75379" y="110574"/>
                  <a:pt x="67343" y="102510"/>
                </a:cubicBezTo>
                <a:cubicBezTo>
                  <a:pt x="59308" y="94446"/>
                  <a:pt x="52474" y="85104"/>
                  <a:pt x="48337" y="75978"/>
                </a:cubicBezTo>
                <a:cubicBezTo>
                  <a:pt x="47129" y="73313"/>
                  <a:pt x="46731" y="70464"/>
                  <a:pt x="47203" y="67782"/>
                </a:cubicBezTo>
                <a:cubicBezTo>
                  <a:pt x="47666" y="65133"/>
                  <a:pt x="48957" y="62658"/>
                  <a:pt x="51125" y="60690"/>
                </a:cubicBezTo>
                <a:lnTo>
                  <a:pt x="62933" y="49952"/>
                </a:lnTo>
                <a:cubicBezTo>
                  <a:pt x="63951" y="49030"/>
                  <a:pt x="64613" y="47868"/>
                  <a:pt x="64902" y="46630"/>
                </a:cubicBezTo>
                <a:cubicBezTo>
                  <a:pt x="65184" y="45393"/>
                  <a:pt x="65084" y="44064"/>
                  <a:pt x="64563" y="42777"/>
                </a:cubicBezTo>
                <a:lnTo>
                  <a:pt x="51506" y="10374"/>
                </a:lnTo>
                <a:cubicBezTo>
                  <a:pt x="50918" y="8920"/>
                  <a:pt x="49876" y="7791"/>
                  <a:pt x="48610" y="7110"/>
                </a:cubicBezTo>
                <a:cubicBezTo>
                  <a:pt x="47335" y="6429"/>
                  <a:pt x="45821" y="6188"/>
                  <a:pt x="44282" y="6504"/>
                </a:cubicBezTo>
                <a:close/>
                <a:moveTo>
                  <a:pt x="42982" y="273"/>
                </a:moveTo>
                <a:lnTo>
                  <a:pt x="42999" y="273"/>
                </a:lnTo>
                <a:cubicBezTo>
                  <a:pt x="46019" y="-358"/>
                  <a:pt x="49031" y="132"/>
                  <a:pt x="51588" y="1502"/>
                </a:cubicBezTo>
                <a:cubicBezTo>
                  <a:pt x="54145" y="2872"/>
                  <a:pt x="56230" y="5123"/>
                  <a:pt x="57388" y="8005"/>
                </a:cubicBezTo>
                <a:lnTo>
                  <a:pt x="70446" y="40408"/>
                </a:lnTo>
                <a:cubicBezTo>
                  <a:pt x="71455" y="42924"/>
                  <a:pt x="71654" y="45574"/>
                  <a:pt x="71083" y="48057"/>
                </a:cubicBezTo>
                <a:cubicBezTo>
                  <a:pt x="70520" y="50531"/>
                  <a:pt x="69196" y="52832"/>
                  <a:pt x="67177" y="54667"/>
                </a:cubicBezTo>
                <a:lnTo>
                  <a:pt x="55369" y="65405"/>
                </a:lnTo>
                <a:cubicBezTo>
                  <a:pt x="54319" y="66360"/>
                  <a:pt x="53690" y="67572"/>
                  <a:pt x="53458" y="68876"/>
                </a:cubicBezTo>
                <a:cubicBezTo>
                  <a:pt x="53210" y="70313"/>
                  <a:pt x="53433" y="71865"/>
                  <a:pt x="54095" y="73336"/>
                </a:cubicBezTo>
                <a:cubicBezTo>
                  <a:pt x="57901" y="81723"/>
                  <a:pt x="64289" y="90418"/>
                  <a:pt x="71836" y="98001"/>
                </a:cubicBezTo>
                <a:cubicBezTo>
                  <a:pt x="79374" y="105566"/>
                  <a:pt x="88012" y="111952"/>
                  <a:pt x="96369" y="115764"/>
                </a:cubicBezTo>
                <a:cubicBezTo>
                  <a:pt x="97850" y="116437"/>
                  <a:pt x="99406" y="116669"/>
                  <a:pt x="100829" y="116412"/>
                </a:cubicBezTo>
                <a:cubicBezTo>
                  <a:pt x="102129" y="116187"/>
                  <a:pt x="103337" y="115548"/>
                  <a:pt x="104288" y="114493"/>
                </a:cubicBezTo>
                <a:lnTo>
                  <a:pt x="114987" y="102643"/>
                </a:lnTo>
                <a:cubicBezTo>
                  <a:pt x="116808" y="100625"/>
                  <a:pt x="119108" y="99296"/>
                  <a:pt x="121574" y="98723"/>
                </a:cubicBezTo>
                <a:cubicBezTo>
                  <a:pt x="124048" y="98150"/>
                  <a:pt x="126687" y="98349"/>
                  <a:pt x="129195" y="99363"/>
                </a:cubicBezTo>
                <a:lnTo>
                  <a:pt x="161481" y="112467"/>
                </a:lnTo>
                <a:lnTo>
                  <a:pt x="161490" y="112467"/>
                </a:lnTo>
                <a:cubicBezTo>
                  <a:pt x="164353" y="113630"/>
                  <a:pt x="166595" y="115722"/>
                  <a:pt x="167960" y="118289"/>
                </a:cubicBezTo>
                <a:cubicBezTo>
                  <a:pt x="169325" y="120846"/>
                  <a:pt x="169814" y="123877"/>
                  <a:pt x="169185" y="126917"/>
                </a:cubicBezTo>
                <a:lnTo>
                  <a:pt x="162739" y="158075"/>
                </a:lnTo>
                <a:cubicBezTo>
                  <a:pt x="162284" y="160284"/>
                  <a:pt x="161316" y="162243"/>
                  <a:pt x="159934" y="163855"/>
                </a:cubicBezTo>
                <a:cubicBezTo>
                  <a:pt x="158552" y="165466"/>
                  <a:pt x="156756" y="166711"/>
                  <a:pt x="154655" y="167484"/>
                </a:cubicBezTo>
                <a:cubicBezTo>
                  <a:pt x="154365" y="167592"/>
                  <a:pt x="154026" y="167700"/>
                  <a:pt x="153645" y="167816"/>
                </a:cubicBezTo>
                <a:cubicBezTo>
                  <a:pt x="153306" y="167915"/>
                  <a:pt x="152958" y="168015"/>
                  <a:pt x="152603" y="168098"/>
                </a:cubicBezTo>
                <a:cubicBezTo>
                  <a:pt x="140299" y="171030"/>
                  <a:pt x="127266" y="170581"/>
                  <a:pt x="114209" y="167475"/>
                </a:cubicBezTo>
                <a:cubicBezTo>
                  <a:pt x="89402" y="161563"/>
                  <a:pt x="64421" y="145993"/>
                  <a:pt x="44207" y="125705"/>
                </a:cubicBezTo>
                <a:cubicBezTo>
                  <a:pt x="23992" y="105417"/>
                  <a:pt x="8478" y="80346"/>
                  <a:pt x="2587" y="55441"/>
                </a:cubicBezTo>
                <a:cubicBezTo>
                  <a:pt x="-516" y="42336"/>
                  <a:pt x="-955" y="29257"/>
                  <a:pt x="1966" y="16908"/>
                </a:cubicBezTo>
                <a:lnTo>
                  <a:pt x="1966" y="16907"/>
                </a:lnTo>
                <a:cubicBezTo>
                  <a:pt x="2049" y="16550"/>
                  <a:pt x="2140" y="16201"/>
                  <a:pt x="2248" y="15861"/>
                </a:cubicBezTo>
                <a:cubicBezTo>
                  <a:pt x="2347" y="15520"/>
                  <a:pt x="2463" y="15180"/>
                  <a:pt x="2579" y="14847"/>
                </a:cubicBezTo>
                <a:cubicBezTo>
                  <a:pt x="3348" y="12738"/>
                  <a:pt x="4590" y="10936"/>
                  <a:pt x="6195" y="9549"/>
                </a:cubicBezTo>
                <a:cubicBezTo>
                  <a:pt x="7800" y="8162"/>
                  <a:pt x="9753" y="7191"/>
                  <a:pt x="11954" y="6734"/>
                </a:cubicBezTo>
                <a:close/>
              </a:path>
            </a:pathLst>
          </a:custGeom>
          <a:solidFill>
            <a:schemeClr val="bg1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>
              <a:buNone/>
              <a:defRPr lang="en-US" sz="100" smtClean="0">
                <a:solidFill>
                  <a:schemeClr val="tx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 Placeholder 46">
            <a:extLst>
              <a:ext uri="{FF2B5EF4-FFF2-40B4-BE49-F238E27FC236}">
                <a16:creationId xmlns:a16="http://schemas.microsoft.com/office/drawing/2014/main" id="{64D2FF41-F7DC-93B1-F9F5-0789DDF0658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029660" y="4689028"/>
            <a:ext cx="156354" cy="104600"/>
          </a:xfrm>
          <a:custGeom>
            <a:avLst/>
            <a:gdLst>
              <a:gd name="csX0" fmla="*/ 7272 w 156354"/>
              <a:gd name="csY0" fmla="*/ 11102 h 104600"/>
              <a:gd name="csX1" fmla="*/ 7272 w 156354"/>
              <a:gd name="csY1" fmla="*/ 97386 h 104600"/>
              <a:gd name="csX2" fmla="*/ 149082 w 156354"/>
              <a:gd name="csY2" fmla="*/ 97386 h 104600"/>
              <a:gd name="csX3" fmla="*/ 149082 w 156354"/>
              <a:gd name="csY3" fmla="*/ 11102 h 104600"/>
              <a:gd name="csX4" fmla="*/ 80450 w 156354"/>
              <a:gd name="csY4" fmla="*/ 65879 h 104600"/>
              <a:gd name="csX5" fmla="*/ 75904 w 156354"/>
              <a:gd name="csY5" fmla="*/ 65879 h 104600"/>
              <a:gd name="csX6" fmla="*/ 13976 w 156354"/>
              <a:gd name="csY6" fmla="*/ 7214 h 104600"/>
              <a:gd name="csX7" fmla="*/ 78177 w 156354"/>
              <a:gd name="csY7" fmla="*/ 58502 h 104600"/>
              <a:gd name="csX8" fmla="*/ 142378 w 156354"/>
              <a:gd name="csY8" fmla="*/ 7214 h 104600"/>
              <a:gd name="csX9" fmla="*/ 3636 w 156354"/>
              <a:gd name="csY9" fmla="*/ 0 h 104600"/>
              <a:gd name="csX10" fmla="*/ 152718 w 156354"/>
              <a:gd name="csY10" fmla="*/ 0 h 104600"/>
              <a:gd name="csX11" fmla="*/ 156354 w 156354"/>
              <a:gd name="csY11" fmla="*/ 3607 h 104600"/>
              <a:gd name="csX12" fmla="*/ 156354 w 156354"/>
              <a:gd name="csY12" fmla="*/ 100993 h 104600"/>
              <a:gd name="csX13" fmla="*/ 152718 w 156354"/>
              <a:gd name="csY13" fmla="*/ 104600 h 104600"/>
              <a:gd name="csX14" fmla="*/ 3636 w 156354"/>
              <a:gd name="csY14" fmla="*/ 104600 h 104600"/>
              <a:gd name="csX15" fmla="*/ 0 w 156354"/>
              <a:gd name="csY15" fmla="*/ 100993 h 104600"/>
              <a:gd name="csX16" fmla="*/ 0 w 156354"/>
              <a:gd name="csY16" fmla="*/ 3607 h 104600"/>
              <a:gd name="csX17" fmla="*/ 3636 w 156354"/>
              <a:gd name="csY17" fmla="*/ 0 h 104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56354" h="104600">
                <a:moveTo>
                  <a:pt x="7272" y="11102"/>
                </a:moveTo>
                <a:lnTo>
                  <a:pt x="7272" y="97386"/>
                </a:lnTo>
                <a:lnTo>
                  <a:pt x="149082" y="97386"/>
                </a:lnTo>
                <a:lnTo>
                  <a:pt x="149082" y="11102"/>
                </a:lnTo>
                <a:lnTo>
                  <a:pt x="80450" y="65879"/>
                </a:lnTo>
                <a:cubicBezTo>
                  <a:pt x="79121" y="66943"/>
                  <a:pt x="77233" y="66943"/>
                  <a:pt x="75904" y="65879"/>
                </a:cubicBezTo>
                <a:close/>
                <a:moveTo>
                  <a:pt x="13976" y="7214"/>
                </a:moveTo>
                <a:lnTo>
                  <a:pt x="78177" y="58502"/>
                </a:lnTo>
                <a:lnTo>
                  <a:pt x="142378" y="7214"/>
                </a:lnTo>
                <a:close/>
                <a:moveTo>
                  <a:pt x="3636" y="0"/>
                </a:moveTo>
                <a:lnTo>
                  <a:pt x="152718" y="0"/>
                </a:lnTo>
                <a:cubicBezTo>
                  <a:pt x="154726" y="0"/>
                  <a:pt x="156354" y="1616"/>
                  <a:pt x="156354" y="3607"/>
                </a:cubicBezTo>
                <a:lnTo>
                  <a:pt x="156354" y="100993"/>
                </a:lnTo>
                <a:cubicBezTo>
                  <a:pt x="156354" y="102995"/>
                  <a:pt x="154726" y="104600"/>
                  <a:pt x="152718" y="104600"/>
                </a:cubicBezTo>
                <a:lnTo>
                  <a:pt x="3636" y="104600"/>
                </a:lnTo>
                <a:cubicBezTo>
                  <a:pt x="1628" y="104600"/>
                  <a:pt x="0" y="102995"/>
                  <a:pt x="0" y="100993"/>
                </a:cubicBezTo>
                <a:lnTo>
                  <a:pt x="0" y="3607"/>
                </a:lnTo>
                <a:cubicBezTo>
                  <a:pt x="0" y="1616"/>
                  <a:pt x="1628" y="0"/>
                  <a:pt x="3636" y="0"/>
                </a:cubicBezTo>
                <a:close/>
              </a:path>
            </a:pathLst>
          </a:custGeom>
          <a:solidFill>
            <a:schemeClr val="bg1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>
              <a:buNone/>
              <a:defRPr lang="en-US" sz="100" dirty="0">
                <a:solidFill>
                  <a:schemeClr val="tx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>
              <a:buNone/>
            </a:pPr>
            <a:r>
              <a:rPr lang="en-US"/>
              <a:t>E-Mail:</a:t>
            </a:r>
          </a:p>
        </p:txBody>
      </p:sp>
      <p:sp>
        <p:nvSpPr>
          <p:cNvPr id="29" name="Text Placeholder 47">
            <a:extLst>
              <a:ext uri="{FF2B5EF4-FFF2-40B4-BE49-F238E27FC236}">
                <a16:creationId xmlns:a16="http://schemas.microsoft.com/office/drawing/2014/main" id="{59F66C56-E656-6E1F-9414-1CD7A0482A20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9038553" y="5247830"/>
            <a:ext cx="138568" cy="158705"/>
          </a:xfrm>
          <a:custGeom>
            <a:avLst/>
            <a:gdLst>
              <a:gd name="csX0" fmla="*/ 47720 w 138568"/>
              <a:gd name="csY0" fmla="*/ 92965 h 158705"/>
              <a:gd name="csX1" fmla="*/ 47720 w 138568"/>
              <a:gd name="csY1" fmla="*/ 151120 h 158705"/>
              <a:gd name="csX2" fmla="*/ 90851 w 138568"/>
              <a:gd name="csY2" fmla="*/ 151120 h 158705"/>
              <a:gd name="csX3" fmla="*/ 90851 w 138568"/>
              <a:gd name="csY3" fmla="*/ 92965 h 158705"/>
              <a:gd name="csX4" fmla="*/ 69284 w 138568"/>
              <a:gd name="csY4" fmla="*/ 8544 h 158705"/>
              <a:gd name="csX5" fmla="*/ 7560 w 138568"/>
              <a:gd name="csY5" fmla="*/ 55192 h 158705"/>
              <a:gd name="csX6" fmla="*/ 7560 w 138568"/>
              <a:gd name="csY6" fmla="*/ 151120 h 158705"/>
              <a:gd name="csX7" fmla="*/ 40162 w 138568"/>
              <a:gd name="csY7" fmla="*/ 151120 h 158705"/>
              <a:gd name="csX8" fmla="*/ 40162 w 138568"/>
              <a:gd name="csY8" fmla="*/ 89173 h 158705"/>
              <a:gd name="csX9" fmla="*/ 43941 w 138568"/>
              <a:gd name="csY9" fmla="*/ 85380 h 158705"/>
              <a:gd name="csX10" fmla="*/ 94630 w 138568"/>
              <a:gd name="csY10" fmla="*/ 85380 h 158705"/>
              <a:gd name="csX11" fmla="*/ 98409 w 138568"/>
              <a:gd name="csY11" fmla="*/ 89173 h 158705"/>
              <a:gd name="csX12" fmla="*/ 98409 w 138568"/>
              <a:gd name="csY12" fmla="*/ 151120 h 158705"/>
              <a:gd name="csX13" fmla="*/ 131011 w 138568"/>
              <a:gd name="csY13" fmla="*/ 151120 h 158705"/>
              <a:gd name="csX14" fmla="*/ 131009 w 138568"/>
              <a:gd name="csY14" fmla="*/ 55192 h 158705"/>
              <a:gd name="csX15" fmla="*/ 67010 w 138568"/>
              <a:gd name="csY15" fmla="*/ 762 h 158705"/>
              <a:gd name="csX16" fmla="*/ 71560 w 138568"/>
              <a:gd name="csY16" fmla="*/ 762 h 158705"/>
              <a:gd name="csX17" fmla="*/ 137066 w 138568"/>
              <a:gd name="csY17" fmla="*/ 50269 h 158705"/>
              <a:gd name="csX18" fmla="*/ 137064 w 138568"/>
              <a:gd name="csY18" fmla="*/ 50270 h 158705"/>
              <a:gd name="csX19" fmla="*/ 138568 w 138568"/>
              <a:gd name="csY19" fmla="*/ 53304 h 158705"/>
              <a:gd name="csX20" fmla="*/ 138568 w 138568"/>
              <a:gd name="csY20" fmla="*/ 154912 h 158705"/>
              <a:gd name="csX21" fmla="*/ 134789 w 138568"/>
              <a:gd name="csY21" fmla="*/ 158705 h 158705"/>
              <a:gd name="csX22" fmla="*/ 3779 w 138568"/>
              <a:gd name="csY22" fmla="*/ 158705 h 158705"/>
              <a:gd name="csX23" fmla="*/ 0 w 138568"/>
              <a:gd name="csY23" fmla="*/ 154912 h 158705"/>
              <a:gd name="csX24" fmla="*/ 0 w 138568"/>
              <a:gd name="csY24" fmla="*/ 53296 h 158705"/>
              <a:gd name="csX25" fmla="*/ 1504 w 138568"/>
              <a:gd name="csY25" fmla="*/ 50269 h 1587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138568" h="158705">
                <a:moveTo>
                  <a:pt x="47720" y="92965"/>
                </a:moveTo>
                <a:lnTo>
                  <a:pt x="47720" y="151120"/>
                </a:lnTo>
                <a:lnTo>
                  <a:pt x="90851" y="151120"/>
                </a:lnTo>
                <a:lnTo>
                  <a:pt x="90851" y="92965"/>
                </a:lnTo>
                <a:close/>
                <a:moveTo>
                  <a:pt x="69284" y="8544"/>
                </a:moveTo>
                <a:lnTo>
                  <a:pt x="7560" y="55192"/>
                </a:lnTo>
                <a:lnTo>
                  <a:pt x="7560" y="151120"/>
                </a:lnTo>
                <a:lnTo>
                  <a:pt x="40162" y="151120"/>
                </a:lnTo>
                <a:lnTo>
                  <a:pt x="40162" y="89173"/>
                </a:lnTo>
                <a:cubicBezTo>
                  <a:pt x="40162" y="87079"/>
                  <a:pt x="41855" y="85380"/>
                  <a:pt x="43941" y="85380"/>
                </a:cubicBezTo>
                <a:lnTo>
                  <a:pt x="94630" y="85380"/>
                </a:lnTo>
                <a:cubicBezTo>
                  <a:pt x="96716" y="85380"/>
                  <a:pt x="98409" y="87079"/>
                  <a:pt x="98409" y="89173"/>
                </a:cubicBezTo>
                <a:lnTo>
                  <a:pt x="98409" y="151120"/>
                </a:lnTo>
                <a:lnTo>
                  <a:pt x="131011" y="151120"/>
                </a:lnTo>
                <a:lnTo>
                  <a:pt x="131009" y="55192"/>
                </a:lnTo>
                <a:close/>
                <a:moveTo>
                  <a:pt x="67010" y="762"/>
                </a:moveTo>
                <a:cubicBezTo>
                  <a:pt x="68363" y="-254"/>
                  <a:pt x="70215" y="-254"/>
                  <a:pt x="71560" y="762"/>
                </a:cubicBezTo>
                <a:lnTo>
                  <a:pt x="137066" y="50269"/>
                </a:lnTo>
                <a:lnTo>
                  <a:pt x="137064" y="50270"/>
                </a:lnTo>
                <a:cubicBezTo>
                  <a:pt x="138016" y="50990"/>
                  <a:pt x="138568" y="52113"/>
                  <a:pt x="138568" y="53304"/>
                </a:cubicBezTo>
                <a:lnTo>
                  <a:pt x="138568" y="154912"/>
                </a:lnTo>
                <a:cubicBezTo>
                  <a:pt x="138568" y="157006"/>
                  <a:pt x="136875" y="158705"/>
                  <a:pt x="134789" y="158705"/>
                </a:cubicBezTo>
                <a:lnTo>
                  <a:pt x="3779" y="158705"/>
                </a:lnTo>
                <a:cubicBezTo>
                  <a:pt x="1693" y="158705"/>
                  <a:pt x="0" y="157006"/>
                  <a:pt x="0" y="154912"/>
                </a:cubicBezTo>
                <a:lnTo>
                  <a:pt x="0" y="53296"/>
                </a:lnTo>
                <a:cubicBezTo>
                  <a:pt x="0" y="52105"/>
                  <a:pt x="559" y="50982"/>
                  <a:pt x="1504" y="50269"/>
                </a:cubicBezTo>
                <a:close/>
              </a:path>
            </a:pathLst>
          </a:custGeom>
          <a:solidFill>
            <a:schemeClr val="bg1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>
              <a:buNone/>
              <a:defRPr lang="en-US" sz="100" dirty="0">
                <a:solidFill>
                  <a:schemeClr val="tx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0" name="Text Placeholder 48">
            <a:extLst>
              <a:ext uri="{FF2B5EF4-FFF2-40B4-BE49-F238E27FC236}">
                <a16:creationId xmlns:a16="http://schemas.microsoft.com/office/drawing/2014/main" id="{2FBB717B-E346-6F1C-1EB5-DD66691CE40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016028" y="5820895"/>
            <a:ext cx="183618" cy="184282"/>
          </a:xfrm>
          <a:custGeom>
            <a:avLst/>
            <a:gdLst>
              <a:gd name="csX0" fmla="*/ 138423 w 183618"/>
              <a:gd name="csY0" fmla="*/ 143458 h 184282"/>
              <a:gd name="csX1" fmla="*/ 129506 w 183618"/>
              <a:gd name="csY1" fmla="*/ 165898 h 184282"/>
              <a:gd name="csX2" fmla="*/ 152500 w 183618"/>
              <a:gd name="csY2" fmla="*/ 148341 h 184282"/>
              <a:gd name="csX3" fmla="*/ 152509 w 183618"/>
              <a:gd name="csY3" fmla="*/ 148341 h 184282"/>
              <a:gd name="csX4" fmla="*/ 138441 w 183618"/>
              <a:gd name="csY4" fmla="*/ 143467 h 184282"/>
              <a:gd name="csX5" fmla="*/ 138423 w 183618"/>
              <a:gd name="csY5" fmla="*/ 143467 h 184282"/>
              <a:gd name="csX6" fmla="*/ 45174 w 183618"/>
              <a:gd name="csY6" fmla="*/ 143458 h 184282"/>
              <a:gd name="csX7" fmla="*/ 31115 w 183618"/>
              <a:gd name="csY7" fmla="*/ 148350 h 184282"/>
              <a:gd name="csX8" fmla="*/ 31124 w 183618"/>
              <a:gd name="csY8" fmla="*/ 148350 h 184282"/>
              <a:gd name="csX9" fmla="*/ 54100 w 183618"/>
              <a:gd name="csY9" fmla="*/ 165898 h 184282"/>
              <a:gd name="csX10" fmla="*/ 54109 w 183618"/>
              <a:gd name="csY10" fmla="*/ 165898 h 184282"/>
              <a:gd name="csX11" fmla="*/ 45192 w 183618"/>
              <a:gd name="csY11" fmla="*/ 143467 h 184282"/>
              <a:gd name="csX12" fmla="*/ 87255 w 183618"/>
              <a:gd name="csY12" fmla="*/ 137454 h 184282"/>
              <a:gd name="csX13" fmla="*/ 54064 w 183618"/>
              <a:gd name="csY13" fmla="*/ 141259 h 184282"/>
              <a:gd name="csX14" fmla="*/ 54073 w 183618"/>
              <a:gd name="csY14" fmla="*/ 141259 h 184282"/>
              <a:gd name="csX15" fmla="*/ 68822 w 183618"/>
              <a:gd name="csY15" fmla="*/ 171769 h 184282"/>
              <a:gd name="csX16" fmla="*/ 68830 w 183618"/>
              <a:gd name="csY16" fmla="*/ 171769 h 184282"/>
              <a:gd name="csX17" fmla="*/ 87264 w 183618"/>
              <a:gd name="csY17" fmla="*/ 174892 h 184282"/>
              <a:gd name="csX18" fmla="*/ 87264 w 183618"/>
              <a:gd name="csY18" fmla="*/ 137462 h 184282"/>
              <a:gd name="csX19" fmla="*/ 87255 w 183618"/>
              <a:gd name="csY19" fmla="*/ 137462 h 184282"/>
              <a:gd name="csX20" fmla="*/ 96351 w 183618"/>
              <a:gd name="csY20" fmla="*/ 137453 h 184282"/>
              <a:gd name="csX21" fmla="*/ 96350 w 183618"/>
              <a:gd name="csY21" fmla="*/ 174892 h 184282"/>
              <a:gd name="csX22" fmla="*/ 114775 w 183618"/>
              <a:gd name="csY22" fmla="*/ 171768 h 184282"/>
              <a:gd name="csX23" fmla="*/ 114793 w 183618"/>
              <a:gd name="csY23" fmla="*/ 171768 h 184282"/>
              <a:gd name="csX24" fmla="*/ 129541 w 183618"/>
              <a:gd name="csY24" fmla="*/ 141250 h 184282"/>
              <a:gd name="csX25" fmla="*/ 129550 w 183618"/>
              <a:gd name="csY25" fmla="*/ 141250 h 184282"/>
              <a:gd name="csX26" fmla="*/ 96360 w 183618"/>
              <a:gd name="csY26" fmla="*/ 137462 h 184282"/>
              <a:gd name="csX27" fmla="*/ 96351 w 183618"/>
              <a:gd name="csY27" fmla="*/ 137462 h 184282"/>
              <a:gd name="csX28" fmla="*/ 96353 w 183618"/>
              <a:gd name="csY28" fmla="*/ 96709 h 184282"/>
              <a:gd name="csX29" fmla="*/ 96351 w 183618"/>
              <a:gd name="csY29" fmla="*/ 128199 h 184282"/>
              <a:gd name="csX30" fmla="*/ 96360 w 183618"/>
              <a:gd name="csY30" fmla="*/ 128190 h 184282"/>
              <a:gd name="csX31" fmla="*/ 131886 w 183618"/>
              <a:gd name="csY31" fmla="*/ 132373 h 184282"/>
              <a:gd name="csX32" fmla="*/ 136197 w 183618"/>
              <a:gd name="csY32" fmla="*/ 96709 h 184282"/>
              <a:gd name="csX33" fmla="*/ 47422 w 183618"/>
              <a:gd name="csY33" fmla="*/ 96708 h 184282"/>
              <a:gd name="csX34" fmla="*/ 51733 w 183618"/>
              <a:gd name="csY34" fmla="*/ 132371 h 184282"/>
              <a:gd name="csX35" fmla="*/ 87259 w 183618"/>
              <a:gd name="csY35" fmla="*/ 128197 h 184282"/>
              <a:gd name="csX36" fmla="*/ 87268 w 183618"/>
              <a:gd name="csY36" fmla="*/ 128188 h 184282"/>
              <a:gd name="csX37" fmla="*/ 87268 w 183618"/>
              <a:gd name="csY37" fmla="*/ 96709 h 184282"/>
              <a:gd name="csX38" fmla="*/ 47440 w 183618"/>
              <a:gd name="csY38" fmla="*/ 96709 h 184282"/>
              <a:gd name="csX39" fmla="*/ 174243 w 183618"/>
              <a:gd name="csY39" fmla="*/ 96700 h 184282"/>
              <a:gd name="csX40" fmla="*/ 145435 w 183618"/>
              <a:gd name="csY40" fmla="*/ 96709 h 184282"/>
              <a:gd name="csX41" fmla="*/ 145426 w 183618"/>
              <a:gd name="csY41" fmla="*/ 96709 h 184282"/>
              <a:gd name="csX42" fmla="*/ 145426 w 183618"/>
              <a:gd name="csY42" fmla="*/ 96701 h 184282"/>
              <a:gd name="csX43" fmla="*/ 140757 w 183618"/>
              <a:gd name="csY43" fmla="*/ 134588 h 184282"/>
              <a:gd name="csX44" fmla="*/ 140775 w 183618"/>
              <a:gd name="csY44" fmla="*/ 134588 h 184282"/>
              <a:gd name="csX45" fmla="*/ 158564 w 183618"/>
              <a:gd name="csY45" fmla="*/ 140917 h 184282"/>
              <a:gd name="csX46" fmla="*/ 158573 w 183618"/>
              <a:gd name="csY46" fmla="*/ 140917 h 184282"/>
              <a:gd name="csX47" fmla="*/ 174261 w 183618"/>
              <a:gd name="csY47" fmla="*/ 96700 h 184282"/>
              <a:gd name="csX48" fmla="*/ 38208 w 183618"/>
              <a:gd name="csY48" fmla="*/ 96700 h 184282"/>
              <a:gd name="csX49" fmla="*/ 9347 w 183618"/>
              <a:gd name="csY49" fmla="*/ 96709 h 184282"/>
              <a:gd name="csX50" fmla="*/ 9356 w 183618"/>
              <a:gd name="csY50" fmla="*/ 96709 h 184282"/>
              <a:gd name="csX51" fmla="*/ 25043 w 183618"/>
              <a:gd name="csY51" fmla="*/ 140916 h 184282"/>
              <a:gd name="csX52" fmla="*/ 42850 w 183618"/>
              <a:gd name="csY52" fmla="*/ 134588 h 184282"/>
              <a:gd name="csX53" fmla="*/ 42859 w 183618"/>
              <a:gd name="csY53" fmla="*/ 134588 h 184282"/>
              <a:gd name="csX54" fmla="*/ 38190 w 183618"/>
              <a:gd name="csY54" fmla="*/ 96709 h 184282"/>
              <a:gd name="csX55" fmla="*/ 38208 w 183618"/>
              <a:gd name="csY55" fmla="*/ 96709 h 184282"/>
              <a:gd name="csX56" fmla="*/ 131878 w 183618"/>
              <a:gd name="csY56" fmla="*/ 51909 h 184282"/>
              <a:gd name="csX57" fmla="*/ 131880 w 183618"/>
              <a:gd name="csY57" fmla="*/ 51911 h 184282"/>
              <a:gd name="csX58" fmla="*/ 96345 w 183618"/>
              <a:gd name="csY58" fmla="*/ 56102 h 184282"/>
              <a:gd name="csX59" fmla="*/ 96354 w 183618"/>
              <a:gd name="csY59" fmla="*/ 56102 h 184282"/>
              <a:gd name="csX60" fmla="*/ 96354 w 183618"/>
              <a:gd name="csY60" fmla="*/ 87581 h 184282"/>
              <a:gd name="csX61" fmla="*/ 136198 w 183618"/>
              <a:gd name="csY61" fmla="*/ 87581 h 184282"/>
              <a:gd name="csX62" fmla="*/ 131896 w 183618"/>
              <a:gd name="csY62" fmla="*/ 51918 h 184282"/>
              <a:gd name="csX63" fmla="*/ 51724 w 183618"/>
              <a:gd name="csY63" fmla="*/ 51909 h 184282"/>
              <a:gd name="csX64" fmla="*/ 51724 w 183618"/>
              <a:gd name="csY64" fmla="*/ 51918 h 184282"/>
              <a:gd name="csX65" fmla="*/ 51724 w 183618"/>
              <a:gd name="csY65" fmla="*/ 51918 h 184282"/>
              <a:gd name="csX66" fmla="*/ 47424 w 183618"/>
              <a:gd name="csY66" fmla="*/ 87580 h 184282"/>
              <a:gd name="csX67" fmla="*/ 87267 w 183618"/>
              <a:gd name="csY67" fmla="*/ 87580 h 184282"/>
              <a:gd name="csX68" fmla="*/ 87267 w 183618"/>
              <a:gd name="csY68" fmla="*/ 56092 h 184282"/>
              <a:gd name="csX69" fmla="*/ 87276 w 183618"/>
              <a:gd name="csY69" fmla="*/ 56092 h 184282"/>
              <a:gd name="csX70" fmla="*/ 51742 w 183618"/>
              <a:gd name="csY70" fmla="*/ 51918 h 184282"/>
              <a:gd name="csX71" fmla="*/ 51724 w 183618"/>
              <a:gd name="csY71" fmla="*/ 51918 h 184282"/>
              <a:gd name="csX72" fmla="*/ 51725 w 183618"/>
              <a:gd name="csY72" fmla="*/ 51910 h 184282"/>
              <a:gd name="csX73" fmla="*/ 158565 w 183618"/>
              <a:gd name="csY73" fmla="*/ 43373 h 184282"/>
              <a:gd name="csX74" fmla="*/ 140749 w 183618"/>
              <a:gd name="csY74" fmla="*/ 49710 h 184282"/>
              <a:gd name="csX75" fmla="*/ 140758 w 183618"/>
              <a:gd name="csY75" fmla="*/ 49710 h 184282"/>
              <a:gd name="csX76" fmla="*/ 145427 w 183618"/>
              <a:gd name="csY76" fmla="*/ 87580 h 184282"/>
              <a:gd name="csX77" fmla="*/ 174262 w 183618"/>
              <a:gd name="csY77" fmla="*/ 87580 h 184282"/>
              <a:gd name="csX78" fmla="*/ 158584 w 183618"/>
              <a:gd name="csY78" fmla="*/ 43382 h 184282"/>
              <a:gd name="csX79" fmla="*/ 158584 w 183618"/>
              <a:gd name="csY79" fmla="*/ 43373 h 184282"/>
              <a:gd name="csX80" fmla="*/ 158566 w 183618"/>
              <a:gd name="csY80" fmla="*/ 43373 h 184282"/>
              <a:gd name="csX81" fmla="*/ 25036 w 183618"/>
              <a:gd name="csY81" fmla="*/ 43373 h 184282"/>
              <a:gd name="csX82" fmla="*/ 9357 w 183618"/>
              <a:gd name="csY82" fmla="*/ 87580 h 184282"/>
              <a:gd name="csX83" fmla="*/ 38192 w 183618"/>
              <a:gd name="csY83" fmla="*/ 87580 h 184282"/>
              <a:gd name="csX84" fmla="*/ 42861 w 183618"/>
              <a:gd name="csY84" fmla="*/ 49701 h 184282"/>
              <a:gd name="csX85" fmla="*/ 42870 w 183618"/>
              <a:gd name="csY85" fmla="*/ 49701 h 184282"/>
              <a:gd name="csX86" fmla="*/ 25045 w 183618"/>
              <a:gd name="csY86" fmla="*/ 43382 h 184282"/>
              <a:gd name="csX87" fmla="*/ 129516 w 183618"/>
              <a:gd name="csY87" fmla="*/ 18401 h 184282"/>
              <a:gd name="csX88" fmla="*/ 138433 w 183618"/>
              <a:gd name="csY88" fmla="*/ 40824 h 184282"/>
              <a:gd name="csX89" fmla="*/ 152493 w 183618"/>
              <a:gd name="csY89" fmla="*/ 35950 h 184282"/>
              <a:gd name="csX90" fmla="*/ 152511 w 183618"/>
              <a:gd name="csY90" fmla="*/ 35950 h 184282"/>
              <a:gd name="csX91" fmla="*/ 129525 w 183618"/>
              <a:gd name="csY91" fmla="*/ 18401 h 184282"/>
              <a:gd name="csX92" fmla="*/ 54094 w 183618"/>
              <a:gd name="csY92" fmla="*/ 18392 h 184282"/>
              <a:gd name="csX93" fmla="*/ 31118 w 183618"/>
              <a:gd name="csY93" fmla="*/ 35950 h 184282"/>
              <a:gd name="csX94" fmla="*/ 31127 w 183618"/>
              <a:gd name="csY94" fmla="*/ 35950 h 184282"/>
              <a:gd name="csX95" fmla="*/ 45186 w 183618"/>
              <a:gd name="csY95" fmla="*/ 40833 h 184282"/>
              <a:gd name="csX96" fmla="*/ 45186 w 183618"/>
              <a:gd name="csY96" fmla="*/ 40824 h 184282"/>
              <a:gd name="csX97" fmla="*/ 54112 w 183618"/>
              <a:gd name="csY97" fmla="*/ 18392 h 184282"/>
              <a:gd name="csX98" fmla="*/ 96353 w 183618"/>
              <a:gd name="csY98" fmla="*/ 9389 h 184282"/>
              <a:gd name="csX99" fmla="*/ 96353 w 183618"/>
              <a:gd name="csY99" fmla="*/ 46828 h 184282"/>
              <a:gd name="csX100" fmla="*/ 129534 w 183618"/>
              <a:gd name="csY100" fmla="*/ 43040 h 184282"/>
              <a:gd name="csX101" fmla="*/ 129543 w 183618"/>
              <a:gd name="csY101" fmla="*/ 43031 h 184282"/>
              <a:gd name="csX102" fmla="*/ 114804 w 183618"/>
              <a:gd name="csY102" fmla="*/ 12522 h 184282"/>
              <a:gd name="csX103" fmla="*/ 114813 w 183618"/>
              <a:gd name="csY103" fmla="*/ 12522 h 184282"/>
              <a:gd name="csX104" fmla="*/ 96362 w 183618"/>
              <a:gd name="csY104" fmla="*/ 9398 h 184282"/>
              <a:gd name="csX105" fmla="*/ 96362 w 183618"/>
              <a:gd name="csY105" fmla="*/ 9389 h 184282"/>
              <a:gd name="csX106" fmla="*/ 87257 w 183618"/>
              <a:gd name="csY106" fmla="*/ 9389 h 184282"/>
              <a:gd name="csX107" fmla="*/ 87257 w 183618"/>
              <a:gd name="csY107" fmla="*/ 9390 h 184282"/>
              <a:gd name="csX108" fmla="*/ 68806 w 183618"/>
              <a:gd name="csY108" fmla="*/ 12532 h 184282"/>
              <a:gd name="csX109" fmla="*/ 54076 w 183618"/>
              <a:gd name="csY109" fmla="*/ 43041 h 184282"/>
              <a:gd name="csX110" fmla="*/ 54085 w 183618"/>
              <a:gd name="csY110" fmla="*/ 43041 h 184282"/>
              <a:gd name="csX111" fmla="*/ 87266 w 183618"/>
              <a:gd name="csY111" fmla="*/ 46829 h 184282"/>
              <a:gd name="csX112" fmla="*/ 87266 w 183618"/>
              <a:gd name="csY112" fmla="*/ 9389 h 184282"/>
              <a:gd name="csX113" fmla="*/ 91809 w 183618"/>
              <a:gd name="csY113" fmla="*/ 0 h 184282"/>
              <a:gd name="csX114" fmla="*/ 183618 w 183618"/>
              <a:gd name="csY114" fmla="*/ 92141 h 184282"/>
              <a:gd name="csX115" fmla="*/ 91809 w 183618"/>
              <a:gd name="csY115" fmla="*/ 184282 h 184282"/>
              <a:gd name="csX116" fmla="*/ 0 w 183618"/>
              <a:gd name="csY116" fmla="*/ 92141 h 184282"/>
              <a:gd name="csX117" fmla="*/ 91800 w 183618"/>
              <a:gd name="csY117" fmla="*/ 9 h 184282"/>
              <a:gd name="csX118" fmla="*/ 91809 w 183618"/>
              <a:gd name="csY118" fmla="*/ 9 h 1842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</a:cxnLst>
            <a:rect l="l" t="t" r="r" b="b"/>
            <a:pathLst>
              <a:path w="183618" h="184282">
                <a:moveTo>
                  <a:pt x="138423" y="143458"/>
                </a:moveTo>
                <a:cubicBezTo>
                  <a:pt x="136008" y="151662"/>
                  <a:pt x="133012" y="159220"/>
                  <a:pt x="129506" y="165898"/>
                </a:cubicBezTo>
                <a:cubicBezTo>
                  <a:pt x="138172" y="161428"/>
                  <a:pt x="145953" y="155459"/>
                  <a:pt x="152500" y="148341"/>
                </a:cubicBezTo>
                <a:lnTo>
                  <a:pt x="152509" y="148341"/>
                </a:lnTo>
                <a:cubicBezTo>
                  <a:pt x="148181" y="146519"/>
                  <a:pt x="143476" y="144885"/>
                  <a:pt x="138441" y="143467"/>
                </a:cubicBezTo>
                <a:lnTo>
                  <a:pt x="138423" y="143467"/>
                </a:lnTo>
                <a:close/>
                <a:moveTo>
                  <a:pt x="45174" y="143458"/>
                </a:moveTo>
                <a:cubicBezTo>
                  <a:pt x="40148" y="144885"/>
                  <a:pt x="35443" y="146519"/>
                  <a:pt x="31115" y="148350"/>
                </a:cubicBezTo>
                <a:lnTo>
                  <a:pt x="31124" y="148350"/>
                </a:lnTo>
                <a:cubicBezTo>
                  <a:pt x="37670" y="155459"/>
                  <a:pt x="45442" y="161419"/>
                  <a:pt x="54100" y="165898"/>
                </a:cubicBezTo>
                <a:lnTo>
                  <a:pt x="54109" y="165898"/>
                </a:lnTo>
                <a:cubicBezTo>
                  <a:pt x="50603" y="159229"/>
                  <a:pt x="47607" y="151662"/>
                  <a:pt x="45192" y="143467"/>
                </a:cubicBezTo>
                <a:close/>
                <a:moveTo>
                  <a:pt x="87255" y="137454"/>
                </a:moveTo>
                <a:cubicBezTo>
                  <a:pt x="75279" y="137732"/>
                  <a:pt x="64135" y="139078"/>
                  <a:pt x="54064" y="141259"/>
                </a:cubicBezTo>
                <a:lnTo>
                  <a:pt x="54073" y="141259"/>
                </a:lnTo>
                <a:cubicBezTo>
                  <a:pt x="57847" y="153816"/>
                  <a:pt x="62963" y="164202"/>
                  <a:pt x="68822" y="171769"/>
                </a:cubicBezTo>
                <a:lnTo>
                  <a:pt x="68830" y="171769"/>
                </a:lnTo>
                <a:cubicBezTo>
                  <a:pt x="74724" y="173483"/>
                  <a:pt x="80905" y="174551"/>
                  <a:pt x="87264" y="174892"/>
                </a:cubicBezTo>
                <a:lnTo>
                  <a:pt x="87264" y="137462"/>
                </a:lnTo>
                <a:lnTo>
                  <a:pt x="87255" y="137462"/>
                </a:lnTo>
                <a:close/>
                <a:moveTo>
                  <a:pt x="96351" y="137453"/>
                </a:moveTo>
                <a:lnTo>
                  <a:pt x="96350" y="174892"/>
                </a:lnTo>
                <a:cubicBezTo>
                  <a:pt x="102710" y="174551"/>
                  <a:pt x="108881" y="173483"/>
                  <a:pt x="114775" y="171768"/>
                </a:cubicBezTo>
                <a:lnTo>
                  <a:pt x="114793" y="171768"/>
                </a:lnTo>
                <a:cubicBezTo>
                  <a:pt x="120651" y="164202"/>
                  <a:pt x="125776" y="153816"/>
                  <a:pt x="129541" y="141250"/>
                </a:cubicBezTo>
                <a:lnTo>
                  <a:pt x="129550" y="141250"/>
                </a:lnTo>
                <a:cubicBezTo>
                  <a:pt x="119489" y="139078"/>
                  <a:pt x="108344" y="137731"/>
                  <a:pt x="96360" y="137462"/>
                </a:cubicBezTo>
                <a:lnTo>
                  <a:pt x="96351" y="137462"/>
                </a:lnTo>
                <a:close/>
                <a:moveTo>
                  <a:pt x="96353" y="96709"/>
                </a:moveTo>
                <a:lnTo>
                  <a:pt x="96351" y="128199"/>
                </a:lnTo>
                <a:lnTo>
                  <a:pt x="96360" y="128190"/>
                </a:lnTo>
                <a:cubicBezTo>
                  <a:pt x="108694" y="128477"/>
                  <a:pt x="120715" y="129922"/>
                  <a:pt x="131886" y="132373"/>
                </a:cubicBezTo>
                <a:cubicBezTo>
                  <a:pt x="134363" y="121662"/>
                  <a:pt x="135902" y="109662"/>
                  <a:pt x="136197" y="96709"/>
                </a:cubicBezTo>
                <a:close/>
                <a:moveTo>
                  <a:pt x="47422" y="96708"/>
                </a:moveTo>
                <a:cubicBezTo>
                  <a:pt x="47717" y="109670"/>
                  <a:pt x="49256" y="121662"/>
                  <a:pt x="51733" y="132371"/>
                </a:cubicBezTo>
                <a:cubicBezTo>
                  <a:pt x="62895" y="129921"/>
                  <a:pt x="74925" y="128475"/>
                  <a:pt x="87259" y="128197"/>
                </a:cubicBezTo>
                <a:lnTo>
                  <a:pt x="87268" y="128188"/>
                </a:lnTo>
                <a:lnTo>
                  <a:pt x="87268" y="96709"/>
                </a:lnTo>
                <a:lnTo>
                  <a:pt x="47440" y="96709"/>
                </a:lnTo>
                <a:close/>
                <a:moveTo>
                  <a:pt x="174243" y="96700"/>
                </a:moveTo>
                <a:lnTo>
                  <a:pt x="145435" y="96709"/>
                </a:lnTo>
                <a:lnTo>
                  <a:pt x="145426" y="96709"/>
                </a:lnTo>
                <a:lnTo>
                  <a:pt x="145426" y="96701"/>
                </a:lnTo>
                <a:cubicBezTo>
                  <a:pt x="145122" y="109895"/>
                  <a:pt x="143503" y="122749"/>
                  <a:pt x="140757" y="134588"/>
                </a:cubicBezTo>
                <a:lnTo>
                  <a:pt x="140775" y="134588"/>
                </a:lnTo>
                <a:cubicBezTo>
                  <a:pt x="147098" y="136366"/>
                  <a:pt x="153073" y="138484"/>
                  <a:pt x="158564" y="140917"/>
                </a:cubicBezTo>
                <a:lnTo>
                  <a:pt x="158573" y="140917"/>
                </a:lnTo>
                <a:cubicBezTo>
                  <a:pt x="167687" y="128377"/>
                  <a:pt x="173366" y="113181"/>
                  <a:pt x="174261" y="96700"/>
                </a:cubicBezTo>
                <a:close/>
                <a:moveTo>
                  <a:pt x="38208" y="96700"/>
                </a:moveTo>
                <a:lnTo>
                  <a:pt x="9347" y="96709"/>
                </a:lnTo>
                <a:lnTo>
                  <a:pt x="9356" y="96709"/>
                </a:lnTo>
                <a:cubicBezTo>
                  <a:pt x="10250" y="113180"/>
                  <a:pt x="15938" y="128376"/>
                  <a:pt x="25043" y="140916"/>
                </a:cubicBezTo>
                <a:cubicBezTo>
                  <a:pt x="30543" y="138484"/>
                  <a:pt x="36518" y="136365"/>
                  <a:pt x="42850" y="134588"/>
                </a:cubicBezTo>
                <a:lnTo>
                  <a:pt x="42859" y="134588"/>
                </a:lnTo>
                <a:cubicBezTo>
                  <a:pt x="40113" y="122758"/>
                  <a:pt x="38494" y="109904"/>
                  <a:pt x="38190" y="96709"/>
                </a:cubicBezTo>
                <a:lnTo>
                  <a:pt x="38208" y="96709"/>
                </a:lnTo>
                <a:close/>
                <a:moveTo>
                  <a:pt x="131878" y="51909"/>
                </a:moveTo>
                <a:lnTo>
                  <a:pt x="131880" y="51911"/>
                </a:lnTo>
                <a:cubicBezTo>
                  <a:pt x="120709" y="54361"/>
                  <a:pt x="108679" y="55806"/>
                  <a:pt x="96345" y="56102"/>
                </a:cubicBezTo>
                <a:lnTo>
                  <a:pt x="96354" y="56102"/>
                </a:lnTo>
                <a:lnTo>
                  <a:pt x="96354" y="87581"/>
                </a:lnTo>
                <a:lnTo>
                  <a:pt x="136198" y="87581"/>
                </a:lnTo>
                <a:cubicBezTo>
                  <a:pt x="135903" y="74619"/>
                  <a:pt x="134365" y="62627"/>
                  <a:pt x="131896" y="51918"/>
                </a:cubicBezTo>
                <a:close/>
                <a:moveTo>
                  <a:pt x="51724" y="51909"/>
                </a:moveTo>
                <a:lnTo>
                  <a:pt x="51724" y="51918"/>
                </a:lnTo>
                <a:lnTo>
                  <a:pt x="51724" y="51918"/>
                </a:lnTo>
                <a:lnTo>
                  <a:pt x="47424" y="87580"/>
                </a:lnTo>
                <a:lnTo>
                  <a:pt x="87267" y="87580"/>
                </a:lnTo>
                <a:lnTo>
                  <a:pt x="87267" y="56092"/>
                </a:lnTo>
                <a:lnTo>
                  <a:pt x="87276" y="56092"/>
                </a:lnTo>
                <a:cubicBezTo>
                  <a:pt x="74942" y="55805"/>
                  <a:pt x="62912" y="54360"/>
                  <a:pt x="51742" y="51918"/>
                </a:cubicBezTo>
                <a:lnTo>
                  <a:pt x="51724" y="51918"/>
                </a:lnTo>
                <a:lnTo>
                  <a:pt x="51725" y="51910"/>
                </a:lnTo>
                <a:close/>
                <a:moveTo>
                  <a:pt x="158565" y="43373"/>
                </a:moveTo>
                <a:cubicBezTo>
                  <a:pt x="153065" y="45806"/>
                  <a:pt x="147090" y="47924"/>
                  <a:pt x="140749" y="49710"/>
                </a:cubicBezTo>
                <a:lnTo>
                  <a:pt x="140758" y="49710"/>
                </a:lnTo>
                <a:cubicBezTo>
                  <a:pt x="143504" y="61540"/>
                  <a:pt x="145123" y="74385"/>
                  <a:pt x="145427" y="87580"/>
                </a:cubicBezTo>
                <a:lnTo>
                  <a:pt x="174262" y="87580"/>
                </a:lnTo>
                <a:cubicBezTo>
                  <a:pt x="173368" y="71099"/>
                  <a:pt x="167689" y="55903"/>
                  <a:pt x="158584" y="43382"/>
                </a:cubicBezTo>
                <a:lnTo>
                  <a:pt x="158584" y="43373"/>
                </a:lnTo>
                <a:lnTo>
                  <a:pt x="158566" y="43373"/>
                </a:lnTo>
                <a:close/>
                <a:moveTo>
                  <a:pt x="25036" y="43373"/>
                </a:moveTo>
                <a:cubicBezTo>
                  <a:pt x="15931" y="55903"/>
                  <a:pt x="10251" y="71099"/>
                  <a:pt x="9357" y="87580"/>
                </a:cubicBezTo>
                <a:lnTo>
                  <a:pt x="38192" y="87580"/>
                </a:lnTo>
                <a:cubicBezTo>
                  <a:pt x="38497" y="74385"/>
                  <a:pt x="40115" y="61531"/>
                  <a:pt x="42861" y="49701"/>
                </a:cubicBezTo>
                <a:lnTo>
                  <a:pt x="42870" y="49701"/>
                </a:lnTo>
                <a:cubicBezTo>
                  <a:pt x="36529" y="47924"/>
                  <a:pt x="30554" y="45805"/>
                  <a:pt x="25045" y="43382"/>
                </a:cubicBezTo>
                <a:close/>
                <a:moveTo>
                  <a:pt x="129516" y="18401"/>
                </a:moveTo>
                <a:cubicBezTo>
                  <a:pt x="133022" y="25062"/>
                  <a:pt x="136009" y="32629"/>
                  <a:pt x="138433" y="40824"/>
                </a:cubicBezTo>
                <a:cubicBezTo>
                  <a:pt x="143460" y="39405"/>
                  <a:pt x="148164" y="37763"/>
                  <a:pt x="152493" y="35950"/>
                </a:cubicBezTo>
                <a:lnTo>
                  <a:pt x="152511" y="35950"/>
                </a:lnTo>
                <a:cubicBezTo>
                  <a:pt x="145964" y="28832"/>
                  <a:pt x="138192" y="22862"/>
                  <a:pt x="129525" y="18401"/>
                </a:cubicBezTo>
                <a:close/>
                <a:moveTo>
                  <a:pt x="54094" y="18392"/>
                </a:moveTo>
                <a:cubicBezTo>
                  <a:pt x="45437" y="22862"/>
                  <a:pt x="37665" y="28823"/>
                  <a:pt x="31118" y="35950"/>
                </a:cubicBezTo>
                <a:lnTo>
                  <a:pt x="31127" y="35950"/>
                </a:lnTo>
                <a:cubicBezTo>
                  <a:pt x="35464" y="37763"/>
                  <a:pt x="40160" y="39405"/>
                  <a:pt x="45186" y="40833"/>
                </a:cubicBezTo>
                <a:lnTo>
                  <a:pt x="45186" y="40824"/>
                </a:lnTo>
                <a:cubicBezTo>
                  <a:pt x="47610" y="32629"/>
                  <a:pt x="50606" y="25062"/>
                  <a:pt x="54112" y="18392"/>
                </a:cubicBezTo>
                <a:close/>
                <a:moveTo>
                  <a:pt x="96353" y="9389"/>
                </a:moveTo>
                <a:lnTo>
                  <a:pt x="96353" y="46828"/>
                </a:lnTo>
                <a:cubicBezTo>
                  <a:pt x="108329" y="46550"/>
                  <a:pt x="119464" y="45203"/>
                  <a:pt x="129534" y="43040"/>
                </a:cubicBezTo>
                <a:lnTo>
                  <a:pt x="129543" y="43031"/>
                </a:lnTo>
                <a:cubicBezTo>
                  <a:pt x="125778" y="30474"/>
                  <a:pt x="120662" y="20089"/>
                  <a:pt x="114804" y="12522"/>
                </a:cubicBezTo>
                <a:lnTo>
                  <a:pt x="114813" y="12522"/>
                </a:lnTo>
                <a:cubicBezTo>
                  <a:pt x="108910" y="10807"/>
                  <a:pt x="102730" y="9739"/>
                  <a:pt x="96362" y="9398"/>
                </a:cubicBezTo>
                <a:lnTo>
                  <a:pt x="96362" y="9389"/>
                </a:lnTo>
                <a:close/>
                <a:moveTo>
                  <a:pt x="87257" y="9389"/>
                </a:moveTo>
                <a:lnTo>
                  <a:pt x="87257" y="9390"/>
                </a:lnTo>
                <a:cubicBezTo>
                  <a:pt x="80880" y="9740"/>
                  <a:pt x="74709" y="10808"/>
                  <a:pt x="68806" y="12532"/>
                </a:cubicBezTo>
                <a:cubicBezTo>
                  <a:pt x="62957" y="20098"/>
                  <a:pt x="57841" y="30474"/>
                  <a:pt x="54076" y="43041"/>
                </a:cubicBezTo>
                <a:lnTo>
                  <a:pt x="54085" y="43041"/>
                </a:lnTo>
                <a:cubicBezTo>
                  <a:pt x="64154" y="45204"/>
                  <a:pt x="75290" y="46551"/>
                  <a:pt x="87266" y="46829"/>
                </a:cubicBezTo>
                <a:lnTo>
                  <a:pt x="87266" y="9389"/>
                </a:lnTo>
                <a:close/>
                <a:moveTo>
                  <a:pt x="91809" y="0"/>
                </a:moveTo>
                <a:cubicBezTo>
                  <a:pt x="142512" y="0"/>
                  <a:pt x="183618" y="41254"/>
                  <a:pt x="183618" y="92141"/>
                </a:cubicBezTo>
                <a:cubicBezTo>
                  <a:pt x="183618" y="143028"/>
                  <a:pt x="142512" y="184282"/>
                  <a:pt x="91809" y="184282"/>
                </a:cubicBezTo>
                <a:cubicBezTo>
                  <a:pt x="41105" y="184282"/>
                  <a:pt x="0" y="143028"/>
                  <a:pt x="0" y="92141"/>
                </a:cubicBezTo>
                <a:cubicBezTo>
                  <a:pt x="0" y="41254"/>
                  <a:pt x="41096" y="9"/>
                  <a:pt x="91800" y="9"/>
                </a:cubicBezTo>
                <a:lnTo>
                  <a:pt x="91809" y="9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vert="horz" wrap="square" lIns="144000" tIns="144000" rIns="144000" bIns="144000" rtlCol="0" anchor="ctr">
            <a:noAutofit/>
          </a:bodyPr>
          <a:lstStyle>
            <a:lvl1pPr>
              <a:buNone/>
              <a:defRPr lang="en-US" sz="100" dirty="0">
                <a:solidFill>
                  <a:schemeClr val="tx1">
                    <a:alpha val="0"/>
                  </a:schemeClr>
                </a:solidFill>
              </a:defRPr>
            </a:lvl1pPr>
            <a:lvl2pPr>
              <a:buNone/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>
              <a:buNone/>
            </a:pPr>
            <a:r>
              <a:rPr lang="en-US"/>
              <a:t>Website:</a:t>
            </a:r>
          </a:p>
        </p:txBody>
      </p:sp>
    </p:spTree>
    <p:extLst>
      <p:ext uri="{BB962C8B-B14F-4D97-AF65-F5344CB8AC3E}">
        <p14:creationId xmlns:p14="http://schemas.microsoft.com/office/powerpoint/2010/main" val="19857433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2DE2811-F1C6-BC2E-CAE0-5292CB18F5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85241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392" progId="TCLayout.ActiveDocument.1">
                  <p:embed/>
                </p:oleObj>
              </mc:Choice>
              <mc:Fallback>
                <p:oleObj name="think-cell Slide" r:id="rId3" imgW="405" imgH="392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DE2811-F1C6-BC2E-CAE0-5292CB18F5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92D452A-F87F-E458-4847-7B2616417A62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864886D-C752-F404-9634-C97513F4D7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096" y="-1143000"/>
            <a:ext cx="6858000" cy="6858000"/>
          </a:xfrm>
          <a:prstGeom prst="rect">
            <a:avLst/>
          </a:prstGeom>
        </p:spPr>
      </p:pic>
      <p:sp>
        <p:nvSpPr>
          <p:cNvPr id="16" name="Circle: Hollow 15">
            <a:extLst>
              <a:ext uri="{FF2B5EF4-FFF2-40B4-BE49-F238E27FC236}">
                <a16:creationId xmlns:a16="http://schemas.microsoft.com/office/drawing/2014/main" id="{CBE08881-E042-B25B-8B94-E94B4D3D423A}"/>
              </a:ext>
            </a:extLst>
          </p:cNvPr>
          <p:cNvSpPr/>
          <p:nvPr userDrawn="1"/>
        </p:nvSpPr>
        <p:spPr>
          <a:xfrm>
            <a:off x="-5196841" y="1661160"/>
            <a:ext cx="10393680" cy="10393680"/>
          </a:xfrm>
          <a:prstGeom prst="donut">
            <a:avLst>
              <a:gd name="adj" fmla="val 21545"/>
            </a:avLst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31BD6CD-E368-79C4-B698-FFF62C02B5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03419" y="1545232"/>
            <a:ext cx="3185162" cy="1115224"/>
          </a:xfrm>
          <a:custGeom>
            <a:avLst/>
            <a:gdLst>
              <a:gd name="connsiteX0" fmla="*/ 0 w 3493878"/>
              <a:gd name="connsiteY0" fmla="*/ 0 h 1223318"/>
              <a:gd name="connsiteX1" fmla="*/ 3493878 w 3493878"/>
              <a:gd name="connsiteY1" fmla="*/ 0 h 1223318"/>
              <a:gd name="connsiteX2" fmla="*/ 3493878 w 3493878"/>
              <a:gd name="connsiteY2" fmla="*/ 1223318 h 1223318"/>
              <a:gd name="connsiteX3" fmla="*/ 0 w 3493878"/>
              <a:gd name="connsiteY3" fmla="*/ 1223318 h 122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3878" h="1223318">
                <a:moveTo>
                  <a:pt x="0" y="0"/>
                </a:moveTo>
                <a:lnTo>
                  <a:pt x="3493878" y="0"/>
                </a:lnTo>
                <a:lnTo>
                  <a:pt x="3493878" y="1223318"/>
                </a:lnTo>
                <a:lnTo>
                  <a:pt x="0" y="12233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31A5B6D-3F33-3251-21F5-508CBA472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16405" y="3123923"/>
            <a:ext cx="8759190" cy="1588127"/>
          </a:xfrm>
        </p:spPr>
        <p:txBody>
          <a:bodyPr>
            <a:noAutofit/>
          </a:bodyPr>
          <a:lstStyle>
            <a:lvl1pPr algn="ctr">
              <a:buNone/>
              <a:defRPr sz="5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D813B16-D696-AC7E-F206-F51DD748D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16406" y="4971137"/>
            <a:ext cx="8759189" cy="341632"/>
          </a:xfrm>
        </p:spPr>
        <p:txBody>
          <a:bodyPr anchor="ctr">
            <a:noAutofit/>
          </a:bodyPr>
          <a:lstStyle>
            <a:lvl1pPr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Lorem ipsum dolor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9CB645-7585-3980-08F3-8714FFC9872F}"/>
              </a:ext>
            </a:extLst>
          </p:cNvPr>
          <p:cNvSpPr/>
          <p:nvPr userDrawn="1"/>
        </p:nvSpPr>
        <p:spPr>
          <a:xfrm rot="16200000">
            <a:off x="6027736" y="715961"/>
            <a:ext cx="136527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422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Proz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2925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54D51D21-859D-98B7-D6B7-11EF8984FE5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80066" y="1990864"/>
            <a:ext cx="5373785" cy="72818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936000" tIns="108000" rIns="144000" bIns="108000" rtlCol="0" anchor="ctr">
            <a:noAutofit/>
          </a:bodyPr>
          <a:lstStyle>
            <a:lvl1pPr marL="0" indent="0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18B7EE59-A4DA-BA79-D03C-A13340D9C1D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80066" y="2847007"/>
            <a:ext cx="5373785" cy="72818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936000" tIns="108000" rIns="144000" bIns="108000" rtlCol="0" anchor="ctr">
            <a:noAutofit/>
          </a:bodyPr>
          <a:lstStyle>
            <a:lvl1pPr marL="0" indent="0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631285E4-01B4-8591-6298-48D6A85D1A5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380066" y="3703151"/>
            <a:ext cx="5373785" cy="72818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936000" tIns="108000" rIns="144000" bIns="108000" rtlCol="0" anchor="ctr">
            <a:noAutofit/>
          </a:bodyPr>
          <a:lstStyle>
            <a:lvl1pPr marL="0" indent="0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DBD850FD-57DE-0711-E088-36BE41B9012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80066" y="4559295"/>
            <a:ext cx="5373785" cy="72818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936000" tIns="108000" rIns="144000" bIns="108000" rtlCol="0" anchor="ctr">
            <a:noAutofit/>
          </a:bodyPr>
          <a:lstStyle>
            <a:lvl1pPr marL="0" indent="0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6612D762-7920-39F5-A3F7-6B965573AF2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80066" y="5415438"/>
            <a:ext cx="5373785" cy="728187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936000" tIns="108000" rIns="144000" bIns="108000" rtlCol="0" anchor="ctr">
            <a:noAutofit/>
          </a:bodyPr>
          <a:lstStyle>
            <a:lvl1pPr marL="0" indent="0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6AB11128-1BEE-AE7E-78BF-5848778EB9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801" y="1990863"/>
            <a:ext cx="5373785" cy="415276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>
              <a:defRPr lang="en-US" b="0" i="0" smtClean="0">
                <a:latin typeface="Abadi ExtraLight" panose="020B0204020104020204" pitchFamily="34" charset="77"/>
              </a:defRPr>
            </a:lvl1pPr>
            <a:lvl2pPr>
              <a:defRPr lang="en-US" b="0" i="0" smtClean="0">
                <a:latin typeface="Abadi ExtraLight" panose="020B0204020104020204" pitchFamily="34" charset="77"/>
              </a:defRPr>
            </a:lvl2pPr>
            <a:lvl3pPr>
              <a:defRPr lang="en-US" b="0" i="0" smtClean="0">
                <a:latin typeface="Abadi ExtraLight" panose="020B0204020104020204" pitchFamily="34" charset="77"/>
              </a:defRPr>
            </a:lvl3pPr>
            <a:lvl4pPr>
              <a:defRPr lang="en-US" b="0" i="0" smtClean="0">
                <a:latin typeface="Abadi ExtraLight" panose="020B0204020104020204" pitchFamily="34" charset="77"/>
              </a:defRPr>
            </a:lvl4pPr>
            <a:lvl5pPr>
              <a:defRPr lang="en-GB" b="0" i="0">
                <a:latin typeface="Abadi ExtraLight" panose="020B0204020104020204" pitchFamily="34" charset="77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buNone/>
              <a:defRPr lang="en-GB" sz="2800" b="0" dirty="0">
                <a:solidFill>
                  <a:schemeClr val="accent1"/>
                </a:solidFill>
                <a:latin typeface="+mj-lt"/>
                <a:cs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lvl="0" indent="0">
              <a:buNone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02CC726-C33A-0577-23E8-65F69B0459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1489076"/>
            <a:ext cx="5373785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13F419-9E2E-3DDF-7142-38EF42930A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80066" y="1489076"/>
            <a:ext cx="5373785" cy="370205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D1D59B-E18B-6BBB-DC62-555E57E553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3768726" y="3816351"/>
            <a:ext cx="4654549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3BBD163-57AA-A10E-05FB-8B1D94C03D42}"/>
              </a:ext>
            </a:extLst>
          </p:cNvPr>
          <p:cNvSpPr/>
          <p:nvPr userDrawn="1"/>
        </p:nvSpPr>
        <p:spPr>
          <a:xfrm>
            <a:off x="5913906" y="3637431"/>
            <a:ext cx="357840" cy="357840"/>
          </a:xfrm>
          <a:prstGeom prst="ellipse">
            <a:avLst/>
          </a:prstGeom>
          <a:solidFill>
            <a:schemeClr val="accent2"/>
          </a:solidFill>
          <a:ln w="476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err="1"/>
          </a:p>
        </p:txBody>
      </p:sp>
      <p:sp>
        <p:nvSpPr>
          <p:cNvPr id="18" name="Graphic 16" descr="Caret Right with solid fill">
            <a:extLst>
              <a:ext uri="{FF2B5EF4-FFF2-40B4-BE49-F238E27FC236}">
                <a16:creationId xmlns:a16="http://schemas.microsoft.com/office/drawing/2014/main" id="{1B715220-13DF-950A-1F16-0FC8DB3A171A}"/>
              </a:ext>
            </a:extLst>
          </p:cNvPr>
          <p:cNvSpPr/>
          <p:nvPr/>
        </p:nvSpPr>
        <p:spPr>
          <a:xfrm>
            <a:off x="6052309" y="3716801"/>
            <a:ext cx="114491" cy="199101"/>
          </a:xfrm>
          <a:custGeom>
            <a:avLst/>
            <a:gdLst>
              <a:gd name="connsiteX0" fmla="*/ 14954 w 114491"/>
              <a:gd name="connsiteY0" fmla="*/ 199101 h 199101"/>
              <a:gd name="connsiteX1" fmla="*/ 4 w 114491"/>
              <a:gd name="connsiteY1" fmla="*/ 184155 h 199101"/>
              <a:gd name="connsiteX2" fmla="*/ 84595 w 114491"/>
              <a:gd name="connsiteY2" fmla="*/ 99563 h 199101"/>
              <a:gd name="connsiteX3" fmla="*/ 0 w 114491"/>
              <a:gd name="connsiteY3" fmla="*/ 14947 h 199101"/>
              <a:gd name="connsiteX4" fmla="*/ 14950 w 114491"/>
              <a:gd name="connsiteY4" fmla="*/ 0 h 199101"/>
              <a:gd name="connsiteX5" fmla="*/ 114492 w 114491"/>
              <a:gd name="connsiteY5" fmla="*/ 99563 h 199101"/>
              <a:gd name="connsiteX6" fmla="*/ 14954 w 114491"/>
              <a:gd name="connsiteY6" fmla="*/ 199101 h 19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491" h="199101">
                <a:moveTo>
                  <a:pt x="14954" y="199101"/>
                </a:moveTo>
                <a:lnTo>
                  <a:pt x="4" y="184155"/>
                </a:lnTo>
                <a:lnTo>
                  <a:pt x="84595" y="99563"/>
                </a:lnTo>
                <a:lnTo>
                  <a:pt x="0" y="14947"/>
                </a:lnTo>
                <a:lnTo>
                  <a:pt x="14950" y="0"/>
                </a:lnTo>
                <a:lnTo>
                  <a:pt x="114492" y="99563"/>
                </a:lnTo>
                <a:lnTo>
                  <a:pt x="14954" y="199101"/>
                </a:lnTo>
                <a:close/>
              </a:path>
            </a:pathLst>
          </a:custGeom>
          <a:solidFill>
            <a:schemeClr val="bg2"/>
          </a:solidFill>
          <a:ln w="347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GB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CD1464B-C91B-69D0-46AF-42EFC21678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65693" y="2093394"/>
            <a:ext cx="523126" cy="52312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6E566AD-BF54-733F-4726-5C4091C32B0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65693" y="2949538"/>
            <a:ext cx="523126" cy="52312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2B0B8CF9-EB56-18C0-085A-2FE062959C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65693" y="3805682"/>
            <a:ext cx="523126" cy="52312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BC84659-F623-7975-46D2-73677AF67DF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565693" y="4661826"/>
            <a:ext cx="523126" cy="52312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A8C7388D-271E-6483-98EB-7384BB2C21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565693" y="5517968"/>
            <a:ext cx="523126" cy="52312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932D3D3-C671-BA44-68DD-9E8AF846A7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9274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6 Textboxen mit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630226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569BD7E6-9F9A-39E6-5DA9-A2BCB315574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1800" y="2039264"/>
            <a:ext cx="3653172" cy="168546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936000" rIns="144000" bIns="144000" rtlCol="0" anchor="t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 algn="ctr">
              <a:defRPr lang="en-US" smtClean="0">
                <a:latin typeface="☞ABADI MT PRO LIGHT" panose="020B0302020104020204" pitchFamily="34" charset="0"/>
              </a:defRPr>
            </a:lvl2pPr>
            <a:lvl3pPr algn="ctr">
              <a:defRPr lang="en-US" smtClean="0">
                <a:latin typeface="☞ABADI MT PRO LIGHT" panose="020B0302020104020204" pitchFamily="34" charset="0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799" y="455313"/>
            <a:ext cx="9441249" cy="52322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 defTabSz="914400" rtl="0" eaLnBrk="1" latinLnBrk="0" hangingPunct="1">
              <a:buNone/>
              <a:defRPr lang="en-US" sz="2800" b="0" kern="1200" dirty="0" smtClean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83345" y="540252"/>
            <a:ext cx="114300" cy="2809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64D06C3-BA68-0B05-B0FD-6B99B3E65C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08198" y="1489076"/>
            <a:ext cx="1100376" cy="110037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BB0628B7-B840-2328-3CEB-93D61DDD486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4266239" y="2039264"/>
            <a:ext cx="3653172" cy="168546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936000" rIns="144000" bIns="144000" rtlCol="0" anchor="t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 algn="ctr">
              <a:defRPr lang="en-US" smtClean="0">
                <a:latin typeface="☞ABADI MT PRO LIGHT" panose="020B0302020104020204" pitchFamily="34" charset="0"/>
              </a:defRPr>
            </a:lvl2pPr>
            <a:lvl3pPr algn="ctr">
              <a:defRPr lang="en-US" smtClean="0">
                <a:latin typeface="☞ABADI MT PRO LIGHT" panose="020B0302020104020204" pitchFamily="34" charset="0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C5BFABA8-53DE-AB38-FB26-2F1975D8442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42637" y="1489076"/>
            <a:ext cx="1100376" cy="11003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6D8FDADC-84F7-7A5B-83E1-26D85CAE1B1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100678" y="2039264"/>
            <a:ext cx="3653172" cy="168546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936000" rIns="144000" bIns="144000" rtlCol="0" anchor="t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 algn="ctr">
              <a:defRPr lang="en-US" smtClean="0">
                <a:latin typeface="☞ABADI MT PRO LIGHT" panose="020B0302020104020204" pitchFamily="34" charset="0"/>
              </a:defRPr>
            </a:lvl2pPr>
            <a:lvl3pPr algn="ctr">
              <a:defRPr lang="en-US" smtClean="0">
                <a:latin typeface="☞ABADI MT PRO LIGHT" panose="020B0302020104020204" pitchFamily="34" charset="0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2457F826-D45C-5F71-5608-F51C7A875C8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377076" y="1489076"/>
            <a:ext cx="1100376" cy="110037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C19C54E8-7CC1-74F4-462B-00CBC1ED9ADB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31800" y="4458163"/>
            <a:ext cx="3653172" cy="168546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936000" rIns="144000" bIns="144000" rtlCol="0" anchor="t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 algn="ctr">
              <a:defRPr lang="en-US" smtClean="0">
                <a:latin typeface="☞ABADI MT PRO LIGHT" panose="020B0302020104020204" pitchFamily="34" charset="0"/>
              </a:defRPr>
            </a:lvl2pPr>
            <a:lvl3pPr algn="ctr">
              <a:defRPr lang="en-US" smtClean="0">
                <a:latin typeface="☞ABADI MT PRO LIGHT" panose="020B0302020104020204" pitchFamily="34" charset="0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825CBCC4-1522-B137-6A5E-744584F52F6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08198" y="3907975"/>
            <a:ext cx="1100376" cy="11003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92D4E220-31AA-E641-F3DD-A3EB43E5D9EE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266239" y="4458163"/>
            <a:ext cx="3653172" cy="168546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936000" rIns="144000" bIns="144000" rtlCol="0" anchor="t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 algn="ctr">
              <a:defRPr lang="en-US" smtClean="0">
                <a:latin typeface="☞ABADI MT PRO LIGHT" panose="020B0302020104020204" pitchFamily="34" charset="0"/>
              </a:defRPr>
            </a:lvl2pPr>
            <a:lvl3pPr algn="ctr">
              <a:defRPr lang="en-US" smtClean="0">
                <a:latin typeface="☞ABADI MT PRO LIGHT" panose="020B0302020104020204" pitchFamily="34" charset="0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FD48A7AE-F2AA-A2F4-B5BD-8144B1542A29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542637" y="3907975"/>
            <a:ext cx="1100376" cy="110037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C4998E87-D8B6-976D-3846-FF2163948F35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100678" y="4458163"/>
            <a:ext cx="3653172" cy="168546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936000" rIns="144000" bIns="144000" rtlCol="0" anchor="t">
            <a:noAutofit/>
          </a:bodyPr>
          <a:lstStyle>
            <a:lvl1pPr marL="0" indent="0" algn="ctr">
              <a:buNone/>
              <a:defRPr lang="en-US" b="0" i="0" smtClean="0">
                <a:latin typeface="Abadi ExtraLight" panose="020B0204020104020204" pitchFamily="34" charset="77"/>
              </a:defRPr>
            </a:lvl1pPr>
            <a:lvl2pPr algn="ctr">
              <a:defRPr lang="en-US" smtClean="0">
                <a:latin typeface="☞ABADI MT PRO LIGHT" panose="020B0302020104020204" pitchFamily="34" charset="0"/>
              </a:defRPr>
            </a:lvl2pPr>
            <a:lvl3pPr algn="ctr">
              <a:defRPr lang="en-US" smtClean="0">
                <a:latin typeface="☞ABADI MT PRO LIGHT" panose="020B0302020104020204" pitchFamily="34" charset="0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93B8A6B9-1DE8-E6CD-D82F-FDCD38871AC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377076" y="3907975"/>
            <a:ext cx="1100376" cy="110037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36000" tIns="45720" rIns="36000" bIns="4572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GB" dirty="0">
                <a:solidFill>
                  <a:schemeClr val="bg1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GB"/>
              <a:t>‎ 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A580D63-5F26-7143-C944-70C85B83B1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799" y="208228"/>
            <a:ext cx="9441249" cy="307777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>
              <a:buNone/>
              <a:defRPr lang="en-GB" sz="1200" b="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marR="0" lvl="0" indent="-228600" algn="l" defTabSz="914400" rtl="0" eaLnBrk="1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err="1"/>
              <a:t>Kapitel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4844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Kategorie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4158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4FA7129-B7FA-F2DE-FE83-A836041A7A1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29427" y="1489075"/>
            <a:ext cx="2412109" cy="465455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chemeClr val="accent1"/>
          </a:solidFill>
          <a:effectLst/>
        </p:spPr>
        <p:txBody>
          <a:bodyPr vert="horz" lIns="251999" tIns="3348000" rIns="251999" bIns="144000" rtlCol="0" anchor="t">
            <a:noAutofit/>
          </a:bodyPr>
          <a:lstStyle>
            <a:lvl1pPr marL="0" indent="0">
              <a:buNone/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1pPr>
            <a:lvl2pPr marL="457200" indent="0">
              <a:buNone/>
              <a:defRPr lang="en-US" smtClean="0">
                <a:solidFill>
                  <a:schemeClr val="bg2"/>
                </a:solidFill>
                <a:latin typeface="☞ABADI MT PRO LIGHT" panose="020B0302020104020204" pitchFamily="34" charset="0"/>
              </a:defRPr>
            </a:lvl2pPr>
            <a:lvl3pPr marL="914400" indent="0">
              <a:buNone/>
              <a:defRPr lang="en-US" smtClean="0">
                <a:latin typeface="☞ABADI MT PRO LIGHT" panose="020B0302020104020204" pitchFamily="34" charset="0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998537" y="626351"/>
            <a:ext cx="114300" cy="1247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E4DF7A59-72E9-409E-895F-FCDB42CE0B6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41741" y="1489075"/>
            <a:ext cx="2412109" cy="465455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chemeClr val="accent2"/>
          </a:solidFill>
          <a:effectLst/>
        </p:spPr>
        <p:txBody>
          <a:bodyPr vert="horz" lIns="251999" tIns="3348000" rIns="251999" bIns="144000" rtlCol="0" anchor="t">
            <a:noAutofit/>
          </a:bodyPr>
          <a:lstStyle>
            <a:lvl1pPr marL="0" indent="0">
              <a:buNone/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1pPr>
            <a:lvl2pPr marL="457200" indent="0">
              <a:buNone/>
              <a:defRPr lang="en-US" smtClean="0">
                <a:solidFill>
                  <a:schemeClr val="bg2"/>
                </a:solidFill>
                <a:latin typeface="☞ABADI MT PRO LIGHT" panose="020B0302020104020204" pitchFamily="34" charset="0"/>
              </a:defRPr>
            </a:lvl2pPr>
            <a:lvl3pPr marL="914400" indent="0">
              <a:buNone/>
              <a:defRPr lang="en-US" smtClean="0">
                <a:latin typeface="☞ABADI MT PRO LIGHT" panose="020B0302020104020204" pitchFamily="34" charset="0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931423C3-6D7E-F94C-15B2-E02EFDDD74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966330" y="1696465"/>
            <a:ext cx="570704" cy="57070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1E777F8-D2F6-76F5-75D7-565FED8719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54016" y="1696465"/>
            <a:ext cx="570704" cy="5707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000833-EB3D-6732-B09B-784A8978236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116668" y="1489075"/>
            <a:ext cx="2413000" cy="4654550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FDF4861-2218-DCCE-4B17-1D5DF1B122E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17114" y="3862874"/>
            <a:ext cx="2412109" cy="228075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gradFill>
            <a:gsLst>
              <a:gs pos="9000">
                <a:schemeClr val="accent1">
                  <a:alpha val="0"/>
                </a:schemeClr>
              </a:gs>
              <a:gs pos="100000">
                <a:schemeClr val="accent1">
                  <a:alpha val="95000"/>
                </a:schemeClr>
              </a:gs>
            </a:gsLst>
            <a:lin ang="5400000" scaled="1"/>
          </a:gradFill>
          <a:effectLst/>
        </p:spPr>
        <p:txBody>
          <a:bodyPr vert="horz" lIns="251999" tIns="972000" rIns="251999" bIns="144000" rtlCol="0" anchor="t">
            <a:noAutofit/>
          </a:bodyPr>
          <a:lstStyle>
            <a:lvl1pPr marL="0" indent="0">
              <a:buNone/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1pPr>
            <a:lvl2pPr marL="457200" indent="0">
              <a:buNone/>
              <a:defRPr lang="en-US" smtClean="0">
                <a:solidFill>
                  <a:schemeClr val="bg2"/>
                </a:solidFill>
                <a:latin typeface="☞ABADI MT PRO LIGHT" panose="020B0302020104020204" pitchFamily="34" charset="0"/>
              </a:defRPr>
            </a:lvl2pPr>
            <a:lvl3pPr marL="914400" indent="0">
              <a:buNone/>
              <a:defRPr lang="en-US" smtClean="0">
                <a:latin typeface="☞ABADI MT PRO LIGHT" panose="020B0302020104020204" pitchFamily="34" charset="0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8D5F061-D0EB-01B3-0F1D-5DC3B79A3E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41703" y="1696465"/>
            <a:ext cx="570704" cy="57070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311D64B3-1BCD-46CC-1EFB-BAA4A5E791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800" y="1489075"/>
            <a:ext cx="3485108" cy="2373799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lvl1pPr marL="0" indent="0" algn="l" defTabSz="914400" rtl="0" eaLnBrk="1" latinLnBrk="0" hangingPunct="1">
              <a:buNone/>
              <a:defRPr kumimoji="0" lang="en-GB" sz="3800" b="1" i="0" u="none" strike="noStrike" kern="1200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badi" panose="020B0604020104020204" pitchFamily="34" charset="0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/>
              <a:t>Titel</a:t>
            </a:r>
            <a:endParaRPr lang="en-GB"/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2952EBCC-1D56-2C5C-7922-1428C15A785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31800" y="5041900"/>
            <a:ext cx="3485108" cy="1101724"/>
          </a:xfrm>
        </p:spPr>
        <p:txBody>
          <a:bodyPr lIns="0" tIns="144000" rIns="144000" bIns="144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kumimoji="0" lang="de-DE" sz="1200" b="1" i="0" u="none" strike="noStrike" kern="1200" cap="none" normalizeH="0" baseline="0" dirty="0">
                <a:ln>
                  <a:noFill/>
                </a:ln>
                <a:solidFill>
                  <a:srgbClr val="252525"/>
                </a:solidFill>
                <a:effectLst/>
                <a:latin typeface="Abadi" panose="020B0604020104020204" pitchFamily="34" charset="0"/>
                <a:ea typeface="+mn-ea"/>
                <a:cs typeface="Arial" panose="020B0604020202020204" pitchFamily="34" charset="0"/>
                <a:sym typeface="Segoe UI" panose="020B0502040204020203" pitchFamily="34" charset="0"/>
              </a:defRPr>
            </a:lvl1pPr>
            <a:lvl2pPr>
              <a:buNone/>
              <a:defRPr kumimoji="0" lang="de-DE" sz="1200" b="1" i="0" u="none" strike="noStrike" kern="1200" cap="none" normalizeH="0" baseline="0" dirty="0">
                <a:ln>
                  <a:noFill/>
                </a:ln>
                <a:solidFill>
                  <a:srgbClr val="252525"/>
                </a:solidFill>
                <a:effectLst/>
                <a:latin typeface="Abadi" panose="020B0604020104020204" pitchFamily="34" charset="0"/>
                <a:ea typeface="+mn-ea"/>
                <a:cs typeface="Arial" panose="020B0604020202020204" pitchFamily="34" charset="0"/>
                <a:sym typeface="Segoe UI" panose="020B0502040204020203" pitchFamily="34" charset="0"/>
              </a:defRPr>
            </a:lvl2pPr>
            <a:lvl3pPr>
              <a:buNone/>
              <a:defRPr kumimoji="0" lang="de-DE" sz="1200" b="1" i="0" u="none" strike="noStrike" kern="1200" cap="none" normalizeH="0" baseline="0" dirty="0">
                <a:ln>
                  <a:noFill/>
                </a:ln>
                <a:solidFill>
                  <a:srgbClr val="252525"/>
                </a:solidFill>
                <a:effectLst/>
                <a:latin typeface="Abadi" panose="020B0604020104020204" pitchFamily="34" charset="0"/>
                <a:ea typeface="+mn-ea"/>
                <a:cs typeface="Arial" panose="020B0604020202020204" pitchFamily="34" charset="0"/>
                <a:sym typeface="Segoe UI" panose="020B0502040204020203" pitchFamily="34" charset="0"/>
              </a:defRPr>
            </a:lvl3pPr>
            <a:lvl4pPr>
              <a:buNone/>
              <a:defRPr kumimoji="0" lang="de-DE" sz="1200" b="1" i="0" u="none" strike="noStrike" kern="1200" cap="none" normalizeH="0" baseline="0" dirty="0">
                <a:ln>
                  <a:noFill/>
                </a:ln>
                <a:solidFill>
                  <a:srgbClr val="252525"/>
                </a:solidFill>
                <a:effectLst/>
                <a:latin typeface="Abadi" panose="020B0604020104020204" pitchFamily="34" charset="0"/>
                <a:ea typeface="+mn-ea"/>
                <a:cs typeface="Arial" panose="020B0604020202020204" pitchFamily="34" charset="0"/>
                <a:sym typeface="Segoe UI" panose="020B0502040204020203" pitchFamily="34" charset="0"/>
              </a:defRPr>
            </a:lvl4pPr>
            <a:lvl5pPr>
              <a:buNone/>
              <a:defRPr kumimoji="0" lang="de-DE" sz="1200" b="1" i="0" u="none" strike="noStrike" kern="1200" cap="none" normalizeH="0" baseline="0" dirty="0">
                <a:ln>
                  <a:noFill/>
                </a:ln>
                <a:solidFill>
                  <a:srgbClr val="252525"/>
                </a:solidFill>
                <a:effectLst/>
                <a:latin typeface="Abadi" panose="020B0604020104020204" pitchFamily="34" charset="0"/>
                <a:ea typeface="+mn-ea"/>
                <a:cs typeface="Arial" panose="020B0604020202020204" pitchFamily="34" charset="0"/>
                <a:sym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316088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Kategorie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37801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000833-EB3D-6732-B09B-784A8978236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116668" y="1489075"/>
            <a:ext cx="2413000" cy="4654550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FA103466-5F42-1012-218D-6B7FBD134A6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728759" y="1489075"/>
            <a:ext cx="2413000" cy="4654550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AD3B3B62-DA9D-73F5-5366-0EE1C5EDC55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340850" y="1489075"/>
            <a:ext cx="2413000" cy="4654550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B8F432-A76E-B982-29B9-9E8CE1D544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800" y="1489075"/>
            <a:ext cx="3485108" cy="2373799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lvl1pPr marL="0" indent="0" algn="l" defTabSz="914400" rtl="0" eaLnBrk="1" latinLnBrk="0" hangingPunct="1">
              <a:buNone/>
              <a:defRPr kumimoji="0" lang="en-GB" sz="3800" b="1" i="0" u="none" strike="noStrike" kern="1200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badi" panose="020B0604020104020204" pitchFamily="34" charset="0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/>
              <a:t>Titel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412DA7-C1F4-6D34-0E01-C84F8FBCD451}"/>
              </a:ext>
            </a:extLst>
          </p:cNvPr>
          <p:cNvSpPr/>
          <p:nvPr userDrawn="1"/>
        </p:nvSpPr>
        <p:spPr>
          <a:xfrm rot="16200000">
            <a:off x="998537" y="626351"/>
            <a:ext cx="114300" cy="1247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0FF89C2-81DA-59BE-4FA4-C98750F93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1800" y="6318250"/>
            <a:ext cx="4114800" cy="3651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931423C3-6D7E-F94C-15B2-E02EFDDD74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966330" y="1696465"/>
            <a:ext cx="570704" cy="57070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1E777F8-D2F6-76F5-75D7-565FED87190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54016" y="1696465"/>
            <a:ext cx="570704" cy="570704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FDF4861-2218-DCCE-4B17-1D5DF1B122E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123464" y="3862874"/>
            <a:ext cx="2412109" cy="228075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gradFill>
            <a:gsLst>
              <a:gs pos="9000">
                <a:schemeClr val="accent1">
                  <a:alpha val="0"/>
                </a:schemeClr>
              </a:gs>
              <a:gs pos="100000">
                <a:schemeClr val="accent1">
                  <a:alpha val="95000"/>
                </a:schemeClr>
              </a:gs>
            </a:gsLst>
            <a:lin ang="5400000" scaled="1"/>
          </a:gradFill>
          <a:effectLst/>
        </p:spPr>
        <p:txBody>
          <a:bodyPr vert="horz" lIns="251999" tIns="252000" rIns="251999" bIns="144000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1pPr>
            <a:lvl2pPr marL="457200" indent="0">
              <a:buNone/>
              <a:defRPr lang="en-US" smtClean="0">
                <a:solidFill>
                  <a:schemeClr val="bg2"/>
                </a:solidFill>
                <a:latin typeface="☞ABADI MT PRO LIGHT" panose="020B0302020104020204" pitchFamily="34" charset="0"/>
              </a:defRPr>
            </a:lvl2pPr>
            <a:lvl3pPr marL="914400" indent="0">
              <a:buNone/>
              <a:defRPr lang="en-US" smtClean="0">
                <a:latin typeface="☞ABADI MT PRO LIGHT" panose="020B0302020104020204" pitchFamily="34" charset="0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8D5F061-D0EB-01B3-0F1D-5DC3B79A3E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741703" y="1696465"/>
            <a:ext cx="570704" cy="570704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905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2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‎ 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47991A6-B676-607B-634C-9A6DAC83F13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35778" y="3862874"/>
            <a:ext cx="2412109" cy="228075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gradFill>
            <a:gsLst>
              <a:gs pos="9000">
                <a:schemeClr val="accent2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effectLst/>
        </p:spPr>
        <p:txBody>
          <a:bodyPr vert="horz" lIns="251999" tIns="252000" rIns="251999" bIns="144000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1pPr>
            <a:lvl2pPr marL="457200" indent="0">
              <a:buNone/>
              <a:defRPr lang="en-US" smtClean="0">
                <a:solidFill>
                  <a:schemeClr val="bg2"/>
                </a:solidFill>
                <a:latin typeface="☞ABADI MT PRO LIGHT" panose="020B0302020104020204" pitchFamily="34" charset="0"/>
              </a:defRPr>
            </a:lvl2pPr>
            <a:lvl3pPr marL="914400" indent="0">
              <a:buNone/>
              <a:defRPr lang="en-US" smtClean="0">
                <a:latin typeface="☞ABADI MT PRO LIGHT" panose="020B0302020104020204" pitchFamily="34" charset="0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4801CB3C-EDF8-5477-5B3C-1C519699369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48091" y="3862874"/>
            <a:ext cx="2412109" cy="2280752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gradFill>
            <a:gsLst>
              <a:gs pos="9000">
                <a:schemeClr val="accent1">
                  <a:alpha val="0"/>
                </a:schemeClr>
              </a:gs>
              <a:gs pos="100000">
                <a:schemeClr val="accent1">
                  <a:alpha val="95000"/>
                </a:schemeClr>
              </a:gs>
            </a:gsLst>
            <a:lin ang="5400000" scaled="1"/>
          </a:gradFill>
          <a:effectLst/>
        </p:spPr>
        <p:txBody>
          <a:bodyPr vert="horz" lIns="251999" tIns="252000" rIns="251999" bIns="144000" rtlCol="0" anchor="t">
            <a:noAutofit/>
          </a:bodyPr>
          <a:lstStyle>
            <a:lvl1pPr marL="0" indent="0">
              <a:lnSpc>
                <a:spcPct val="100000"/>
              </a:lnSpc>
              <a:buNone/>
              <a:defRPr lang="en-US" b="0" i="0" smtClean="0">
                <a:solidFill>
                  <a:schemeClr val="bg2"/>
                </a:solidFill>
                <a:latin typeface="Abadi ExtraLight" panose="020B0204020104020204" pitchFamily="34" charset="77"/>
              </a:defRPr>
            </a:lvl1pPr>
            <a:lvl2pPr marL="457200" indent="0">
              <a:buNone/>
              <a:defRPr lang="en-US" smtClean="0">
                <a:solidFill>
                  <a:schemeClr val="bg2"/>
                </a:solidFill>
                <a:latin typeface="☞ABADI MT PRO LIGHT" panose="020B0302020104020204" pitchFamily="34" charset="0"/>
              </a:defRPr>
            </a:lvl2pPr>
            <a:lvl3pPr marL="914400" indent="0">
              <a:buNone/>
              <a:defRPr lang="en-US" smtClean="0">
                <a:latin typeface="☞ABADI MT PRO LIGHT" panose="020B0302020104020204" pitchFamily="34" charset="0"/>
              </a:defRPr>
            </a:lvl3pPr>
            <a:lvl4pPr>
              <a:buNone/>
              <a:defRPr lang="en-US" smtClean="0"/>
            </a:lvl4pPr>
            <a:lvl5pPr>
              <a:defRPr lang="en-GB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FDC04C4B-F604-52C5-D99B-8645111D544B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31800" y="5041900"/>
            <a:ext cx="3485108" cy="1101724"/>
          </a:xfrm>
        </p:spPr>
        <p:txBody>
          <a:bodyPr lIns="0" tIns="144000" rIns="144000" bIns="144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kumimoji="0" lang="de-DE" sz="1200" b="0" i="0" u="none" strike="noStrike" kern="1200" cap="none" normalizeH="0" baseline="0" dirty="0">
                <a:ln>
                  <a:noFill/>
                </a:ln>
                <a:solidFill>
                  <a:srgbClr val="252525"/>
                </a:solidFill>
                <a:effectLst/>
                <a:latin typeface="Abadi" panose="020B0604020104020204" pitchFamily="34" charset="0"/>
                <a:ea typeface="+mn-ea"/>
                <a:cs typeface="Arial" panose="020B0604020202020204" pitchFamily="34" charset="0"/>
                <a:sym typeface="Segoe UI" panose="020B0502040204020203" pitchFamily="34" charset="0"/>
              </a:defRPr>
            </a:lvl1pPr>
            <a:lvl2pPr>
              <a:buNone/>
              <a:defRPr kumimoji="0" lang="de-DE" sz="1200" b="1" i="0" u="none" strike="noStrike" kern="1200" cap="none" normalizeH="0" baseline="0" dirty="0">
                <a:ln>
                  <a:noFill/>
                </a:ln>
                <a:solidFill>
                  <a:srgbClr val="252525"/>
                </a:solidFill>
                <a:effectLst/>
                <a:latin typeface="Abadi" panose="020B0604020104020204" pitchFamily="34" charset="0"/>
                <a:ea typeface="+mn-ea"/>
                <a:cs typeface="Arial" panose="020B0604020202020204" pitchFamily="34" charset="0"/>
                <a:sym typeface="Segoe UI" panose="020B0502040204020203" pitchFamily="34" charset="0"/>
              </a:defRPr>
            </a:lvl2pPr>
            <a:lvl3pPr>
              <a:buNone/>
              <a:defRPr kumimoji="0" lang="de-DE" sz="1200" b="1" i="0" u="none" strike="noStrike" kern="1200" cap="none" normalizeH="0" baseline="0" dirty="0">
                <a:ln>
                  <a:noFill/>
                </a:ln>
                <a:solidFill>
                  <a:srgbClr val="252525"/>
                </a:solidFill>
                <a:effectLst/>
                <a:latin typeface="Abadi" panose="020B0604020104020204" pitchFamily="34" charset="0"/>
                <a:ea typeface="+mn-ea"/>
                <a:cs typeface="Arial" panose="020B0604020202020204" pitchFamily="34" charset="0"/>
                <a:sym typeface="Segoe UI" panose="020B0502040204020203" pitchFamily="34" charset="0"/>
              </a:defRPr>
            </a:lvl3pPr>
            <a:lvl4pPr>
              <a:buNone/>
              <a:defRPr kumimoji="0" lang="de-DE" sz="1200" b="1" i="0" u="none" strike="noStrike" kern="1200" cap="none" normalizeH="0" baseline="0" dirty="0">
                <a:ln>
                  <a:noFill/>
                </a:ln>
                <a:solidFill>
                  <a:srgbClr val="252525"/>
                </a:solidFill>
                <a:effectLst/>
                <a:latin typeface="Abadi" panose="020B0604020104020204" pitchFamily="34" charset="0"/>
                <a:ea typeface="+mn-ea"/>
                <a:cs typeface="Arial" panose="020B0604020202020204" pitchFamily="34" charset="0"/>
                <a:sym typeface="Segoe UI" panose="020B0502040204020203" pitchFamily="34" charset="0"/>
              </a:defRPr>
            </a:lvl4pPr>
            <a:lvl5pPr>
              <a:buNone/>
              <a:defRPr kumimoji="0" lang="de-DE" sz="1200" b="1" i="0" u="none" strike="noStrike" kern="1200" cap="none" normalizeH="0" baseline="0" dirty="0">
                <a:ln>
                  <a:noFill/>
                </a:ln>
                <a:solidFill>
                  <a:srgbClr val="252525"/>
                </a:solidFill>
                <a:effectLst/>
                <a:latin typeface="Abadi" panose="020B0604020104020204" pitchFamily="34" charset="0"/>
                <a:ea typeface="+mn-ea"/>
                <a:cs typeface="Arial" panose="020B0604020202020204" pitchFamily="34" charset="0"/>
                <a:sym typeface="Segoe UI" panose="020B0502040204020203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660758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Highlightzahle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2DE2811-F1C6-BC2E-CAE0-5292CB18F5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77413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392" progId="TCLayout.ActiveDocument.1">
                  <p:embed/>
                </p:oleObj>
              </mc:Choice>
              <mc:Fallback>
                <p:oleObj name="think-cell Slide" r:id="rId3" imgW="405" imgH="392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DE2811-F1C6-BC2E-CAE0-5292CB18F5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92D452A-F87F-E458-4847-7B2616417A62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864886D-C752-F404-9634-C97513F4D7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096" y="-1143000"/>
            <a:ext cx="6858000" cy="6858000"/>
          </a:xfrm>
          <a:prstGeom prst="rect">
            <a:avLst/>
          </a:prstGeom>
        </p:spPr>
      </p:pic>
      <p:sp>
        <p:nvSpPr>
          <p:cNvPr id="16" name="Circle: Hollow 15">
            <a:extLst>
              <a:ext uri="{FF2B5EF4-FFF2-40B4-BE49-F238E27FC236}">
                <a16:creationId xmlns:a16="http://schemas.microsoft.com/office/drawing/2014/main" id="{CBE08881-E042-B25B-8B94-E94B4D3D423A}"/>
              </a:ext>
            </a:extLst>
          </p:cNvPr>
          <p:cNvSpPr/>
          <p:nvPr userDrawn="1"/>
        </p:nvSpPr>
        <p:spPr>
          <a:xfrm>
            <a:off x="-5196841" y="1661160"/>
            <a:ext cx="10393680" cy="10393680"/>
          </a:xfrm>
          <a:prstGeom prst="donut">
            <a:avLst>
              <a:gd name="adj" fmla="val 21545"/>
            </a:avLst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31BD6CD-E368-79C4-B698-FFF62C02B5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51263" y="660064"/>
            <a:ext cx="2310405" cy="808944"/>
          </a:xfrm>
          <a:custGeom>
            <a:avLst/>
            <a:gdLst>
              <a:gd name="connsiteX0" fmla="*/ 0 w 3493878"/>
              <a:gd name="connsiteY0" fmla="*/ 0 h 1223318"/>
              <a:gd name="connsiteX1" fmla="*/ 3493878 w 3493878"/>
              <a:gd name="connsiteY1" fmla="*/ 0 h 1223318"/>
              <a:gd name="connsiteX2" fmla="*/ 3493878 w 3493878"/>
              <a:gd name="connsiteY2" fmla="*/ 1223318 h 1223318"/>
              <a:gd name="connsiteX3" fmla="*/ 0 w 3493878"/>
              <a:gd name="connsiteY3" fmla="*/ 1223318 h 122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3878" h="1223318">
                <a:moveTo>
                  <a:pt x="0" y="0"/>
                </a:moveTo>
                <a:lnTo>
                  <a:pt x="3493878" y="0"/>
                </a:lnTo>
                <a:lnTo>
                  <a:pt x="3493878" y="1223318"/>
                </a:lnTo>
                <a:lnTo>
                  <a:pt x="0" y="12233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31A5B6D-3F33-3251-21F5-508CBA472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2016" y="3937571"/>
            <a:ext cx="3082398" cy="707233"/>
          </a:xfrm>
        </p:spPr>
        <p:txBody>
          <a:bodyPr lIns="576000">
            <a:noAutofit/>
          </a:bodyPr>
          <a:lstStyle>
            <a:lvl1pPr marL="0" indent="0" algn="l">
              <a:buNone/>
              <a:defRPr sz="4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ZAHL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D813B16-D696-AC7E-F206-F51DD748D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5663" y="4606005"/>
            <a:ext cx="3082399" cy="348109"/>
          </a:xfrm>
        </p:spPr>
        <p:txBody>
          <a:bodyPr wrap="square" lIns="576000" anchor="ctr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Lorem ipsum dolor 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F1016F-3D32-5525-7739-960C6574417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70827" y="2327992"/>
            <a:ext cx="10070592" cy="707233"/>
          </a:xfrm>
        </p:spPr>
        <p:txBody>
          <a:bodyPr>
            <a:noAutofit/>
          </a:bodyPr>
          <a:lstStyle>
            <a:lvl1pPr marL="0" indent="0" algn="ctr">
              <a:buNone/>
              <a:defRPr sz="5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TITEL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6B571145-4C6C-B07C-19DB-B63058CAA28C}"/>
              </a:ext>
            </a:extLst>
          </p:cNvPr>
          <p:cNvSpPr/>
          <p:nvPr userDrawn="1"/>
        </p:nvSpPr>
        <p:spPr>
          <a:xfrm rot="16200000">
            <a:off x="6012373" y="724974"/>
            <a:ext cx="166553" cy="122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8FF0F4F7-35C4-42D7-EDE6-AA626CC1AB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84475" y="4470533"/>
            <a:ext cx="374105" cy="374105"/>
          </a:xfrm>
          <a:custGeom>
            <a:avLst/>
            <a:gdLst>
              <a:gd name="csX0" fmla="*/ 15119 w 374105"/>
              <a:gd name="csY0" fmla="*/ 0 h 374105"/>
              <a:gd name="csX1" fmla="*/ 374105 w 374105"/>
              <a:gd name="csY1" fmla="*/ 0 h 374105"/>
              <a:gd name="csX2" fmla="*/ 374105 w 374105"/>
              <a:gd name="csY2" fmla="*/ 47864 h 374105"/>
              <a:gd name="csX3" fmla="*/ 374104 w 374105"/>
              <a:gd name="csY3" fmla="*/ 47864 h 374105"/>
              <a:gd name="csX4" fmla="*/ 374104 w 374105"/>
              <a:gd name="csY4" fmla="*/ 358985 h 374105"/>
              <a:gd name="csX5" fmla="*/ 326240 w 374105"/>
              <a:gd name="csY5" fmla="*/ 358985 h 374105"/>
              <a:gd name="csX6" fmla="*/ 326240 w 374105"/>
              <a:gd name="csY6" fmla="*/ 81710 h 374105"/>
              <a:gd name="csX7" fmla="*/ 33845 w 374105"/>
              <a:gd name="csY7" fmla="*/ 374105 h 374105"/>
              <a:gd name="csX8" fmla="*/ 0 w 374105"/>
              <a:gd name="csY8" fmla="*/ 340260 h 374105"/>
              <a:gd name="csX9" fmla="*/ 292396 w 374105"/>
              <a:gd name="csY9" fmla="*/ 47864 h 374105"/>
              <a:gd name="csX10" fmla="*/ 15119 w 374105"/>
              <a:gd name="csY10" fmla="*/ 47864 h 374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74105" h="374105">
                <a:moveTo>
                  <a:pt x="15119" y="0"/>
                </a:moveTo>
                <a:lnTo>
                  <a:pt x="374105" y="0"/>
                </a:lnTo>
                <a:lnTo>
                  <a:pt x="374105" y="47864"/>
                </a:lnTo>
                <a:lnTo>
                  <a:pt x="374104" y="47864"/>
                </a:lnTo>
                <a:lnTo>
                  <a:pt x="374104" y="358985"/>
                </a:lnTo>
                <a:lnTo>
                  <a:pt x="326240" y="358985"/>
                </a:lnTo>
                <a:lnTo>
                  <a:pt x="326240" y="81710"/>
                </a:lnTo>
                <a:lnTo>
                  <a:pt x="33845" y="374105"/>
                </a:lnTo>
                <a:lnTo>
                  <a:pt x="0" y="340260"/>
                </a:lnTo>
                <a:lnTo>
                  <a:pt x="292396" y="47864"/>
                </a:lnTo>
                <a:lnTo>
                  <a:pt x="15119" y="4786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36000" rIns="36000" anchor="ctr">
            <a:noAutofit/>
          </a:bodyPr>
          <a:lstStyle>
            <a:lvl1pPr marL="0" indent="0" algn="ctr">
              <a:buNone/>
              <a:defRPr sz="100">
                <a:solidFill>
                  <a:schemeClr val="bg2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876ED409-6E4E-B9C5-DBA3-01113378BB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17656" y="3923631"/>
            <a:ext cx="3082398" cy="707233"/>
          </a:xfrm>
        </p:spPr>
        <p:txBody>
          <a:bodyPr lIns="576000">
            <a:noAutofit/>
          </a:bodyPr>
          <a:lstStyle>
            <a:lvl1pPr marL="0" indent="0" algn="l">
              <a:buNone/>
              <a:defRPr sz="4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ZAHL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4FCDF8F5-4B9C-B576-0B39-F32F379225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31303" y="4592065"/>
            <a:ext cx="3082399" cy="348109"/>
          </a:xfrm>
        </p:spPr>
        <p:txBody>
          <a:bodyPr wrap="square" lIns="576000" anchor="ctr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Lorem ipsum dolor 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294E5172-9CFF-2D41-1362-48F1EBC8410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740115" y="4456593"/>
            <a:ext cx="374105" cy="374105"/>
          </a:xfrm>
          <a:custGeom>
            <a:avLst/>
            <a:gdLst>
              <a:gd name="csX0" fmla="*/ 15119 w 374105"/>
              <a:gd name="csY0" fmla="*/ 0 h 374105"/>
              <a:gd name="csX1" fmla="*/ 374105 w 374105"/>
              <a:gd name="csY1" fmla="*/ 0 h 374105"/>
              <a:gd name="csX2" fmla="*/ 374105 w 374105"/>
              <a:gd name="csY2" fmla="*/ 47864 h 374105"/>
              <a:gd name="csX3" fmla="*/ 374104 w 374105"/>
              <a:gd name="csY3" fmla="*/ 47864 h 374105"/>
              <a:gd name="csX4" fmla="*/ 374104 w 374105"/>
              <a:gd name="csY4" fmla="*/ 358985 h 374105"/>
              <a:gd name="csX5" fmla="*/ 326240 w 374105"/>
              <a:gd name="csY5" fmla="*/ 358985 h 374105"/>
              <a:gd name="csX6" fmla="*/ 326240 w 374105"/>
              <a:gd name="csY6" fmla="*/ 81710 h 374105"/>
              <a:gd name="csX7" fmla="*/ 33845 w 374105"/>
              <a:gd name="csY7" fmla="*/ 374105 h 374105"/>
              <a:gd name="csX8" fmla="*/ 0 w 374105"/>
              <a:gd name="csY8" fmla="*/ 340260 h 374105"/>
              <a:gd name="csX9" fmla="*/ 292396 w 374105"/>
              <a:gd name="csY9" fmla="*/ 47864 h 374105"/>
              <a:gd name="csX10" fmla="*/ 15119 w 374105"/>
              <a:gd name="csY10" fmla="*/ 47864 h 374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74105" h="374105">
                <a:moveTo>
                  <a:pt x="15119" y="0"/>
                </a:moveTo>
                <a:lnTo>
                  <a:pt x="374105" y="0"/>
                </a:lnTo>
                <a:lnTo>
                  <a:pt x="374105" y="47864"/>
                </a:lnTo>
                <a:lnTo>
                  <a:pt x="374104" y="47864"/>
                </a:lnTo>
                <a:lnTo>
                  <a:pt x="374104" y="358985"/>
                </a:lnTo>
                <a:lnTo>
                  <a:pt x="326240" y="358985"/>
                </a:lnTo>
                <a:lnTo>
                  <a:pt x="326240" y="81710"/>
                </a:lnTo>
                <a:lnTo>
                  <a:pt x="33845" y="374105"/>
                </a:lnTo>
                <a:lnTo>
                  <a:pt x="0" y="340260"/>
                </a:lnTo>
                <a:lnTo>
                  <a:pt x="292396" y="47864"/>
                </a:lnTo>
                <a:lnTo>
                  <a:pt x="15119" y="4786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36000" rIns="36000" anchor="ctr">
            <a:noAutofit/>
          </a:bodyPr>
          <a:lstStyle>
            <a:lvl1pPr marL="0" indent="0" algn="ctr">
              <a:buNone/>
              <a:defRPr sz="100">
                <a:solidFill>
                  <a:schemeClr val="bg2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AD41254E-CA32-FFD9-0D13-C0647396CA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73296" y="3909691"/>
            <a:ext cx="3082398" cy="707233"/>
          </a:xfrm>
        </p:spPr>
        <p:txBody>
          <a:bodyPr lIns="576000">
            <a:noAutofit/>
          </a:bodyPr>
          <a:lstStyle>
            <a:lvl1pPr marL="0" indent="0" algn="l">
              <a:buNone/>
              <a:defRPr sz="4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ZAHL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4EC27E7B-290F-5512-5090-779D1C08759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86943" y="4578125"/>
            <a:ext cx="3082399" cy="348109"/>
          </a:xfrm>
        </p:spPr>
        <p:txBody>
          <a:bodyPr wrap="square" lIns="576000" anchor="ctr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Lorem ipsum dolor </a:t>
            </a:r>
          </a:p>
        </p:txBody>
      </p:sp>
      <p:sp>
        <p:nvSpPr>
          <p:cNvPr id="20" name="Text Placeholder 32">
            <a:extLst>
              <a:ext uri="{FF2B5EF4-FFF2-40B4-BE49-F238E27FC236}">
                <a16:creationId xmlns:a16="http://schemas.microsoft.com/office/drawing/2014/main" id="{3A262B11-BA68-344B-A6FB-F3014C4B78A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395755" y="4442653"/>
            <a:ext cx="374105" cy="374105"/>
          </a:xfrm>
          <a:custGeom>
            <a:avLst/>
            <a:gdLst>
              <a:gd name="csX0" fmla="*/ 15119 w 374105"/>
              <a:gd name="csY0" fmla="*/ 0 h 374105"/>
              <a:gd name="csX1" fmla="*/ 374105 w 374105"/>
              <a:gd name="csY1" fmla="*/ 0 h 374105"/>
              <a:gd name="csX2" fmla="*/ 374105 w 374105"/>
              <a:gd name="csY2" fmla="*/ 47864 h 374105"/>
              <a:gd name="csX3" fmla="*/ 374104 w 374105"/>
              <a:gd name="csY3" fmla="*/ 47864 h 374105"/>
              <a:gd name="csX4" fmla="*/ 374104 w 374105"/>
              <a:gd name="csY4" fmla="*/ 358985 h 374105"/>
              <a:gd name="csX5" fmla="*/ 326240 w 374105"/>
              <a:gd name="csY5" fmla="*/ 358985 h 374105"/>
              <a:gd name="csX6" fmla="*/ 326240 w 374105"/>
              <a:gd name="csY6" fmla="*/ 81710 h 374105"/>
              <a:gd name="csX7" fmla="*/ 33845 w 374105"/>
              <a:gd name="csY7" fmla="*/ 374105 h 374105"/>
              <a:gd name="csX8" fmla="*/ 0 w 374105"/>
              <a:gd name="csY8" fmla="*/ 340260 h 374105"/>
              <a:gd name="csX9" fmla="*/ 292396 w 374105"/>
              <a:gd name="csY9" fmla="*/ 47864 h 374105"/>
              <a:gd name="csX10" fmla="*/ 15119 w 374105"/>
              <a:gd name="csY10" fmla="*/ 47864 h 374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74105" h="374105">
                <a:moveTo>
                  <a:pt x="15119" y="0"/>
                </a:moveTo>
                <a:lnTo>
                  <a:pt x="374105" y="0"/>
                </a:lnTo>
                <a:lnTo>
                  <a:pt x="374105" y="47864"/>
                </a:lnTo>
                <a:lnTo>
                  <a:pt x="374104" y="47864"/>
                </a:lnTo>
                <a:lnTo>
                  <a:pt x="374104" y="358985"/>
                </a:lnTo>
                <a:lnTo>
                  <a:pt x="326240" y="358985"/>
                </a:lnTo>
                <a:lnTo>
                  <a:pt x="326240" y="81710"/>
                </a:lnTo>
                <a:lnTo>
                  <a:pt x="33845" y="374105"/>
                </a:lnTo>
                <a:lnTo>
                  <a:pt x="0" y="340260"/>
                </a:lnTo>
                <a:lnTo>
                  <a:pt x="292396" y="47864"/>
                </a:lnTo>
                <a:lnTo>
                  <a:pt x="15119" y="4786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36000" rIns="36000" anchor="ctr">
            <a:noAutofit/>
          </a:bodyPr>
          <a:lstStyle>
            <a:lvl1pPr marL="0" indent="0" algn="ctr">
              <a:buNone/>
              <a:defRPr sz="100">
                <a:solidFill>
                  <a:schemeClr val="bg2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81126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Highlightzahlen mit icon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2DE2811-F1C6-BC2E-CAE0-5292CB18F5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20717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392" progId="TCLayout.ActiveDocument.1">
                  <p:embed/>
                </p:oleObj>
              </mc:Choice>
              <mc:Fallback>
                <p:oleObj name="think-cell Slide" r:id="rId3" imgW="405" imgH="392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DE2811-F1C6-BC2E-CAE0-5292CB18F5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92D452A-F87F-E458-4847-7B2616417A62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864886D-C752-F404-9634-C97513F4D7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13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096" y="-1143000"/>
            <a:ext cx="6858000" cy="6858000"/>
          </a:xfrm>
          <a:prstGeom prst="rect">
            <a:avLst/>
          </a:prstGeom>
        </p:spPr>
      </p:pic>
      <p:sp>
        <p:nvSpPr>
          <p:cNvPr id="33" name="Abgerundetes Rechteck 32">
            <a:extLst>
              <a:ext uri="{FF2B5EF4-FFF2-40B4-BE49-F238E27FC236}">
                <a16:creationId xmlns:a16="http://schemas.microsoft.com/office/drawing/2014/main" id="{66F3A9CE-3CAF-C0CD-E148-CE373B1F144A}"/>
              </a:ext>
            </a:extLst>
          </p:cNvPr>
          <p:cNvSpPr/>
          <p:nvPr userDrawn="1"/>
        </p:nvSpPr>
        <p:spPr>
          <a:xfrm>
            <a:off x="656251" y="2679063"/>
            <a:ext cx="3598074" cy="2889504"/>
          </a:xfrm>
          <a:prstGeom prst="roundRect">
            <a:avLst>
              <a:gd name="adj" fmla="val 9072"/>
            </a:avLst>
          </a:prstGeom>
          <a:solidFill>
            <a:srgbClr val="021E3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err="1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31BD6CD-E368-79C4-B698-FFF62C02B5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51263" y="660064"/>
            <a:ext cx="2310405" cy="808944"/>
          </a:xfrm>
          <a:custGeom>
            <a:avLst/>
            <a:gdLst>
              <a:gd name="connsiteX0" fmla="*/ 0 w 3493878"/>
              <a:gd name="connsiteY0" fmla="*/ 0 h 1223318"/>
              <a:gd name="connsiteX1" fmla="*/ 3493878 w 3493878"/>
              <a:gd name="connsiteY1" fmla="*/ 0 h 1223318"/>
              <a:gd name="connsiteX2" fmla="*/ 3493878 w 3493878"/>
              <a:gd name="connsiteY2" fmla="*/ 1223318 h 1223318"/>
              <a:gd name="connsiteX3" fmla="*/ 0 w 3493878"/>
              <a:gd name="connsiteY3" fmla="*/ 1223318 h 122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3878" h="1223318">
                <a:moveTo>
                  <a:pt x="0" y="0"/>
                </a:moveTo>
                <a:lnTo>
                  <a:pt x="3493878" y="0"/>
                </a:lnTo>
                <a:lnTo>
                  <a:pt x="3493878" y="1223318"/>
                </a:lnTo>
                <a:lnTo>
                  <a:pt x="0" y="12233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31A5B6D-3F33-3251-21F5-508CBA472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347" y="4165262"/>
            <a:ext cx="2813847" cy="707233"/>
          </a:xfrm>
        </p:spPr>
        <p:txBody>
          <a:bodyPr>
            <a:noAutofit/>
          </a:bodyPr>
          <a:lstStyle>
            <a:lvl1pPr marL="0" indent="0" algn="l">
              <a:buNone/>
              <a:defRPr sz="4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ZAHL 01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D813B16-D696-AC7E-F206-F51DD748D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747" y="4761288"/>
            <a:ext cx="2813848" cy="348109"/>
          </a:xfrm>
        </p:spPr>
        <p:txBody>
          <a:bodyPr wrap="square" anchor="ctr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Lorem ipsum dolor 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59CDD65F-C411-335F-92C4-E7A4BD75DAE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66603" y="3049586"/>
            <a:ext cx="758825" cy="758825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4D2A228-C767-3D5C-9A6C-70B19B3578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279" y="829242"/>
            <a:ext cx="5725817" cy="52322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 defTabSz="914400" rtl="0" eaLnBrk="1" latinLnBrk="0" hangingPunct="1">
              <a:buNone/>
              <a:defRPr lang="en-US" sz="4200" b="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Titel</a:t>
            </a:r>
            <a:endParaRPr lang="en-GB"/>
          </a:p>
        </p:txBody>
      </p:sp>
      <p:sp>
        <p:nvSpPr>
          <p:cNvPr id="34" name="Abgerundetes Rechteck 33">
            <a:extLst>
              <a:ext uri="{FF2B5EF4-FFF2-40B4-BE49-F238E27FC236}">
                <a16:creationId xmlns:a16="http://schemas.microsoft.com/office/drawing/2014/main" id="{06F5D90C-7951-19AC-12CD-30EB459E67B5}"/>
              </a:ext>
            </a:extLst>
          </p:cNvPr>
          <p:cNvSpPr/>
          <p:nvPr userDrawn="1"/>
        </p:nvSpPr>
        <p:spPr>
          <a:xfrm>
            <a:off x="4415044" y="2679063"/>
            <a:ext cx="3598074" cy="2889504"/>
          </a:xfrm>
          <a:prstGeom prst="roundRect">
            <a:avLst>
              <a:gd name="adj" fmla="val 9072"/>
            </a:avLst>
          </a:prstGeom>
          <a:solidFill>
            <a:srgbClr val="021E3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err="1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F07CF399-37AC-9E7F-E2A5-6218076AE7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2140" y="4165262"/>
            <a:ext cx="2813847" cy="707233"/>
          </a:xfrm>
        </p:spPr>
        <p:txBody>
          <a:bodyPr>
            <a:noAutofit/>
          </a:bodyPr>
          <a:lstStyle>
            <a:lvl1pPr marL="0" indent="0" algn="l">
              <a:buNone/>
              <a:defRPr sz="4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ZAHL 02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3DC1F490-1198-3DC8-EFEC-13B01C5AE6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57540" y="4761288"/>
            <a:ext cx="2813848" cy="348109"/>
          </a:xfrm>
        </p:spPr>
        <p:txBody>
          <a:bodyPr wrap="square" anchor="ctr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Lorem ipsum dolor </a:t>
            </a:r>
          </a:p>
        </p:txBody>
      </p:sp>
      <p:sp>
        <p:nvSpPr>
          <p:cNvPr id="37" name="Bildplatzhalter 19">
            <a:extLst>
              <a:ext uri="{FF2B5EF4-FFF2-40B4-BE49-F238E27FC236}">
                <a16:creationId xmlns:a16="http://schemas.microsoft.com/office/drawing/2014/main" id="{F5F47E20-9FB6-11DF-E3AF-8095DA3B28B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825396" y="3049586"/>
            <a:ext cx="758825" cy="758825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8" name="Abgerundetes Rechteck 37">
            <a:extLst>
              <a:ext uri="{FF2B5EF4-FFF2-40B4-BE49-F238E27FC236}">
                <a16:creationId xmlns:a16="http://schemas.microsoft.com/office/drawing/2014/main" id="{CD24B6E1-3C63-7EC4-6FD6-7EA2C03B85C1}"/>
              </a:ext>
            </a:extLst>
          </p:cNvPr>
          <p:cNvSpPr/>
          <p:nvPr userDrawn="1"/>
        </p:nvSpPr>
        <p:spPr>
          <a:xfrm>
            <a:off x="8173837" y="2679063"/>
            <a:ext cx="3598074" cy="2889504"/>
          </a:xfrm>
          <a:prstGeom prst="roundRect">
            <a:avLst>
              <a:gd name="adj" fmla="val 9072"/>
            </a:avLst>
          </a:prstGeom>
          <a:solidFill>
            <a:srgbClr val="021E3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err="1"/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991C874D-0A9A-E1F8-712F-872B9818D7F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90933" y="4165262"/>
            <a:ext cx="2813847" cy="707233"/>
          </a:xfrm>
        </p:spPr>
        <p:txBody>
          <a:bodyPr>
            <a:noAutofit/>
          </a:bodyPr>
          <a:lstStyle>
            <a:lvl1pPr marL="0" indent="0" algn="l">
              <a:buNone/>
              <a:defRPr sz="4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ZAHL 03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F6552FF8-709D-61F8-E277-E346B8FB94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16333" y="4761288"/>
            <a:ext cx="2813848" cy="348109"/>
          </a:xfrm>
        </p:spPr>
        <p:txBody>
          <a:bodyPr wrap="square" anchor="ctr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Lorem ipsum dolor </a:t>
            </a:r>
          </a:p>
        </p:txBody>
      </p:sp>
      <p:sp>
        <p:nvSpPr>
          <p:cNvPr id="41" name="Bildplatzhalter 19">
            <a:extLst>
              <a:ext uri="{FF2B5EF4-FFF2-40B4-BE49-F238E27FC236}">
                <a16:creationId xmlns:a16="http://schemas.microsoft.com/office/drawing/2014/main" id="{2AF100A0-E3C6-2FDD-2EAD-05218EEE90E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584189" y="3049586"/>
            <a:ext cx="758825" cy="758825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C0043274-BCF3-56D5-CEAE-25A89FE04459}"/>
              </a:ext>
            </a:extLst>
          </p:cNvPr>
          <p:cNvSpPr/>
          <p:nvPr userDrawn="1"/>
        </p:nvSpPr>
        <p:spPr>
          <a:xfrm rot="16200000">
            <a:off x="6012373" y="724974"/>
            <a:ext cx="166553" cy="122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9309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Highlightzahlen mit icon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2DE2811-F1C6-BC2E-CAE0-5292CB18F5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1982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392" progId="TCLayout.ActiveDocument.1">
                  <p:embed/>
                </p:oleObj>
              </mc:Choice>
              <mc:Fallback>
                <p:oleObj name="think-cell Slide" r:id="rId3" imgW="405" imgH="392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DE2811-F1C6-BC2E-CAE0-5292CB18F5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92D452A-F87F-E458-4847-7B2616417A62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864886D-C752-F404-9634-C97513F4D7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13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096" y="-1143000"/>
            <a:ext cx="6858000" cy="6858000"/>
          </a:xfrm>
          <a:prstGeom prst="rect">
            <a:avLst/>
          </a:prstGeom>
        </p:spPr>
      </p:pic>
      <p:sp>
        <p:nvSpPr>
          <p:cNvPr id="33" name="Abgerundetes Rechteck 32">
            <a:extLst>
              <a:ext uri="{FF2B5EF4-FFF2-40B4-BE49-F238E27FC236}">
                <a16:creationId xmlns:a16="http://schemas.microsoft.com/office/drawing/2014/main" id="{66F3A9CE-3CAF-C0CD-E148-CE373B1F144A}"/>
              </a:ext>
            </a:extLst>
          </p:cNvPr>
          <p:cNvSpPr/>
          <p:nvPr userDrawn="1"/>
        </p:nvSpPr>
        <p:spPr>
          <a:xfrm>
            <a:off x="656251" y="2679063"/>
            <a:ext cx="3598074" cy="2889504"/>
          </a:xfrm>
          <a:prstGeom prst="roundRect">
            <a:avLst>
              <a:gd name="adj" fmla="val 9072"/>
            </a:avLst>
          </a:prstGeom>
          <a:solidFill>
            <a:srgbClr val="021E33">
              <a:alpha val="44710"/>
            </a:srgb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err="1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31BD6CD-E368-79C4-B698-FFF62C02B5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51263" y="660064"/>
            <a:ext cx="2310405" cy="808944"/>
          </a:xfrm>
          <a:custGeom>
            <a:avLst/>
            <a:gdLst>
              <a:gd name="connsiteX0" fmla="*/ 0 w 3493878"/>
              <a:gd name="connsiteY0" fmla="*/ 0 h 1223318"/>
              <a:gd name="connsiteX1" fmla="*/ 3493878 w 3493878"/>
              <a:gd name="connsiteY1" fmla="*/ 0 h 1223318"/>
              <a:gd name="connsiteX2" fmla="*/ 3493878 w 3493878"/>
              <a:gd name="connsiteY2" fmla="*/ 1223318 h 1223318"/>
              <a:gd name="connsiteX3" fmla="*/ 0 w 3493878"/>
              <a:gd name="connsiteY3" fmla="*/ 1223318 h 122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3878" h="1223318">
                <a:moveTo>
                  <a:pt x="0" y="0"/>
                </a:moveTo>
                <a:lnTo>
                  <a:pt x="3493878" y="0"/>
                </a:lnTo>
                <a:lnTo>
                  <a:pt x="3493878" y="1223318"/>
                </a:lnTo>
                <a:lnTo>
                  <a:pt x="0" y="12233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31A5B6D-3F33-3251-21F5-508CBA472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347" y="4165262"/>
            <a:ext cx="2813847" cy="707233"/>
          </a:xfrm>
        </p:spPr>
        <p:txBody>
          <a:bodyPr>
            <a:noAutofit/>
          </a:bodyPr>
          <a:lstStyle>
            <a:lvl1pPr marL="0" indent="0" algn="l">
              <a:buNone/>
              <a:defRPr sz="4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ZAHL 01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D813B16-D696-AC7E-F206-F51DD748D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747" y="4761288"/>
            <a:ext cx="2813848" cy="348109"/>
          </a:xfrm>
        </p:spPr>
        <p:txBody>
          <a:bodyPr wrap="square" anchor="ctr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Lorem ipsum dolor 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59CDD65F-C411-335F-92C4-E7A4BD75DAE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66603" y="3049586"/>
            <a:ext cx="758825" cy="758825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4D2A228-C767-3D5C-9A6C-70B19B3578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279" y="829242"/>
            <a:ext cx="5725817" cy="52322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 defTabSz="914400" rtl="0" eaLnBrk="1" latinLnBrk="0" hangingPunct="1">
              <a:buNone/>
              <a:defRPr lang="en-US" sz="4200" b="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Titel</a:t>
            </a:r>
            <a:endParaRPr lang="en-GB"/>
          </a:p>
        </p:txBody>
      </p:sp>
      <p:sp>
        <p:nvSpPr>
          <p:cNvPr id="34" name="Abgerundetes Rechteck 33">
            <a:extLst>
              <a:ext uri="{FF2B5EF4-FFF2-40B4-BE49-F238E27FC236}">
                <a16:creationId xmlns:a16="http://schemas.microsoft.com/office/drawing/2014/main" id="{06F5D90C-7951-19AC-12CD-30EB459E67B5}"/>
              </a:ext>
            </a:extLst>
          </p:cNvPr>
          <p:cNvSpPr/>
          <p:nvPr userDrawn="1"/>
        </p:nvSpPr>
        <p:spPr>
          <a:xfrm>
            <a:off x="4415044" y="2679063"/>
            <a:ext cx="3598074" cy="2889504"/>
          </a:xfrm>
          <a:prstGeom prst="roundRect">
            <a:avLst>
              <a:gd name="adj" fmla="val 9072"/>
            </a:avLst>
          </a:prstGeom>
          <a:solidFill>
            <a:srgbClr val="021E33">
              <a:alpha val="44710"/>
            </a:srgb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err="1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F07CF399-37AC-9E7F-E2A5-6218076AE7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2140" y="4165262"/>
            <a:ext cx="2813847" cy="707233"/>
          </a:xfrm>
        </p:spPr>
        <p:txBody>
          <a:bodyPr>
            <a:noAutofit/>
          </a:bodyPr>
          <a:lstStyle>
            <a:lvl1pPr marL="0" indent="0" algn="l">
              <a:buNone/>
              <a:defRPr sz="4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ZAHL 02</a:t>
            </a:r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3DC1F490-1198-3DC8-EFEC-13B01C5AE6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57540" y="4761288"/>
            <a:ext cx="2813848" cy="348109"/>
          </a:xfrm>
        </p:spPr>
        <p:txBody>
          <a:bodyPr wrap="square" anchor="ctr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Lorem ipsum dolor </a:t>
            </a:r>
          </a:p>
        </p:txBody>
      </p:sp>
      <p:sp>
        <p:nvSpPr>
          <p:cNvPr id="37" name="Bildplatzhalter 19">
            <a:extLst>
              <a:ext uri="{FF2B5EF4-FFF2-40B4-BE49-F238E27FC236}">
                <a16:creationId xmlns:a16="http://schemas.microsoft.com/office/drawing/2014/main" id="{F5F47E20-9FB6-11DF-E3AF-8095DA3B28B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825396" y="3049586"/>
            <a:ext cx="758825" cy="758825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8" name="Abgerundetes Rechteck 37">
            <a:extLst>
              <a:ext uri="{FF2B5EF4-FFF2-40B4-BE49-F238E27FC236}">
                <a16:creationId xmlns:a16="http://schemas.microsoft.com/office/drawing/2014/main" id="{CD24B6E1-3C63-7EC4-6FD6-7EA2C03B85C1}"/>
              </a:ext>
            </a:extLst>
          </p:cNvPr>
          <p:cNvSpPr/>
          <p:nvPr userDrawn="1"/>
        </p:nvSpPr>
        <p:spPr>
          <a:xfrm>
            <a:off x="8173837" y="2679063"/>
            <a:ext cx="3598074" cy="2889504"/>
          </a:xfrm>
          <a:prstGeom prst="roundRect">
            <a:avLst>
              <a:gd name="adj" fmla="val 9072"/>
            </a:avLst>
          </a:prstGeom>
          <a:solidFill>
            <a:srgbClr val="021E33">
              <a:alpha val="44710"/>
            </a:srgb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err="1"/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991C874D-0A9A-E1F8-712F-872B9818D7F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90933" y="4165262"/>
            <a:ext cx="2813847" cy="707233"/>
          </a:xfrm>
        </p:spPr>
        <p:txBody>
          <a:bodyPr>
            <a:noAutofit/>
          </a:bodyPr>
          <a:lstStyle>
            <a:lvl1pPr marL="0" indent="0" algn="l">
              <a:buNone/>
              <a:defRPr sz="42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ZAHL 03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F6552FF8-709D-61F8-E277-E346B8FB94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16333" y="4761288"/>
            <a:ext cx="2813848" cy="348109"/>
          </a:xfrm>
        </p:spPr>
        <p:txBody>
          <a:bodyPr wrap="square" anchor="ctr">
            <a:noAutofit/>
          </a:bodyPr>
          <a:lstStyle>
            <a:lvl1pPr marL="0" indent="0" algn="l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Lorem ipsum dolor </a:t>
            </a:r>
          </a:p>
        </p:txBody>
      </p:sp>
      <p:sp>
        <p:nvSpPr>
          <p:cNvPr id="41" name="Bildplatzhalter 19">
            <a:extLst>
              <a:ext uri="{FF2B5EF4-FFF2-40B4-BE49-F238E27FC236}">
                <a16:creationId xmlns:a16="http://schemas.microsoft.com/office/drawing/2014/main" id="{2AF100A0-E3C6-2FDD-2EAD-05218EEE90E9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584189" y="3049586"/>
            <a:ext cx="758825" cy="758825"/>
          </a:xfrm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F7641802-36CD-7244-DF83-89853EE4A67D}"/>
              </a:ext>
            </a:extLst>
          </p:cNvPr>
          <p:cNvSpPr/>
          <p:nvPr userDrawn="1"/>
        </p:nvSpPr>
        <p:spPr>
          <a:xfrm rot="16200000">
            <a:off x="6012373" y="724974"/>
            <a:ext cx="166553" cy="122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1372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2DE2811-F1C6-BC2E-CAE0-5292CB18F5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881961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392" progId="TCLayout.ActiveDocument.1">
                  <p:embed/>
                </p:oleObj>
              </mc:Choice>
              <mc:Fallback>
                <p:oleObj name="think-cell Slide" r:id="rId3" imgW="405" imgH="392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DE2811-F1C6-BC2E-CAE0-5292CB18F5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92D452A-F87F-E458-4847-7B2616417A62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864886D-C752-F404-9634-C97513F4D7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13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096" y="-1143000"/>
            <a:ext cx="6858000" cy="6858000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31BD6CD-E368-79C4-B698-FFF62C02B5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51263" y="660064"/>
            <a:ext cx="2310405" cy="808944"/>
          </a:xfrm>
          <a:custGeom>
            <a:avLst/>
            <a:gdLst>
              <a:gd name="connsiteX0" fmla="*/ 0 w 3493878"/>
              <a:gd name="connsiteY0" fmla="*/ 0 h 1223318"/>
              <a:gd name="connsiteX1" fmla="*/ 3493878 w 3493878"/>
              <a:gd name="connsiteY1" fmla="*/ 0 h 1223318"/>
              <a:gd name="connsiteX2" fmla="*/ 3493878 w 3493878"/>
              <a:gd name="connsiteY2" fmla="*/ 1223318 h 1223318"/>
              <a:gd name="connsiteX3" fmla="*/ 0 w 3493878"/>
              <a:gd name="connsiteY3" fmla="*/ 1223318 h 122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3878" h="1223318">
                <a:moveTo>
                  <a:pt x="0" y="0"/>
                </a:moveTo>
                <a:lnTo>
                  <a:pt x="3493878" y="0"/>
                </a:lnTo>
                <a:lnTo>
                  <a:pt x="3493878" y="1223318"/>
                </a:lnTo>
                <a:lnTo>
                  <a:pt x="0" y="12233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4D2A228-C767-3D5C-9A6C-70B19B3578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279" y="829242"/>
            <a:ext cx="5725817" cy="52322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 defTabSz="914400" rtl="0" eaLnBrk="1" latinLnBrk="0" hangingPunct="1">
              <a:buNone/>
              <a:defRPr lang="en-US" sz="4200" b="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Titel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FD5EC9C-9812-B434-8E03-DFF2703E5A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4947414"/>
            <a:ext cx="3521827" cy="612440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2000" b="1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5EA39F0-CE9A-E60C-CE83-085AB9B0E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1912" y="4947414"/>
            <a:ext cx="3521827" cy="612440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2000" b="1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0459632-4A2E-2835-F2EA-1146DBB5EC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32023" y="4947414"/>
            <a:ext cx="3521827" cy="612440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2000" b="1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7438D93-19FF-7C96-9C20-F732D0E998E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1801" y="5411344"/>
            <a:ext cx="3521827" cy="363136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B214C29-139A-12D8-D107-702C5840373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31912" y="5411344"/>
            <a:ext cx="3521827" cy="363136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912B03F-920E-E19E-3510-1FF5132F035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232023" y="5411344"/>
            <a:ext cx="3521827" cy="363136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DCAFC76C-D7B6-BCE2-A7B2-669DAC73FE5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79852" y="2227953"/>
            <a:ext cx="2625724" cy="2625724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A1AA47C7-EE5D-794B-C9AF-0B16B1237EE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783138" y="2227953"/>
            <a:ext cx="2625724" cy="2625724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AE782210-226A-0220-B778-99618C01472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680074" y="2227953"/>
            <a:ext cx="2625724" cy="2625724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6" name="Rechteck 39">
            <a:extLst>
              <a:ext uri="{FF2B5EF4-FFF2-40B4-BE49-F238E27FC236}">
                <a16:creationId xmlns:a16="http://schemas.microsoft.com/office/drawing/2014/main" id="{1BB030FD-86B8-C7ED-9DE0-35DFBCF276D4}"/>
              </a:ext>
            </a:extLst>
          </p:cNvPr>
          <p:cNvSpPr/>
          <p:nvPr userDrawn="1"/>
        </p:nvSpPr>
        <p:spPr>
          <a:xfrm>
            <a:off x="685279" y="1471438"/>
            <a:ext cx="811272" cy="870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err="1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5792DFCD-28DD-EB6D-008D-9C4C413BE95E}"/>
              </a:ext>
            </a:extLst>
          </p:cNvPr>
          <p:cNvSpPr/>
          <p:nvPr userDrawn="1"/>
        </p:nvSpPr>
        <p:spPr>
          <a:xfrm rot="16200000">
            <a:off x="6012373" y="724974"/>
            <a:ext cx="166553" cy="122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313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ent 5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2DE2811-F1C6-BC2E-CAE0-5292CB18F5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16705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392" progId="TCLayout.ActiveDocument.1">
                  <p:embed/>
                </p:oleObj>
              </mc:Choice>
              <mc:Fallback>
                <p:oleObj name="think-cell Slide" r:id="rId3" imgW="405" imgH="392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DE2811-F1C6-BC2E-CAE0-5292CB18F5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92D452A-F87F-E458-4847-7B2616417A62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864886D-C752-F404-9634-C97513F4D7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13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096" y="-1143000"/>
            <a:ext cx="6858000" cy="6858000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31BD6CD-E368-79C4-B698-FFF62C02B5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51263" y="660064"/>
            <a:ext cx="2310405" cy="808944"/>
          </a:xfrm>
          <a:custGeom>
            <a:avLst/>
            <a:gdLst>
              <a:gd name="connsiteX0" fmla="*/ 0 w 3493878"/>
              <a:gd name="connsiteY0" fmla="*/ 0 h 1223318"/>
              <a:gd name="connsiteX1" fmla="*/ 3493878 w 3493878"/>
              <a:gd name="connsiteY1" fmla="*/ 0 h 1223318"/>
              <a:gd name="connsiteX2" fmla="*/ 3493878 w 3493878"/>
              <a:gd name="connsiteY2" fmla="*/ 1223318 h 1223318"/>
              <a:gd name="connsiteX3" fmla="*/ 0 w 3493878"/>
              <a:gd name="connsiteY3" fmla="*/ 1223318 h 1223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93878" h="1223318">
                <a:moveTo>
                  <a:pt x="0" y="0"/>
                </a:moveTo>
                <a:lnTo>
                  <a:pt x="3493878" y="0"/>
                </a:lnTo>
                <a:lnTo>
                  <a:pt x="3493878" y="1223318"/>
                </a:lnTo>
                <a:lnTo>
                  <a:pt x="0" y="122331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4D2A228-C767-3D5C-9A6C-70B19B3578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279" y="829242"/>
            <a:ext cx="5725817" cy="52322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 defTabSz="914400" rtl="0" eaLnBrk="1" latinLnBrk="0" hangingPunct="1">
              <a:buNone/>
              <a:defRPr lang="en-US" sz="4200" b="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Titel</a:t>
            </a:r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FD5EC9C-9812-B434-8E03-DFF2703E5A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801" y="4576453"/>
            <a:ext cx="2128949" cy="612440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2000" b="1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77438D93-19FF-7C96-9C20-F732D0E998E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1801" y="5086103"/>
            <a:ext cx="2128949" cy="363136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FAB98A2C-3FE6-1B7E-7E97-D2CCDC82BFD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730076" y="4576453"/>
            <a:ext cx="2128949" cy="612440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2000" b="1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05DC99C-7E31-6DF2-4D98-29BDE025DC5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730076" y="5086103"/>
            <a:ext cx="2128949" cy="363136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3888FFD-2B05-0AE6-669E-AA2831F56F3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028351" y="4576453"/>
            <a:ext cx="2128949" cy="612440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2000" b="1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B57B9E70-0934-88BF-B13B-D1088133F50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028351" y="5086103"/>
            <a:ext cx="2128949" cy="363136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8AFA537-B07C-9995-B0E0-25647067832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326626" y="4576453"/>
            <a:ext cx="2128949" cy="612440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2000" b="1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8443C2BD-3712-7D66-0118-E4ED48AB80B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326626" y="5086103"/>
            <a:ext cx="2128949" cy="363136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5F71F423-0DEF-A55E-2CD9-0FF60CC9C8B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624901" y="4576453"/>
            <a:ext cx="2128949" cy="612440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2000" b="1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294E8B2A-2E35-894C-2F64-47A648AFB92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624901" y="5086103"/>
            <a:ext cx="2128949" cy="363136"/>
          </a:xfrm>
          <a:custGeom>
            <a:avLst/>
            <a:gdLst>
              <a:gd name="connsiteX0" fmla="*/ 0 w 3829019"/>
              <a:gd name="connsiteY0" fmla="*/ 0 h 370205"/>
              <a:gd name="connsiteX1" fmla="*/ 3829019 w 3829019"/>
              <a:gd name="connsiteY1" fmla="*/ 0 h 370205"/>
              <a:gd name="connsiteX2" fmla="*/ 3829019 w 3829019"/>
              <a:gd name="connsiteY2" fmla="*/ 370205 h 370205"/>
              <a:gd name="connsiteX3" fmla="*/ 0 w 3829019"/>
              <a:gd name="connsiteY3" fmla="*/ 370205 h 370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9019" h="370205">
                <a:moveTo>
                  <a:pt x="0" y="0"/>
                </a:moveTo>
                <a:lnTo>
                  <a:pt x="3829019" y="0"/>
                </a:lnTo>
                <a:lnTo>
                  <a:pt x="3829019" y="370205"/>
                </a:lnTo>
                <a:lnTo>
                  <a:pt x="0" y="3702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400" smtClean="0">
                <a:solidFill>
                  <a:schemeClr val="bg2"/>
                </a:solidFill>
              </a:defRPr>
            </a:lvl1pPr>
            <a:lvl2pPr>
              <a:defRPr lang="en-US" sz="1800" smtClean="0">
                <a:solidFill>
                  <a:schemeClr val="lt1"/>
                </a:solidFill>
              </a:defRPr>
            </a:lvl2pPr>
            <a:lvl3pPr>
              <a:defRPr lang="en-US" sz="1800" smtClean="0">
                <a:solidFill>
                  <a:schemeClr val="lt1"/>
                </a:solidFill>
              </a:defRPr>
            </a:lvl3pPr>
            <a:lvl4pPr>
              <a:defRPr lang="en-US" smtClean="0">
                <a:solidFill>
                  <a:schemeClr val="lt1"/>
                </a:solidFill>
              </a:defRPr>
            </a:lvl4pPr>
            <a:lvl5pPr>
              <a:defRPr lang="en-GB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en-GB"/>
              <a:t>Lorem Ipsum</a:t>
            </a:r>
          </a:p>
        </p:txBody>
      </p:sp>
      <p:sp>
        <p:nvSpPr>
          <p:cNvPr id="42" name="Rechteck 39">
            <a:extLst>
              <a:ext uri="{FF2B5EF4-FFF2-40B4-BE49-F238E27FC236}">
                <a16:creationId xmlns:a16="http://schemas.microsoft.com/office/drawing/2014/main" id="{BA73350F-AA45-93E8-614D-329E49E9230A}"/>
              </a:ext>
            </a:extLst>
          </p:cNvPr>
          <p:cNvSpPr/>
          <p:nvPr userDrawn="1"/>
        </p:nvSpPr>
        <p:spPr>
          <a:xfrm>
            <a:off x="685279" y="1471438"/>
            <a:ext cx="811272" cy="870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err="1"/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DCAFC76C-D7B6-BCE2-A7B2-669DAC73FE53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1800" y="2278916"/>
            <a:ext cx="2127600" cy="2127600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7" name="Picture Placeholder 15">
            <a:extLst>
              <a:ext uri="{FF2B5EF4-FFF2-40B4-BE49-F238E27FC236}">
                <a16:creationId xmlns:a16="http://schemas.microsoft.com/office/drawing/2014/main" id="{E647A6F3-E367-5C48-6065-176488EEF52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731425" y="2278916"/>
            <a:ext cx="2127600" cy="2127600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604DEC45-436D-7C7D-1A3F-8CD7C667EE09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029700" y="2278916"/>
            <a:ext cx="2127600" cy="2127600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CB1A79B9-7101-2608-15DA-ED99E07CEDC8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7327975" y="2278916"/>
            <a:ext cx="2127600" cy="2127600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3635A2CA-FF6D-7B74-DA8A-6BDFF09C1720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626250" y="2278916"/>
            <a:ext cx="2127600" cy="2127600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>
            <a:noAutofit/>
          </a:bodyPr>
          <a:lstStyle/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EB0500AE-DD3D-349E-BD9B-357EFFE969F1}"/>
              </a:ext>
            </a:extLst>
          </p:cNvPr>
          <p:cNvSpPr/>
          <p:nvPr userDrawn="1"/>
        </p:nvSpPr>
        <p:spPr>
          <a:xfrm rot="16200000">
            <a:off x="6012373" y="724974"/>
            <a:ext cx="166553" cy="122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12424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2DE2811-F1C6-BC2E-CAE0-5292CB18F5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16705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5" imgH="392" progId="TCLayout.ActiveDocument.1">
                  <p:embed/>
                </p:oleObj>
              </mc:Choice>
              <mc:Fallback>
                <p:oleObj name="think-cell Slide" r:id="rId3" imgW="405" imgH="392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DE2811-F1C6-BC2E-CAE0-5292CB18F5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92D452A-F87F-E458-4847-7B2616417A62}"/>
              </a:ext>
            </a:extLst>
          </p:cNvPr>
          <p:cNvSpPr/>
          <p:nvPr userDrawn="1"/>
        </p:nvSpPr>
        <p:spPr>
          <a:xfrm>
            <a:off x="-1" y="-1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 err="1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864886D-C752-F404-9634-C97513F4D7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13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096" y="-1143000"/>
            <a:ext cx="6858000" cy="6858000"/>
          </a:xfrm>
          <a:prstGeom prst="rect">
            <a:avLst/>
          </a:prstGeom>
        </p:spPr>
      </p:pic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4D2A228-C767-3D5C-9A6C-70B19B3578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279" y="829242"/>
            <a:ext cx="5725817" cy="52322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 defTabSz="914400" rtl="0" eaLnBrk="1" latinLnBrk="0" hangingPunct="1">
              <a:buNone/>
              <a:defRPr lang="en-US" sz="4200" b="0" kern="1200" dirty="0" smtClean="0">
                <a:solidFill>
                  <a:schemeClr val="bg1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Titel</a:t>
            </a:r>
            <a:endParaRPr lang="en-GB"/>
          </a:p>
        </p:txBody>
      </p:sp>
      <p:sp>
        <p:nvSpPr>
          <p:cNvPr id="42" name="Rechteck 39">
            <a:extLst>
              <a:ext uri="{FF2B5EF4-FFF2-40B4-BE49-F238E27FC236}">
                <a16:creationId xmlns:a16="http://schemas.microsoft.com/office/drawing/2014/main" id="{BA73350F-AA45-93E8-614D-329E49E9230A}"/>
              </a:ext>
            </a:extLst>
          </p:cNvPr>
          <p:cNvSpPr/>
          <p:nvPr userDrawn="1"/>
        </p:nvSpPr>
        <p:spPr>
          <a:xfrm>
            <a:off x="685279" y="1471438"/>
            <a:ext cx="811272" cy="870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err="1"/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EB0500AE-DD3D-349E-BD9B-357EFFE969F1}"/>
              </a:ext>
            </a:extLst>
          </p:cNvPr>
          <p:cNvSpPr/>
          <p:nvPr userDrawn="1"/>
        </p:nvSpPr>
        <p:spPr>
          <a:xfrm rot="16200000">
            <a:off x="6012373" y="724974"/>
            <a:ext cx="166553" cy="122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21B1BE24-F4E8-C7CC-90CB-2BB61EB938D3}"/>
              </a:ext>
            </a:extLst>
          </p:cNvPr>
          <p:cNvGrpSpPr/>
          <p:nvPr userDrawn="1"/>
        </p:nvGrpSpPr>
        <p:grpSpPr>
          <a:xfrm>
            <a:off x="685279" y="2263350"/>
            <a:ext cx="10776619" cy="3195033"/>
            <a:chOff x="450964" y="2263349"/>
            <a:chExt cx="11290073" cy="3347261"/>
          </a:xfrm>
        </p:grpSpPr>
        <p:pic>
          <p:nvPicPr>
            <p:cNvPr id="6" name="Grafik 3" descr="Hinzufügen Silhouette">
              <a:extLst>
                <a:ext uri="{FF2B5EF4-FFF2-40B4-BE49-F238E27FC236}">
                  <a16:creationId xmlns:a16="http://schemas.microsoft.com/office/drawing/2014/main" id="{71555637-BCAD-F196-ECE4-5D80D6A016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0964" y="2263349"/>
              <a:ext cx="699655" cy="699655"/>
            </a:xfrm>
            <a:prstGeom prst="rect">
              <a:avLst/>
            </a:prstGeom>
          </p:spPr>
        </p:pic>
        <p:pic>
          <p:nvPicPr>
            <p:cNvPr id="7" name="Grafik 5" descr="Adressbuch Silhouette">
              <a:extLst>
                <a:ext uri="{FF2B5EF4-FFF2-40B4-BE49-F238E27FC236}">
                  <a16:creationId xmlns:a16="http://schemas.microsoft.com/office/drawing/2014/main" id="{B324AD28-B921-DD21-1785-8CE9F749F4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50964" y="3145884"/>
              <a:ext cx="699655" cy="699655"/>
            </a:xfrm>
            <a:prstGeom prst="rect">
              <a:avLst/>
            </a:prstGeom>
          </p:spPr>
        </p:pic>
        <p:pic>
          <p:nvPicPr>
            <p:cNvPr id="36" name="Grafik 35" descr="Klemmbrett abgehakt Silhouette">
              <a:extLst>
                <a:ext uri="{FF2B5EF4-FFF2-40B4-BE49-F238E27FC236}">
                  <a16:creationId xmlns:a16="http://schemas.microsoft.com/office/drawing/2014/main" id="{E22E318D-6211-1447-D50D-BB20B367F9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0964" y="4028419"/>
              <a:ext cx="699655" cy="699655"/>
            </a:xfrm>
            <a:prstGeom prst="rect">
              <a:avLst/>
            </a:prstGeom>
          </p:spPr>
        </p:pic>
        <p:pic>
          <p:nvPicPr>
            <p:cNvPr id="8" name="Grafik 7" descr="Klebepflaster Silhouette">
              <a:extLst>
                <a:ext uri="{FF2B5EF4-FFF2-40B4-BE49-F238E27FC236}">
                  <a16:creationId xmlns:a16="http://schemas.microsoft.com/office/drawing/2014/main" id="{169F5C52-26C8-7354-4FE0-5A49743081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333499" y="2263349"/>
              <a:ext cx="699655" cy="699655"/>
            </a:xfrm>
            <a:prstGeom prst="rect">
              <a:avLst/>
            </a:prstGeom>
          </p:spPr>
        </p:pic>
        <p:pic>
          <p:nvPicPr>
            <p:cNvPr id="12" name="Grafik 11" descr="Pfeil Kreis Silhouette">
              <a:extLst>
                <a:ext uri="{FF2B5EF4-FFF2-40B4-BE49-F238E27FC236}">
                  <a16:creationId xmlns:a16="http://schemas.microsoft.com/office/drawing/2014/main" id="{6F3E4AF4-AD45-255A-7D21-52C013B280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33499" y="3145884"/>
              <a:ext cx="699655" cy="699655"/>
            </a:xfrm>
            <a:prstGeom prst="rect">
              <a:avLst/>
            </a:prstGeom>
          </p:spPr>
        </p:pic>
        <p:pic>
          <p:nvPicPr>
            <p:cNvPr id="38" name="Grafik 37" descr="Uhr Silhouette">
              <a:extLst>
                <a:ext uri="{FF2B5EF4-FFF2-40B4-BE49-F238E27FC236}">
                  <a16:creationId xmlns:a16="http://schemas.microsoft.com/office/drawing/2014/main" id="{36759F93-F886-B5A8-A366-E1E37B9B08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333499" y="4028419"/>
              <a:ext cx="699655" cy="699655"/>
            </a:xfrm>
            <a:prstGeom prst="rect">
              <a:avLst/>
            </a:prstGeom>
          </p:spPr>
        </p:pic>
        <p:pic>
          <p:nvPicPr>
            <p:cNvPr id="10" name="Grafik 9" descr="Wecker Silhouette">
              <a:extLst>
                <a:ext uri="{FF2B5EF4-FFF2-40B4-BE49-F238E27FC236}">
                  <a16:creationId xmlns:a16="http://schemas.microsoft.com/office/drawing/2014/main" id="{C005F546-8BBE-9129-8B23-B57BCAB722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216034" y="2263349"/>
              <a:ext cx="699655" cy="699655"/>
            </a:xfrm>
            <a:prstGeom prst="rect">
              <a:avLst/>
            </a:prstGeom>
          </p:spPr>
        </p:pic>
        <p:pic>
          <p:nvPicPr>
            <p:cNvPr id="14" name="Grafik 13" descr="Pfeil nach rechts Silhouette">
              <a:extLst>
                <a:ext uri="{FF2B5EF4-FFF2-40B4-BE49-F238E27FC236}">
                  <a16:creationId xmlns:a16="http://schemas.microsoft.com/office/drawing/2014/main" id="{CF146A59-2989-163A-284A-7933FD375E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216034" y="3145884"/>
              <a:ext cx="699655" cy="699655"/>
            </a:xfrm>
            <a:prstGeom prst="rect">
              <a:avLst/>
            </a:prstGeom>
          </p:spPr>
        </p:pic>
        <p:pic>
          <p:nvPicPr>
            <p:cNvPr id="40" name="Grafik 39" descr="Schließen Silhouette">
              <a:extLst>
                <a:ext uri="{FF2B5EF4-FFF2-40B4-BE49-F238E27FC236}">
                  <a16:creationId xmlns:a16="http://schemas.microsoft.com/office/drawing/2014/main" id="{25A6D5EB-215D-F4F5-88F0-F7E85490C7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216034" y="4028419"/>
              <a:ext cx="699655" cy="699655"/>
            </a:xfrm>
            <a:prstGeom prst="rect">
              <a:avLst/>
            </a:prstGeom>
          </p:spPr>
        </p:pic>
        <p:pic>
          <p:nvPicPr>
            <p:cNvPr id="46" name="Grafik 45" descr="Datenbank Silhouette">
              <a:extLst>
                <a:ext uri="{FF2B5EF4-FFF2-40B4-BE49-F238E27FC236}">
                  <a16:creationId xmlns:a16="http://schemas.microsoft.com/office/drawing/2014/main" id="{7D028C02-B004-848D-D2FF-812C974369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863638" y="4028419"/>
              <a:ext cx="699655" cy="699655"/>
            </a:xfrm>
            <a:prstGeom prst="rect">
              <a:avLst/>
            </a:prstGeom>
          </p:spPr>
        </p:pic>
        <p:pic>
          <p:nvPicPr>
            <p:cNvPr id="56" name="Grafik 55" descr="Pipette Silhouette">
              <a:extLst>
                <a:ext uri="{FF2B5EF4-FFF2-40B4-BE49-F238E27FC236}">
                  <a16:creationId xmlns:a16="http://schemas.microsoft.com/office/drawing/2014/main" id="{89606603-8FF4-6D35-D094-5A1FDDD453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333499" y="4910955"/>
              <a:ext cx="699655" cy="699655"/>
            </a:xfrm>
            <a:prstGeom prst="rect">
              <a:avLst/>
            </a:prstGeom>
          </p:spPr>
        </p:pic>
        <p:pic>
          <p:nvPicPr>
            <p:cNvPr id="16" name="Grafik 15" descr="Balkendiagramm mit Aufwärtstrend Silhouette">
              <a:extLst>
                <a:ext uri="{FF2B5EF4-FFF2-40B4-BE49-F238E27FC236}">
                  <a16:creationId xmlns:a16="http://schemas.microsoft.com/office/drawing/2014/main" id="{FE60126C-F840-9A7B-BE03-E5526E2167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098569" y="3145884"/>
              <a:ext cx="699655" cy="699655"/>
            </a:xfrm>
            <a:prstGeom prst="rect">
              <a:avLst/>
            </a:prstGeom>
          </p:spPr>
        </p:pic>
        <p:pic>
          <p:nvPicPr>
            <p:cNvPr id="9" name="Grafik 41" descr="Cmd (Terminal) Silhouette">
              <a:extLst>
                <a:ext uri="{FF2B5EF4-FFF2-40B4-BE49-F238E27FC236}">
                  <a16:creationId xmlns:a16="http://schemas.microsoft.com/office/drawing/2014/main" id="{F1B0F637-85EF-1DC8-679C-35193CB5DC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098569" y="4028419"/>
              <a:ext cx="699655" cy="699655"/>
            </a:xfrm>
            <a:prstGeom prst="rect">
              <a:avLst/>
            </a:prstGeom>
          </p:spPr>
        </p:pic>
        <p:pic>
          <p:nvPicPr>
            <p:cNvPr id="66" name="Grafik 65" descr="Griechischer Tempel Silhouette">
              <a:extLst>
                <a:ext uri="{FF2B5EF4-FFF2-40B4-BE49-F238E27FC236}">
                  <a16:creationId xmlns:a16="http://schemas.microsoft.com/office/drawing/2014/main" id="{294D534E-6690-A025-76D0-53D8004B08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098569" y="2263349"/>
              <a:ext cx="699655" cy="699655"/>
            </a:xfrm>
            <a:prstGeom prst="rect">
              <a:avLst/>
            </a:prstGeom>
          </p:spPr>
        </p:pic>
        <p:pic>
          <p:nvPicPr>
            <p:cNvPr id="18" name="Grafik 17" descr="Bücher Silhouette">
              <a:extLst>
                <a:ext uri="{FF2B5EF4-FFF2-40B4-BE49-F238E27FC236}">
                  <a16:creationId xmlns:a16="http://schemas.microsoft.com/office/drawing/2014/main" id="{4C06670E-8F7F-4629-FE6C-2F2AFE20FC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3981104" y="3145884"/>
              <a:ext cx="699655" cy="699655"/>
            </a:xfrm>
            <a:prstGeom prst="rect">
              <a:avLst/>
            </a:prstGeom>
          </p:spPr>
        </p:pic>
        <p:pic>
          <p:nvPicPr>
            <p:cNvPr id="44" name="Grafik 43" descr="Kommentar (wichtig) Silhouette">
              <a:extLst>
                <a:ext uri="{FF2B5EF4-FFF2-40B4-BE49-F238E27FC236}">
                  <a16:creationId xmlns:a16="http://schemas.microsoft.com/office/drawing/2014/main" id="{64C1CDE0-4C0D-EE05-05F1-285D01AC01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981104" y="4028419"/>
              <a:ext cx="699655" cy="699655"/>
            </a:xfrm>
            <a:prstGeom prst="rect">
              <a:avLst/>
            </a:prstGeom>
          </p:spPr>
        </p:pic>
        <p:pic>
          <p:nvPicPr>
            <p:cNvPr id="68" name="Grafik 67" descr="Grinsende Gesichtskontur Silhouette">
              <a:extLst>
                <a:ext uri="{FF2B5EF4-FFF2-40B4-BE49-F238E27FC236}">
                  <a16:creationId xmlns:a16="http://schemas.microsoft.com/office/drawing/2014/main" id="{9CED86E2-C177-A46F-AB19-3DDF029DCD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3981104" y="2263349"/>
              <a:ext cx="699655" cy="699655"/>
            </a:xfrm>
            <a:prstGeom prst="rect">
              <a:avLst/>
            </a:prstGeom>
          </p:spPr>
        </p:pic>
        <p:pic>
          <p:nvPicPr>
            <p:cNvPr id="20" name="Grafik 19" descr="Schachtel Silhouette">
              <a:extLst>
                <a:ext uri="{FF2B5EF4-FFF2-40B4-BE49-F238E27FC236}">
                  <a16:creationId xmlns:a16="http://schemas.microsoft.com/office/drawing/2014/main" id="{9F041426-6456-8A27-2A33-15B0F1AB44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4863639" y="3145884"/>
              <a:ext cx="699655" cy="699655"/>
            </a:xfrm>
            <a:prstGeom prst="rect">
              <a:avLst/>
            </a:prstGeom>
          </p:spPr>
        </p:pic>
        <p:pic>
          <p:nvPicPr>
            <p:cNvPr id="48" name="Grafik 47" descr="Ärztin Silhouette">
              <a:extLst>
                <a:ext uri="{FF2B5EF4-FFF2-40B4-BE49-F238E27FC236}">
                  <a16:creationId xmlns:a16="http://schemas.microsoft.com/office/drawing/2014/main" id="{B5714A3F-1658-0321-5E26-773E31058E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746174" y="4028419"/>
              <a:ext cx="699655" cy="699655"/>
            </a:xfrm>
            <a:prstGeom prst="rect">
              <a:avLst/>
            </a:prstGeom>
          </p:spPr>
        </p:pic>
        <p:pic>
          <p:nvPicPr>
            <p:cNvPr id="70" name="Grafik 69" descr="Gruppe Silhouette">
              <a:extLst>
                <a:ext uri="{FF2B5EF4-FFF2-40B4-BE49-F238E27FC236}">
                  <a16:creationId xmlns:a16="http://schemas.microsoft.com/office/drawing/2014/main" id="{B8FDE5A5-CA42-D2E6-22DA-6588C5E381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863639" y="2263349"/>
              <a:ext cx="699655" cy="699655"/>
            </a:xfrm>
            <a:prstGeom prst="rect">
              <a:avLst/>
            </a:prstGeom>
          </p:spPr>
        </p:pic>
        <p:pic>
          <p:nvPicPr>
            <p:cNvPr id="22" name="Grafik 21" descr="Aktenkoffer Silhouette">
              <a:extLst>
                <a:ext uri="{FF2B5EF4-FFF2-40B4-BE49-F238E27FC236}">
                  <a16:creationId xmlns:a16="http://schemas.microsoft.com/office/drawing/2014/main" id="{42AFA0B7-2721-1E8E-EB1D-4BD10BDB86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746174" y="3145884"/>
              <a:ext cx="699655" cy="699655"/>
            </a:xfrm>
            <a:prstGeom prst="rect">
              <a:avLst/>
            </a:prstGeom>
          </p:spPr>
        </p:pic>
        <p:pic>
          <p:nvPicPr>
            <p:cNvPr id="50" name="Grafik 49" descr="Arzt Silhouette">
              <a:extLst>
                <a:ext uri="{FF2B5EF4-FFF2-40B4-BE49-F238E27FC236}">
                  <a16:creationId xmlns:a16="http://schemas.microsoft.com/office/drawing/2014/main" id="{A9149E51-CCBF-B5B9-E818-16CE92D596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628710" y="4028419"/>
              <a:ext cx="699655" cy="699655"/>
            </a:xfrm>
            <a:prstGeom prst="rect">
              <a:avLst/>
            </a:prstGeom>
          </p:spPr>
        </p:pic>
        <p:pic>
          <p:nvPicPr>
            <p:cNvPr id="72" name="Grafik 71" descr="Gruppenbrainstorming Silhouette">
              <a:extLst>
                <a:ext uri="{FF2B5EF4-FFF2-40B4-BE49-F238E27FC236}">
                  <a16:creationId xmlns:a16="http://schemas.microsoft.com/office/drawing/2014/main" id="{3329EDAC-AFFA-71B8-B80A-20B1063DA1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746174" y="2263349"/>
              <a:ext cx="699655" cy="699655"/>
            </a:xfrm>
            <a:prstGeom prst="rect">
              <a:avLst/>
            </a:prstGeom>
          </p:spPr>
        </p:pic>
        <p:pic>
          <p:nvPicPr>
            <p:cNvPr id="24" name="Grafik 23" descr="Callcenter Silhouette">
              <a:extLst>
                <a:ext uri="{FF2B5EF4-FFF2-40B4-BE49-F238E27FC236}">
                  <a16:creationId xmlns:a16="http://schemas.microsoft.com/office/drawing/2014/main" id="{359D3CE9-7D9E-2919-C8E5-7BDE11E787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628710" y="3145884"/>
              <a:ext cx="699655" cy="699655"/>
            </a:xfrm>
            <a:prstGeom prst="rect">
              <a:avLst/>
            </a:prstGeom>
          </p:spPr>
        </p:pic>
        <p:pic>
          <p:nvPicPr>
            <p:cNvPr id="52" name="Grafik 51" descr="Umschlag Silhouette">
              <a:extLst>
                <a:ext uri="{FF2B5EF4-FFF2-40B4-BE49-F238E27FC236}">
                  <a16:creationId xmlns:a16="http://schemas.microsoft.com/office/drawing/2014/main" id="{F91F08E5-1954-660E-03D8-A5B011E3D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7511244" y="4028419"/>
              <a:ext cx="699655" cy="699655"/>
            </a:xfrm>
            <a:prstGeom prst="rect">
              <a:avLst/>
            </a:prstGeom>
          </p:spPr>
        </p:pic>
        <p:pic>
          <p:nvPicPr>
            <p:cNvPr id="74" name="Grafik 73" descr="Herz Silhouette">
              <a:extLst>
                <a:ext uri="{FF2B5EF4-FFF2-40B4-BE49-F238E27FC236}">
                  <a16:creationId xmlns:a16="http://schemas.microsoft.com/office/drawing/2014/main" id="{486500FE-0208-B1F4-21FA-A013980D5A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6628710" y="2263349"/>
              <a:ext cx="699655" cy="699655"/>
            </a:xfrm>
            <a:prstGeom prst="rect">
              <a:avLst/>
            </a:prstGeom>
          </p:spPr>
        </p:pic>
        <p:pic>
          <p:nvPicPr>
            <p:cNvPr id="26" name="Grafik 25" descr="Pflege Silhouette">
              <a:extLst>
                <a:ext uri="{FF2B5EF4-FFF2-40B4-BE49-F238E27FC236}">
                  <a16:creationId xmlns:a16="http://schemas.microsoft.com/office/drawing/2014/main" id="{769FB499-D26B-CECF-0AE5-42BF69CA74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511244" y="3145884"/>
              <a:ext cx="699655" cy="699655"/>
            </a:xfrm>
            <a:prstGeom prst="rect">
              <a:avLst/>
            </a:prstGeom>
          </p:spPr>
        </p:pic>
        <p:pic>
          <p:nvPicPr>
            <p:cNvPr id="54" name="Grafik 53" descr="Euro Silhouette">
              <a:extLst>
                <a:ext uri="{FF2B5EF4-FFF2-40B4-BE49-F238E27FC236}">
                  <a16:creationId xmlns:a16="http://schemas.microsoft.com/office/drawing/2014/main" id="{768FDCD0-5A8B-951B-5459-A8D5F6679A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393777" y="4028419"/>
              <a:ext cx="699655" cy="699655"/>
            </a:xfrm>
            <a:prstGeom prst="rect">
              <a:avLst/>
            </a:prstGeom>
          </p:spPr>
        </p:pic>
        <p:pic>
          <p:nvPicPr>
            <p:cNvPr id="76" name="Grafik 75" descr="Hilfe Silhouette">
              <a:extLst>
                <a:ext uri="{FF2B5EF4-FFF2-40B4-BE49-F238E27FC236}">
                  <a16:creationId xmlns:a16="http://schemas.microsoft.com/office/drawing/2014/main" id="{D4A09A13-C282-BE3B-01DB-A83EDAB207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7511244" y="2263349"/>
              <a:ext cx="699655" cy="699655"/>
            </a:xfrm>
            <a:prstGeom prst="rect">
              <a:avLst/>
            </a:prstGeom>
          </p:spPr>
        </p:pic>
        <p:pic>
          <p:nvPicPr>
            <p:cNvPr id="28" name="Grafik 27" descr="Chat Silhouette">
              <a:extLst>
                <a:ext uri="{FF2B5EF4-FFF2-40B4-BE49-F238E27FC236}">
                  <a16:creationId xmlns:a16="http://schemas.microsoft.com/office/drawing/2014/main" id="{7A5C15E0-8ECB-2DFE-4C90-F209EEB4FF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8393779" y="3145884"/>
              <a:ext cx="699655" cy="699655"/>
            </a:xfrm>
            <a:prstGeom prst="rect">
              <a:avLst/>
            </a:prstGeom>
          </p:spPr>
        </p:pic>
        <p:pic>
          <p:nvPicPr>
            <p:cNvPr id="58" name="Grafik 57" descr="Verbandskasten Silhouette">
              <a:extLst>
                <a:ext uri="{FF2B5EF4-FFF2-40B4-BE49-F238E27FC236}">
                  <a16:creationId xmlns:a16="http://schemas.microsoft.com/office/drawing/2014/main" id="{FD5EDA65-A3A4-CB6E-D841-E34F9C50A3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9276313" y="4028419"/>
              <a:ext cx="699655" cy="699655"/>
            </a:xfrm>
            <a:prstGeom prst="rect">
              <a:avLst/>
            </a:prstGeom>
          </p:spPr>
        </p:pic>
        <p:pic>
          <p:nvPicPr>
            <p:cNvPr id="78" name="Grafik 77" descr="Start Silhouette">
              <a:extLst>
                <a:ext uri="{FF2B5EF4-FFF2-40B4-BE49-F238E27FC236}">
                  <a16:creationId xmlns:a16="http://schemas.microsoft.com/office/drawing/2014/main" id="{CE6D0875-A3FE-C88A-C521-E648FFD6A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393779" y="2263349"/>
              <a:ext cx="699655" cy="699655"/>
            </a:xfrm>
            <a:prstGeom prst="rect">
              <a:avLst/>
            </a:prstGeom>
          </p:spPr>
        </p:pic>
        <p:pic>
          <p:nvPicPr>
            <p:cNvPr id="30" name="Grafik 29" descr="Chemikalien Silhouette">
              <a:extLst>
                <a:ext uri="{FF2B5EF4-FFF2-40B4-BE49-F238E27FC236}">
                  <a16:creationId xmlns:a16="http://schemas.microsoft.com/office/drawing/2014/main" id="{ED5B8C9C-86EB-55ED-0FEA-D509B34C88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9276314" y="3145884"/>
              <a:ext cx="699655" cy="699655"/>
            </a:xfrm>
            <a:prstGeom prst="rect">
              <a:avLst/>
            </a:prstGeom>
          </p:spPr>
        </p:pic>
        <p:pic>
          <p:nvPicPr>
            <p:cNvPr id="60" name="Grafik 59" descr="Kennzeichen Silhouette">
              <a:extLst>
                <a:ext uri="{FF2B5EF4-FFF2-40B4-BE49-F238E27FC236}">
                  <a16:creationId xmlns:a16="http://schemas.microsoft.com/office/drawing/2014/main" id="{3A644D8F-9161-CD56-D182-2415AFC9F5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10158849" y="4028419"/>
              <a:ext cx="699655" cy="699655"/>
            </a:xfrm>
            <a:prstGeom prst="rect">
              <a:avLst/>
            </a:prstGeom>
          </p:spPr>
        </p:pic>
        <p:pic>
          <p:nvPicPr>
            <p:cNvPr id="80" name="Grafik 79" descr="Sanduhr 60% Silhouette">
              <a:extLst>
                <a:ext uri="{FF2B5EF4-FFF2-40B4-BE49-F238E27FC236}">
                  <a16:creationId xmlns:a16="http://schemas.microsoft.com/office/drawing/2014/main" id="{C1D359AC-B14E-2C66-6EC4-E60B0D400B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9276314" y="2263349"/>
              <a:ext cx="699655" cy="699655"/>
            </a:xfrm>
            <a:prstGeom prst="rect">
              <a:avLst/>
            </a:prstGeom>
          </p:spPr>
        </p:pic>
        <p:pic>
          <p:nvPicPr>
            <p:cNvPr id="11" name="Grafik 31" descr="Kreisförmiges Flussdiagramm Silhouette">
              <a:extLst>
                <a:ext uri="{FF2B5EF4-FFF2-40B4-BE49-F238E27FC236}">
                  <a16:creationId xmlns:a16="http://schemas.microsoft.com/office/drawing/2014/main" id="{B817C0FC-E611-8A74-7ABA-46B2785DA0E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10158850" y="3145884"/>
              <a:ext cx="699655" cy="699655"/>
            </a:xfrm>
            <a:prstGeom prst="rect">
              <a:avLst/>
            </a:prstGeom>
          </p:spPr>
        </p:pic>
        <p:pic>
          <p:nvPicPr>
            <p:cNvPr id="62" name="Grafik 61" descr="Hospital Silhouette">
              <a:extLst>
                <a:ext uri="{FF2B5EF4-FFF2-40B4-BE49-F238E27FC236}">
                  <a16:creationId xmlns:a16="http://schemas.microsoft.com/office/drawing/2014/main" id="{42B42AD9-F349-B94A-6704-381CD8AD19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1041382" y="4028419"/>
              <a:ext cx="699655" cy="699655"/>
            </a:xfrm>
            <a:prstGeom prst="rect">
              <a:avLst/>
            </a:prstGeom>
          </p:spPr>
        </p:pic>
        <p:pic>
          <p:nvPicPr>
            <p:cNvPr id="82" name="Grafik 81" descr="Posteingang Silhouette">
              <a:extLst>
                <a:ext uri="{FF2B5EF4-FFF2-40B4-BE49-F238E27FC236}">
                  <a16:creationId xmlns:a16="http://schemas.microsoft.com/office/drawing/2014/main" id="{F91602B4-1A18-0493-CBF3-CF32DAE80C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10158850" y="2263349"/>
              <a:ext cx="699655" cy="699655"/>
            </a:xfrm>
            <a:prstGeom prst="rect">
              <a:avLst/>
            </a:prstGeom>
          </p:spPr>
        </p:pic>
        <p:pic>
          <p:nvPicPr>
            <p:cNvPr id="34" name="Grafik 33" descr="Klemmbrett Silhouette">
              <a:extLst>
                <a:ext uri="{FF2B5EF4-FFF2-40B4-BE49-F238E27FC236}">
                  <a16:creationId xmlns:a16="http://schemas.microsoft.com/office/drawing/2014/main" id="{22F3F71A-F474-EAEC-F36C-3DDDCB7BBA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1041382" y="3145884"/>
              <a:ext cx="699655" cy="699655"/>
            </a:xfrm>
            <a:prstGeom prst="rect">
              <a:avLst/>
            </a:prstGeom>
          </p:spPr>
        </p:pic>
        <p:pic>
          <p:nvPicPr>
            <p:cNvPr id="64" name="Grafik 63" descr="Medizin Silhouette">
              <a:extLst>
                <a:ext uri="{FF2B5EF4-FFF2-40B4-BE49-F238E27FC236}">
                  <a16:creationId xmlns:a16="http://schemas.microsoft.com/office/drawing/2014/main" id="{1E08FC68-79FA-A766-2624-2D98F669B9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450964" y="4910954"/>
              <a:ext cx="699655" cy="699655"/>
            </a:xfrm>
            <a:prstGeom prst="rect">
              <a:avLst/>
            </a:prstGeom>
          </p:spPr>
        </p:pic>
        <p:pic>
          <p:nvPicPr>
            <p:cNvPr id="84" name="Grafik 83" descr="Internet der Dinge Silhouette">
              <a:extLst>
                <a:ext uri="{FF2B5EF4-FFF2-40B4-BE49-F238E27FC236}">
                  <a16:creationId xmlns:a16="http://schemas.microsoft.com/office/drawing/2014/main" id="{D0CB0C89-0AF0-FC62-8DC6-18E8FD3318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1041382" y="2263349"/>
              <a:ext cx="699655" cy="6996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341782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 dunke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2D46B078-CEFE-09BD-85FE-560ABB3E8A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97589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2D46B078-CEFE-09BD-85FE-560ABB3E8A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5C0F5A0-05EE-1073-D38E-90A4489606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279" y="829242"/>
            <a:ext cx="5725817" cy="52322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 defTabSz="914400" rtl="0" eaLnBrk="1" latinLnBrk="0" hangingPunct="1">
              <a:buNone/>
              <a:defRPr lang="en-US" sz="4200" b="0" kern="1200" dirty="0" smtClean="0">
                <a:solidFill>
                  <a:schemeClr val="accent1"/>
                </a:solidFill>
                <a:latin typeface="+mj-lt"/>
                <a:ea typeface="+mn-ea"/>
                <a:cs typeface="Segoe UI" panose="020B0502040204020203" pitchFamily="34" charset="0"/>
                <a:sym typeface="Segoe UI" panose="020B0502040204020203" pitchFamily="34" charset="0"/>
              </a:defRPr>
            </a:lvl1pPr>
            <a:lvl2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0" indent="0" algn="l" defTabSz="914400" rtl="0" eaLnBrk="1" latinLnBrk="0" hangingPunct="1">
              <a:buNone/>
              <a:defRPr lang="en-US" sz="2800" b="1" kern="1200" dirty="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0" indent="0" algn="l" defTabSz="914400" rtl="0" eaLnBrk="1" latinLnBrk="0" hangingPunct="1">
              <a:buNone/>
              <a:defRPr lang="en-GB" sz="2800" b="1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Titel</a:t>
            </a:r>
            <a:endParaRPr lang="en-GB"/>
          </a:p>
        </p:txBody>
      </p:sp>
      <p:sp>
        <p:nvSpPr>
          <p:cNvPr id="9" name="Rechteck 39">
            <a:extLst>
              <a:ext uri="{FF2B5EF4-FFF2-40B4-BE49-F238E27FC236}">
                <a16:creationId xmlns:a16="http://schemas.microsoft.com/office/drawing/2014/main" id="{683428D2-4AA3-5E07-A284-F9F423854C95}"/>
              </a:ext>
            </a:extLst>
          </p:cNvPr>
          <p:cNvSpPr/>
          <p:nvPr userDrawn="1"/>
        </p:nvSpPr>
        <p:spPr>
          <a:xfrm>
            <a:off x="685279" y="1471438"/>
            <a:ext cx="811272" cy="870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err="1">
              <a:solidFill>
                <a:schemeClr val="accent1"/>
              </a:solidFill>
            </a:endParaRPr>
          </a:p>
        </p:txBody>
      </p:sp>
      <p:sp>
        <p:nvSpPr>
          <p:cNvPr id="66" name="Rectangle 16">
            <a:extLst>
              <a:ext uri="{FF2B5EF4-FFF2-40B4-BE49-F238E27FC236}">
                <a16:creationId xmlns:a16="http://schemas.microsoft.com/office/drawing/2014/main" id="{95390E8D-394E-2F96-7F81-47381BEE0C82}"/>
              </a:ext>
            </a:extLst>
          </p:cNvPr>
          <p:cNvSpPr/>
          <p:nvPr userDrawn="1"/>
        </p:nvSpPr>
        <p:spPr>
          <a:xfrm rot="16200000">
            <a:off x="6012373" y="724974"/>
            <a:ext cx="166553" cy="122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7089DCA-5097-CE92-8E6D-7D0A0E3C6C1C}"/>
              </a:ext>
            </a:extLst>
          </p:cNvPr>
          <p:cNvGrpSpPr/>
          <p:nvPr userDrawn="1"/>
        </p:nvGrpSpPr>
        <p:grpSpPr>
          <a:xfrm>
            <a:off x="685279" y="2263350"/>
            <a:ext cx="10776619" cy="3195033"/>
            <a:chOff x="450964" y="2263349"/>
            <a:chExt cx="11290073" cy="3347261"/>
          </a:xfrm>
        </p:grpSpPr>
        <p:pic>
          <p:nvPicPr>
            <p:cNvPr id="3" name="Grafik 3" descr="Hinzufügen Silhouette">
              <a:extLst>
                <a:ext uri="{FF2B5EF4-FFF2-40B4-BE49-F238E27FC236}">
                  <a16:creationId xmlns:a16="http://schemas.microsoft.com/office/drawing/2014/main" id="{713664AA-9C85-9A86-B8ED-31692B1D4C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0964" y="2263349"/>
              <a:ext cx="699655" cy="699655"/>
            </a:xfrm>
            <a:prstGeom prst="rect">
              <a:avLst/>
            </a:prstGeom>
          </p:spPr>
        </p:pic>
        <p:pic>
          <p:nvPicPr>
            <p:cNvPr id="4" name="Grafik 5" descr="Adressbuch Silhouette">
              <a:extLst>
                <a:ext uri="{FF2B5EF4-FFF2-40B4-BE49-F238E27FC236}">
                  <a16:creationId xmlns:a16="http://schemas.microsoft.com/office/drawing/2014/main" id="{44FEF069-CA7D-403D-9C9D-FC47E14487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0964" y="3145884"/>
              <a:ext cx="699655" cy="699655"/>
            </a:xfrm>
            <a:prstGeom prst="rect">
              <a:avLst/>
            </a:prstGeom>
          </p:spPr>
        </p:pic>
        <p:pic>
          <p:nvPicPr>
            <p:cNvPr id="5" name="Grafik 4" descr="Klemmbrett abgehakt Silhouette">
              <a:extLst>
                <a:ext uri="{FF2B5EF4-FFF2-40B4-BE49-F238E27FC236}">
                  <a16:creationId xmlns:a16="http://schemas.microsoft.com/office/drawing/2014/main" id="{56A99EBF-41CF-BC81-1744-C3EA8B4F41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0964" y="4028419"/>
              <a:ext cx="699655" cy="699655"/>
            </a:xfrm>
            <a:prstGeom prst="rect">
              <a:avLst/>
            </a:prstGeom>
          </p:spPr>
        </p:pic>
        <p:pic>
          <p:nvPicPr>
            <p:cNvPr id="6" name="Grafik 5" descr="Klebepflaster Silhouette">
              <a:extLst>
                <a:ext uri="{FF2B5EF4-FFF2-40B4-BE49-F238E27FC236}">
                  <a16:creationId xmlns:a16="http://schemas.microsoft.com/office/drawing/2014/main" id="{9D0B61CB-6E0D-86EA-F424-3F5EEAAAFC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33499" y="2263349"/>
              <a:ext cx="699655" cy="699655"/>
            </a:xfrm>
            <a:prstGeom prst="rect">
              <a:avLst/>
            </a:prstGeom>
          </p:spPr>
        </p:pic>
        <p:pic>
          <p:nvPicPr>
            <p:cNvPr id="15" name="Grafik 14" descr="Pfeil Kreis Silhouette">
              <a:extLst>
                <a:ext uri="{FF2B5EF4-FFF2-40B4-BE49-F238E27FC236}">
                  <a16:creationId xmlns:a16="http://schemas.microsoft.com/office/drawing/2014/main" id="{AFD8DD59-5E3B-34F8-6267-FF1D933CC0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33499" y="3145884"/>
              <a:ext cx="699655" cy="699655"/>
            </a:xfrm>
            <a:prstGeom prst="rect">
              <a:avLst/>
            </a:prstGeom>
          </p:spPr>
        </p:pic>
        <p:pic>
          <p:nvPicPr>
            <p:cNvPr id="16" name="Grafik 15" descr="Uhr Silhouette">
              <a:extLst>
                <a:ext uri="{FF2B5EF4-FFF2-40B4-BE49-F238E27FC236}">
                  <a16:creationId xmlns:a16="http://schemas.microsoft.com/office/drawing/2014/main" id="{AC33B23B-F11D-7C56-C6B7-EBDAC15020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333499" y="4028419"/>
              <a:ext cx="699655" cy="699655"/>
            </a:xfrm>
            <a:prstGeom prst="rect">
              <a:avLst/>
            </a:prstGeom>
          </p:spPr>
        </p:pic>
        <p:pic>
          <p:nvPicPr>
            <p:cNvPr id="17" name="Grafik 16" descr="Wecker Silhouette">
              <a:extLst>
                <a:ext uri="{FF2B5EF4-FFF2-40B4-BE49-F238E27FC236}">
                  <a16:creationId xmlns:a16="http://schemas.microsoft.com/office/drawing/2014/main" id="{E282472F-A384-7DDA-BDE3-3B389E440B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216034" y="2263349"/>
              <a:ext cx="699655" cy="699655"/>
            </a:xfrm>
            <a:prstGeom prst="rect">
              <a:avLst/>
            </a:prstGeom>
          </p:spPr>
        </p:pic>
        <p:pic>
          <p:nvPicPr>
            <p:cNvPr id="19" name="Grafik 18" descr="Pfeil nach rechts Silhouette">
              <a:extLst>
                <a:ext uri="{FF2B5EF4-FFF2-40B4-BE49-F238E27FC236}">
                  <a16:creationId xmlns:a16="http://schemas.microsoft.com/office/drawing/2014/main" id="{DB38A09F-3C85-4D6E-5A9E-ED5AE2A5EF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216034" y="3145884"/>
              <a:ext cx="699655" cy="699655"/>
            </a:xfrm>
            <a:prstGeom prst="rect">
              <a:avLst/>
            </a:prstGeom>
          </p:spPr>
        </p:pic>
        <p:pic>
          <p:nvPicPr>
            <p:cNvPr id="21" name="Grafik 20" descr="Schließen Silhouette">
              <a:extLst>
                <a:ext uri="{FF2B5EF4-FFF2-40B4-BE49-F238E27FC236}">
                  <a16:creationId xmlns:a16="http://schemas.microsoft.com/office/drawing/2014/main" id="{CE1C520E-C27E-B938-8407-05844400B4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216034" y="4028419"/>
              <a:ext cx="699655" cy="699655"/>
            </a:xfrm>
            <a:prstGeom prst="rect">
              <a:avLst/>
            </a:prstGeom>
          </p:spPr>
        </p:pic>
        <p:pic>
          <p:nvPicPr>
            <p:cNvPr id="22" name="Grafik 21" descr="Datenbank Silhouette">
              <a:extLst>
                <a:ext uri="{FF2B5EF4-FFF2-40B4-BE49-F238E27FC236}">
                  <a16:creationId xmlns:a16="http://schemas.microsoft.com/office/drawing/2014/main" id="{229F3651-F010-9901-80FD-6FAF8E7611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863638" y="4028419"/>
              <a:ext cx="699655" cy="699655"/>
            </a:xfrm>
            <a:prstGeom prst="rect">
              <a:avLst/>
            </a:prstGeom>
          </p:spPr>
        </p:pic>
        <p:pic>
          <p:nvPicPr>
            <p:cNvPr id="24" name="Grafik 23" descr="Pipette Silhouette">
              <a:extLst>
                <a:ext uri="{FF2B5EF4-FFF2-40B4-BE49-F238E27FC236}">
                  <a16:creationId xmlns:a16="http://schemas.microsoft.com/office/drawing/2014/main" id="{E4C4A057-DE45-0572-5C30-779052933E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333499" y="4910955"/>
              <a:ext cx="699655" cy="699655"/>
            </a:xfrm>
            <a:prstGeom prst="rect">
              <a:avLst/>
            </a:prstGeom>
          </p:spPr>
        </p:pic>
        <p:pic>
          <p:nvPicPr>
            <p:cNvPr id="25" name="Grafik 24" descr="Balkendiagramm mit Aufwärtstrend Silhouette">
              <a:extLst>
                <a:ext uri="{FF2B5EF4-FFF2-40B4-BE49-F238E27FC236}">
                  <a16:creationId xmlns:a16="http://schemas.microsoft.com/office/drawing/2014/main" id="{6401D3CC-F409-4B97-CBDF-AB0DDADAEE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098569" y="3145884"/>
              <a:ext cx="699655" cy="699655"/>
            </a:xfrm>
            <a:prstGeom prst="rect">
              <a:avLst/>
            </a:prstGeom>
          </p:spPr>
        </p:pic>
        <p:pic>
          <p:nvPicPr>
            <p:cNvPr id="26" name="Grafik 41" descr="Cmd (Terminal) Silhouette">
              <a:extLst>
                <a:ext uri="{FF2B5EF4-FFF2-40B4-BE49-F238E27FC236}">
                  <a16:creationId xmlns:a16="http://schemas.microsoft.com/office/drawing/2014/main" id="{60ED4823-79EA-184E-DC94-3967D96E6A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098569" y="4028419"/>
              <a:ext cx="699655" cy="699655"/>
            </a:xfrm>
            <a:prstGeom prst="rect">
              <a:avLst/>
            </a:prstGeom>
          </p:spPr>
        </p:pic>
        <p:pic>
          <p:nvPicPr>
            <p:cNvPr id="27" name="Grafik 26" descr="Griechischer Tempel Silhouette">
              <a:extLst>
                <a:ext uri="{FF2B5EF4-FFF2-40B4-BE49-F238E27FC236}">
                  <a16:creationId xmlns:a16="http://schemas.microsoft.com/office/drawing/2014/main" id="{7E633ECA-379E-D08B-89AC-1D67CD7E8E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098569" y="2263349"/>
              <a:ext cx="699655" cy="699655"/>
            </a:xfrm>
            <a:prstGeom prst="rect">
              <a:avLst/>
            </a:prstGeom>
          </p:spPr>
        </p:pic>
        <p:pic>
          <p:nvPicPr>
            <p:cNvPr id="28" name="Grafik 27" descr="Bücher Silhouette">
              <a:extLst>
                <a:ext uri="{FF2B5EF4-FFF2-40B4-BE49-F238E27FC236}">
                  <a16:creationId xmlns:a16="http://schemas.microsoft.com/office/drawing/2014/main" id="{4D8CA5B1-A019-265D-9C2A-ACAC7DDB76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981104" y="3145884"/>
              <a:ext cx="699655" cy="699655"/>
            </a:xfrm>
            <a:prstGeom prst="rect">
              <a:avLst/>
            </a:prstGeom>
          </p:spPr>
        </p:pic>
        <p:pic>
          <p:nvPicPr>
            <p:cNvPr id="34" name="Grafik 33" descr="Kommentar (wichtig) Silhouette">
              <a:extLst>
                <a:ext uri="{FF2B5EF4-FFF2-40B4-BE49-F238E27FC236}">
                  <a16:creationId xmlns:a16="http://schemas.microsoft.com/office/drawing/2014/main" id="{92B57733-B717-1DA2-5ED0-522121933D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981104" y="4028419"/>
              <a:ext cx="699655" cy="699655"/>
            </a:xfrm>
            <a:prstGeom prst="rect">
              <a:avLst/>
            </a:prstGeom>
          </p:spPr>
        </p:pic>
        <p:pic>
          <p:nvPicPr>
            <p:cNvPr id="35" name="Grafik 34" descr="Grinsende Gesichtskontur Silhouette">
              <a:extLst>
                <a:ext uri="{FF2B5EF4-FFF2-40B4-BE49-F238E27FC236}">
                  <a16:creationId xmlns:a16="http://schemas.microsoft.com/office/drawing/2014/main" id="{01797E1A-DB8E-5958-260C-92192CE856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3981104" y="2263349"/>
              <a:ext cx="699655" cy="699655"/>
            </a:xfrm>
            <a:prstGeom prst="rect">
              <a:avLst/>
            </a:prstGeom>
          </p:spPr>
        </p:pic>
        <p:pic>
          <p:nvPicPr>
            <p:cNvPr id="36" name="Grafik 35" descr="Schachtel Silhouette">
              <a:extLst>
                <a:ext uri="{FF2B5EF4-FFF2-40B4-BE49-F238E27FC236}">
                  <a16:creationId xmlns:a16="http://schemas.microsoft.com/office/drawing/2014/main" id="{725948AF-0F6E-CFAA-780F-484E8B59A6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863639" y="3145884"/>
              <a:ext cx="699655" cy="699655"/>
            </a:xfrm>
            <a:prstGeom prst="rect">
              <a:avLst/>
            </a:prstGeom>
          </p:spPr>
        </p:pic>
        <p:pic>
          <p:nvPicPr>
            <p:cNvPr id="37" name="Grafik 36" descr="Ärztin Silhouette">
              <a:extLst>
                <a:ext uri="{FF2B5EF4-FFF2-40B4-BE49-F238E27FC236}">
                  <a16:creationId xmlns:a16="http://schemas.microsoft.com/office/drawing/2014/main" id="{9CEB8882-8747-28E2-3FDE-E993A4E10F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5746174" y="4028419"/>
              <a:ext cx="699655" cy="699655"/>
            </a:xfrm>
            <a:prstGeom prst="rect">
              <a:avLst/>
            </a:prstGeom>
          </p:spPr>
        </p:pic>
        <p:pic>
          <p:nvPicPr>
            <p:cNvPr id="67" name="Grafik 66" descr="Gruppe Silhouette">
              <a:extLst>
                <a:ext uri="{FF2B5EF4-FFF2-40B4-BE49-F238E27FC236}">
                  <a16:creationId xmlns:a16="http://schemas.microsoft.com/office/drawing/2014/main" id="{33B292F0-A525-3C80-54F4-08656E5CC5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4863639" y="2263349"/>
              <a:ext cx="699655" cy="699655"/>
            </a:xfrm>
            <a:prstGeom prst="rect">
              <a:avLst/>
            </a:prstGeom>
          </p:spPr>
        </p:pic>
        <p:pic>
          <p:nvPicPr>
            <p:cNvPr id="68" name="Grafik 67" descr="Aktenkoffer Silhouette">
              <a:extLst>
                <a:ext uri="{FF2B5EF4-FFF2-40B4-BE49-F238E27FC236}">
                  <a16:creationId xmlns:a16="http://schemas.microsoft.com/office/drawing/2014/main" id="{703A4BFE-D63B-927B-5364-D0AAB72E48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5746174" y="3145884"/>
              <a:ext cx="699655" cy="699655"/>
            </a:xfrm>
            <a:prstGeom prst="rect">
              <a:avLst/>
            </a:prstGeom>
          </p:spPr>
        </p:pic>
        <p:pic>
          <p:nvPicPr>
            <p:cNvPr id="69" name="Grafik 68" descr="Arzt Silhouette">
              <a:extLst>
                <a:ext uri="{FF2B5EF4-FFF2-40B4-BE49-F238E27FC236}">
                  <a16:creationId xmlns:a16="http://schemas.microsoft.com/office/drawing/2014/main" id="{7272A468-E011-BCC0-C5B2-719E5D23EF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6628710" y="4028419"/>
              <a:ext cx="699655" cy="699655"/>
            </a:xfrm>
            <a:prstGeom prst="rect">
              <a:avLst/>
            </a:prstGeom>
          </p:spPr>
        </p:pic>
        <p:pic>
          <p:nvPicPr>
            <p:cNvPr id="70" name="Grafik 69" descr="Gruppenbrainstorming Silhouette">
              <a:extLst>
                <a:ext uri="{FF2B5EF4-FFF2-40B4-BE49-F238E27FC236}">
                  <a16:creationId xmlns:a16="http://schemas.microsoft.com/office/drawing/2014/main" id="{A3577466-DF21-2DB8-74B1-1F1738892D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746174" y="2263349"/>
              <a:ext cx="699655" cy="699655"/>
            </a:xfrm>
            <a:prstGeom prst="rect">
              <a:avLst/>
            </a:prstGeom>
          </p:spPr>
        </p:pic>
        <p:pic>
          <p:nvPicPr>
            <p:cNvPr id="71" name="Grafik 70" descr="Callcenter Silhouette">
              <a:extLst>
                <a:ext uri="{FF2B5EF4-FFF2-40B4-BE49-F238E27FC236}">
                  <a16:creationId xmlns:a16="http://schemas.microsoft.com/office/drawing/2014/main" id="{EBFB678E-5FAD-530F-E396-28AA00828D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628710" y="3145884"/>
              <a:ext cx="699655" cy="699655"/>
            </a:xfrm>
            <a:prstGeom prst="rect">
              <a:avLst/>
            </a:prstGeom>
          </p:spPr>
        </p:pic>
        <p:pic>
          <p:nvPicPr>
            <p:cNvPr id="72" name="Grafik 71" descr="Umschlag Silhouette">
              <a:extLst>
                <a:ext uri="{FF2B5EF4-FFF2-40B4-BE49-F238E27FC236}">
                  <a16:creationId xmlns:a16="http://schemas.microsoft.com/office/drawing/2014/main" id="{9E982975-F0E6-7048-E0BD-065833C7F2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7511244" y="4028419"/>
              <a:ext cx="699655" cy="699655"/>
            </a:xfrm>
            <a:prstGeom prst="rect">
              <a:avLst/>
            </a:prstGeom>
          </p:spPr>
        </p:pic>
        <p:pic>
          <p:nvPicPr>
            <p:cNvPr id="73" name="Grafik 72" descr="Herz Silhouette">
              <a:extLst>
                <a:ext uri="{FF2B5EF4-FFF2-40B4-BE49-F238E27FC236}">
                  <a16:creationId xmlns:a16="http://schemas.microsoft.com/office/drawing/2014/main" id="{54F45CEA-0099-C668-7C63-762BB5A4BF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628710" y="2263349"/>
              <a:ext cx="699655" cy="699655"/>
            </a:xfrm>
            <a:prstGeom prst="rect">
              <a:avLst/>
            </a:prstGeom>
          </p:spPr>
        </p:pic>
        <p:pic>
          <p:nvPicPr>
            <p:cNvPr id="74" name="Grafik 73" descr="Pflege Silhouette">
              <a:extLst>
                <a:ext uri="{FF2B5EF4-FFF2-40B4-BE49-F238E27FC236}">
                  <a16:creationId xmlns:a16="http://schemas.microsoft.com/office/drawing/2014/main" id="{42734CC7-CE26-AE7D-4834-1515B2E0D6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7511244" y="3145884"/>
              <a:ext cx="699655" cy="699655"/>
            </a:xfrm>
            <a:prstGeom prst="rect">
              <a:avLst/>
            </a:prstGeom>
          </p:spPr>
        </p:pic>
        <p:pic>
          <p:nvPicPr>
            <p:cNvPr id="75" name="Grafik 74" descr="Euro Silhouette">
              <a:extLst>
                <a:ext uri="{FF2B5EF4-FFF2-40B4-BE49-F238E27FC236}">
                  <a16:creationId xmlns:a16="http://schemas.microsoft.com/office/drawing/2014/main" id="{80DBF84D-4F9C-96E1-822F-2EACBD78A2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8393777" y="4028419"/>
              <a:ext cx="699655" cy="699655"/>
            </a:xfrm>
            <a:prstGeom prst="rect">
              <a:avLst/>
            </a:prstGeom>
          </p:spPr>
        </p:pic>
        <p:pic>
          <p:nvPicPr>
            <p:cNvPr id="76" name="Grafik 75" descr="Hilfe Silhouette">
              <a:extLst>
                <a:ext uri="{FF2B5EF4-FFF2-40B4-BE49-F238E27FC236}">
                  <a16:creationId xmlns:a16="http://schemas.microsoft.com/office/drawing/2014/main" id="{DBBAFA96-982A-8418-C316-8861696DEA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511244" y="2263349"/>
              <a:ext cx="699655" cy="699655"/>
            </a:xfrm>
            <a:prstGeom prst="rect">
              <a:avLst/>
            </a:prstGeom>
          </p:spPr>
        </p:pic>
        <p:pic>
          <p:nvPicPr>
            <p:cNvPr id="77" name="Grafik 76" descr="Chat Silhouette">
              <a:extLst>
                <a:ext uri="{FF2B5EF4-FFF2-40B4-BE49-F238E27FC236}">
                  <a16:creationId xmlns:a16="http://schemas.microsoft.com/office/drawing/2014/main" id="{526D90E5-B0CD-1574-C84B-3FF9B69CE0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393779" y="3145884"/>
              <a:ext cx="699655" cy="699655"/>
            </a:xfrm>
            <a:prstGeom prst="rect">
              <a:avLst/>
            </a:prstGeom>
          </p:spPr>
        </p:pic>
        <p:pic>
          <p:nvPicPr>
            <p:cNvPr id="78" name="Grafik 77" descr="Verbandskasten Silhouette">
              <a:extLst>
                <a:ext uri="{FF2B5EF4-FFF2-40B4-BE49-F238E27FC236}">
                  <a16:creationId xmlns:a16="http://schemas.microsoft.com/office/drawing/2014/main" id="{237D8BEE-CF86-C516-128E-AF2EA543C3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9276313" y="4028419"/>
              <a:ext cx="699655" cy="699655"/>
            </a:xfrm>
            <a:prstGeom prst="rect">
              <a:avLst/>
            </a:prstGeom>
          </p:spPr>
        </p:pic>
        <p:pic>
          <p:nvPicPr>
            <p:cNvPr id="79" name="Grafik 78" descr="Start Silhouette">
              <a:extLst>
                <a:ext uri="{FF2B5EF4-FFF2-40B4-BE49-F238E27FC236}">
                  <a16:creationId xmlns:a16="http://schemas.microsoft.com/office/drawing/2014/main" id="{05AA9C78-3F41-DD03-C32B-FBB9C83AA1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8393779" y="2263349"/>
              <a:ext cx="699655" cy="699655"/>
            </a:xfrm>
            <a:prstGeom prst="rect">
              <a:avLst/>
            </a:prstGeom>
          </p:spPr>
        </p:pic>
        <p:pic>
          <p:nvPicPr>
            <p:cNvPr id="80" name="Grafik 79" descr="Chemikalien Silhouette">
              <a:extLst>
                <a:ext uri="{FF2B5EF4-FFF2-40B4-BE49-F238E27FC236}">
                  <a16:creationId xmlns:a16="http://schemas.microsoft.com/office/drawing/2014/main" id="{F37F2B18-A73A-5248-D80F-C27B814457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9276314" y="3145884"/>
              <a:ext cx="699655" cy="699655"/>
            </a:xfrm>
            <a:prstGeom prst="rect">
              <a:avLst/>
            </a:prstGeom>
          </p:spPr>
        </p:pic>
        <p:pic>
          <p:nvPicPr>
            <p:cNvPr id="81" name="Grafik 80" descr="Kennzeichen Silhouette">
              <a:extLst>
                <a:ext uri="{FF2B5EF4-FFF2-40B4-BE49-F238E27FC236}">
                  <a16:creationId xmlns:a16="http://schemas.microsoft.com/office/drawing/2014/main" id="{C0FA4084-5D4E-631B-7E9C-1794643C33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0158849" y="4028419"/>
              <a:ext cx="699655" cy="699655"/>
            </a:xfrm>
            <a:prstGeom prst="rect">
              <a:avLst/>
            </a:prstGeom>
          </p:spPr>
        </p:pic>
        <p:pic>
          <p:nvPicPr>
            <p:cNvPr id="82" name="Grafik 81" descr="Sanduhr 60% Silhouette">
              <a:extLst>
                <a:ext uri="{FF2B5EF4-FFF2-40B4-BE49-F238E27FC236}">
                  <a16:creationId xmlns:a16="http://schemas.microsoft.com/office/drawing/2014/main" id="{CA7248B9-BC99-3FFF-01A1-E50A629354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9276314" y="2263349"/>
              <a:ext cx="699655" cy="699655"/>
            </a:xfrm>
            <a:prstGeom prst="rect">
              <a:avLst/>
            </a:prstGeom>
          </p:spPr>
        </p:pic>
        <p:pic>
          <p:nvPicPr>
            <p:cNvPr id="83" name="Grafik 31" descr="Kreisförmiges Flussdiagramm Silhouette">
              <a:extLst>
                <a:ext uri="{FF2B5EF4-FFF2-40B4-BE49-F238E27FC236}">
                  <a16:creationId xmlns:a16="http://schemas.microsoft.com/office/drawing/2014/main" id="{E6632652-4669-B9DB-82F4-C0BA65A0DF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10158850" y="3145884"/>
              <a:ext cx="699655" cy="699655"/>
            </a:xfrm>
            <a:prstGeom prst="rect">
              <a:avLst/>
            </a:prstGeom>
          </p:spPr>
        </p:pic>
        <p:pic>
          <p:nvPicPr>
            <p:cNvPr id="84" name="Grafik 83" descr="Hospital Silhouette">
              <a:extLst>
                <a:ext uri="{FF2B5EF4-FFF2-40B4-BE49-F238E27FC236}">
                  <a16:creationId xmlns:a16="http://schemas.microsoft.com/office/drawing/2014/main" id="{DCF02F32-5274-CC90-3BFE-9A4D59D274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1041382" y="4028419"/>
              <a:ext cx="699655" cy="699655"/>
            </a:xfrm>
            <a:prstGeom prst="rect">
              <a:avLst/>
            </a:prstGeom>
          </p:spPr>
        </p:pic>
        <p:pic>
          <p:nvPicPr>
            <p:cNvPr id="85" name="Grafik 84" descr="Posteingang Silhouette">
              <a:extLst>
                <a:ext uri="{FF2B5EF4-FFF2-40B4-BE49-F238E27FC236}">
                  <a16:creationId xmlns:a16="http://schemas.microsoft.com/office/drawing/2014/main" id="{8201FD6F-9F75-A41B-FA0F-0DC2B00532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10158850" y="2263349"/>
              <a:ext cx="699655" cy="699655"/>
            </a:xfrm>
            <a:prstGeom prst="rect">
              <a:avLst/>
            </a:prstGeom>
          </p:spPr>
        </p:pic>
        <p:pic>
          <p:nvPicPr>
            <p:cNvPr id="86" name="Grafik 85" descr="Klemmbrett Silhouette">
              <a:extLst>
                <a:ext uri="{FF2B5EF4-FFF2-40B4-BE49-F238E27FC236}">
                  <a16:creationId xmlns:a16="http://schemas.microsoft.com/office/drawing/2014/main" id="{79A43B62-D3AA-166D-AAE0-68A8053C15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1041382" y="3145884"/>
              <a:ext cx="699655" cy="699655"/>
            </a:xfrm>
            <a:prstGeom prst="rect">
              <a:avLst/>
            </a:prstGeom>
          </p:spPr>
        </p:pic>
        <p:pic>
          <p:nvPicPr>
            <p:cNvPr id="87" name="Grafik 86" descr="Medizin Silhouette">
              <a:extLst>
                <a:ext uri="{FF2B5EF4-FFF2-40B4-BE49-F238E27FC236}">
                  <a16:creationId xmlns:a16="http://schemas.microsoft.com/office/drawing/2014/main" id="{7ABBBE0F-8968-C1A0-BC2C-EAC870DFE5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450964" y="4910954"/>
              <a:ext cx="699655" cy="699655"/>
            </a:xfrm>
            <a:prstGeom prst="rect">
              <a:avLst/>
            </a:prstGeom>
          </p:spPr>
        </p:pic>
        <p:pic>
          <p:nvPicPr>
            <p:cNvPr id="88" name="Grafik 87" descr="Internet der Dinge Silhouette">
              <a:extLst>
                <a:ext uri="{FF2B5EF4-FFF2-40B4-BE49-F238E27FC236}">
                  <a16:creationId xmlns:a16="http://schemas.microsoft.com/office/drawing/2014/main" id="{C5038928-7477-99C4-06A7-E5ADFB922D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1041382" y="2263349"/>
              <a:ext cx="699655" cy="6996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83375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Grafiken, Screenshot, Kreis, Grafikdesign enthält.&#10;&#10;KI-generierte Inhalte können fehlerhaft sein.">
            <a:extLst>
              <a:ext uri="{FF2B5EF4-FFF2-40B4-BE49-F238E27FC236}">
                <a16:creationId xmlns:a16="http://schemas.microsoft.com/office/drawing/2014/main" id="{E7E202B8-5743-F6A4-DD49-1ECA7C8D6527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9638" y="406399"/>
            <a:ext cx="733425" cy="733425"/>
          </a:xfrm>
          <a:prstGeom prst="rect">
            <a:avLst/>
          </a:prstGeom>
        </p:spPr>
      </p:pic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8D7E4735-8EB6-AEC1-162D-055CED90443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960260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1" imgW="479" imgH="478" progId="TCLayout.ActiveDocument.1">
                  <p:embed/>
                </p:oleObj>
              </mc:Choice>
              <mc:Fallback>
                <p:oleObj name="think-cell Slide" r:id="rId51" imgW="479" imgH="478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8D7E4735-8EB6-AEC1-162D-055CED9044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6D087F9-7916-0709-EF8C-864F76CC4EF5}"/>
              </a:ext>
            </a:extLst>
          </p:cNvPr>
          <p:cNvSpPr txBox="1">
            <a:spLocks/>
          </p:cNvSpPr>
          <p:nvPr userDrawn="1"/>
        </p:nvSpPr>
        <p:spPr>
          <a:xfrm>
            <a:off x="11101546" y="6299200"/>
            <a:ext cx="743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EB7FA4-D16D-498B-9843-862279835448}" type="slidenum">
              <a:rPr lang="en-GB" sz="1100" b="0" smtClean="0">
                <a:solidFill>
                  <a:schemeClr val="tx1"/>
                </a:solidFill>
                <a:latin typeface="Abadi" panose="020B0604020104020204" pitchFamily="34" charset="0"/>
                <a:cs typeface="Segoe UI" panose="020B0502040204020203" pitchFamily="34" charset="0"/>
                <a:sym typeface="Segoe UI" panose="020B0502040204020203" pitchFamily="34" charset="0"/>
              </a:rPr>
              <a:pPr/>
              <a:t>‹Nr.›</a:t>
            </a:fld>
            <a:endParaRPr lang="en-GB" sz="1100" b="0">
              <a:solidFill>
                <a:schemeClr val="tx1"/>
              </a:solidFill>
              <a:latin typeface="Abadi" panose="020B0604020104020204" pitchFamily="34" charset="0"/>
              <a:cs typeface="Segoe UI" panose="020B0502040204020203" pitchFamily="34" charset="0"/>
              <a:sym typeface="Segoe UI" panose="020B0502040204020203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839D14-6CE6-F3F3-7A8B-029107738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43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76" r:id="rId3"/>
    <p:sldLayoutId id="2147483655" r:id="rId4"/>
    <p:sldLayoutId id="2147483660" r:id="rId5"/>
    <p:sldLayoutId id="2147483698" r:id="rId6"/>
    <p:sldLayoutId id="2147483697" r:id="rId7"/>
    <p:sldLayoutId id="2147483699" r:id="rId8"/>
    <p:sldLayoutId id="2147483654" r:id="rId9"/>
    <p:sldLayoutId id="2147483656" r:id="rId10"/>
    <p:sldLayoutId id="2147483667" r:id="rId11"/>
    <p:sldLayoutId id="2147483689" r:id="rId12"/>
    <p:sldLayoutId id="2147483665" r:id="rId13"/>
    <p:sldLayoutId id="2147483649" r:id="rId14"/>
    <p:sldLayoutId id="2147483683" r:id="rId15"/>
    <p:sldLayoutId id="2147483652" r:id="rId16"/>
    <p:sldLayoutId id="2147483653" r:id="rId17"/>
    <p:sldLayoutId id="2147483692" r:id="rId18"/>
    <p:sldLayoutId id="2147483662" r:id="rId19"/>
    <p:sldLayoutId id="2147483669" r:id="rId20"/>
    <p:sldLayoutId id="2147483702" r:id="rId21"/>
    <p:sldLayoutId id="2147483670" r:id="rId22"/>
    <p:sldLayoutId id="2147483682" r:id="rId23"/>
    <p:sldLayoutId id="2147483671" r:id="rId24"/>
    <p:sldLayoutId id="2147483672" r:id="rId25"/>
    <p:sldLayoutId id="2147483668" r:id="rId26"/>
    <p:sldLayoutId id="2147483666" r:id="rId27"/>
    <p:sldLayoutId id="2147483673" r:id="rId28"/>
    <p:sldLayoutId id="2147483674" r:id="rId29"/>
    <p:sldLayoutId id="2147483661" r:id="rId30"/>
    <p:sldLayoutId id="2147483663" r:id="rId31"/>
    <p:sldLayoutId id="2147483664" r:id="rId32"/>
    <p:sldLayoutId id="2147483675" r:id="rId33"/>
    <p:sldLayoutId id="2147483658" r:id="rId34"/>
    <p:sldLayoutId id="2147483694" r:id="rId35"/>
    <p:sldLayoutId id="2147483659" r:id="rId36"/>
    <p:sldLayoutId id="2147483691" r:id="rId37"/>
    <p:sldLayoutId id="2147483690" r:id="rId38"/>
    <p:sldLayoutId id="2147483695" r:id="rId39"/>
    <p:sldLayoutId id="2147483687" r:id="rId40"/>
    <p:sldLayoutId id="2147483684" r:id="rId41"/>
    <p:sldLayoutId id="2147483680" r:id="rId42"/>
    <p:sldLayoutId id="2147483681" r:id="rId43"/>
    <p:sldLayoutId id="2147483685" r:id="rId44"/>
    <p:sldLayoutId id="2147483686" r:id="rId45"/>
    <p:sldLayoutId id="2147483693" r:id="rId46"/>
    <p:sldLayoutId id="2147483696" r:id="rId47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2" userDrawn="1">
          <p15:clr>
            <a:srgbClr val="F26B43"/>
          </p15:clr>
        </p15:guide>
        <p15:guide id="2" orient="horz" pos="938" userDrawn="1">
          <p15:clr>
            <a:srgbClr val="F26B43"/>
          </p15:clr>
        </p15:guide>
        <p15:guide id="3" pos="7404" userDrawn="1">
          <p15:clr>
            <a:srgbClr val="F26B43"/>
          </p15:clr>
        </p15:guide>
        <p15:guide id="4" orient="horz" pos="38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0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Relationship Id="rId6" Type="http://schemas.openxmlformats.org/officeDocument/2006/relationships/image" Target="../media/image89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4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1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51.xml"/><Relationship Id="rId6" Type="http://schemas.openxmlformats.org/officeDocument/2006/relationships/hyperlink" Target="https://bem365.de/" TargetMode="Externa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3.png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52.xml"/><Relationship Id="rId6" Type="http://schemas.openxmlformats.org/officeDocument/2006/relationships/image" Target="../media/image92.svg"/><Relationship Id="rId5" Type="http://schemas.openxmlformats.org/officeDocument/2006/relationships/image" Target="../media/image4.emf"/><Relationship Id="rId4" Type="http://schemas.openxmlformats.org/officeDocument/2006/relationships/oleObject" Target="../embeddings/oleObject46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svg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6.xml"/><Relationship Id="rId1" Type="http://schemas.openxmlformats.org/officeDocument/2006/relationships/tags" Target="../tags/tag53.xml"/><Relationship Id="rId6" Type="http://schemas.openxmlformats.org/officeDocument/2006/relationships/image" Target="../media/image90.svg"/><Relationship Id="rId5" Type="http://schemas.openxmlformats.org/officeDocument/2006/relationships/image" Target="../media/image4.emf"/><Relationship Id="rId4" Type="http://schemas.openxmlformats.org/officeDocument/2006/relationships/oleObject" Target="../embeddings/oleObject4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17A5C-7828-42E5-620D-3B93A225E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0D30471-1BC7-2C7F-B4A2-719B5BBF77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392" progId="TCLayout.ActiveDocument.1">
                  <p:embed/>
                </p:oleObj>
              </mc:Choice>
              <mc:Fallback>
                <p:oleObj name="think-cell Slide" r:id="rId4" imgW="405" imgH="392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D30471-1BC7-2C7F-B4A2-719B5BBF77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10D1841-E493-86F4-E5B2-2D9E919691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0605" y="3242373"/>
            <a:ext cx="4714789" cy="603883"/>
          </a:xfrm>
        </p:spPr>
        <p:txBody>
          <a:bodyPr/>
          <a:lstStyle/>
          <a:p>
            <a:r>
              <a:rPr lang="en-US"/>
              <a:t>BEM </a:t>
            </a:r>
            <a:r>
              <a:rPr lang="en-US" err="1"/>
              <a:t>kann</a:t>
            </a:r>
            <a:r>
              <a:rPr lang="en-US"/>
              <a:t> </a:t>
            </a:r>
            <a:r>
              <a:rPr lang="en-US" err="1"/>
              <a:t>auch</a:t>
            </a:r>
            <a:r>
              <a:rPr lang="en-US"/>
              <a:t> </a:t>
            </a:r>
            <a:r>
              <a:rPr lang="en-US" err="1"/>
              <a:t>einfach</a:t>
            </a:r>
            <a:r>
              <a:rPr lang="en-US"/>
              <a:t> sein!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78517CD-CBC1-9BE4-B6EA-80A7EBD490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www.gesundheitsmanagement.com</a:t>
            </a:r>
          </a:p>
        </p:txBody>
      </p:sp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A8752960-F303-4A27-06F1-11B53DE3020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19" r="21201"/>
          <a:stretch>
            <a:fillRect/>
          </a:stretch>
        </p:blipFill>
        <p:spPr>
          <a:xfrm>
            <a:off x="6095998" y="-1"/>
            <a:ext cx="6096001" cy="6858000"/>
          </a:xfrm>
        </p:spPr>
      </p:pic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FB0B16D1-4483-04A8-27E3-7657E75BB66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3943" r="-5981"/>
          <a:stretch>
            <a:fillRect/>
          </a:stretch>
        </p:blipFill>
        <p:spPr>
          <a:xfrm>
            <a:off x="690605" y="1346341"/>
            <a:ext cx="3962400" cy="1223318"/>
          </a:xfrm>
        </p:spPr>
      </p:pic>
    </p:spTree>
    <p:extLst>
      <p:ext uri="{BB962C8B-B14F-4D97-AF65-F5344CB8AC3E}">
        <p14:creationId xmlns:p14="http://schemas.microsoft.com/office/powerpoint/2010/main" val="533409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6BCB6-B60D-91AB-31CC-662E8910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3B88069-0402-68E0-D432-E0325078739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392" progId="TCLayout.ActiveDocument.1">
                  <p:embed/>
                </p:oleObj>
              </mc:Choice>
              <mc:Fallback>
                <p:oleObj name="think-cell Slide" r:id="rId4" imgW="405" imgH="392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B88069-0402-68E0-D432-E032507873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733CC6-0BC4-B2C1-2664-894170323F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sz="3200"/>
              <a:t>Institut für Gesundheit und Management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C9058F8-B6D6-0F3F-C475-737FE10A02A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23589" y="3429000"/>
            <a:ext cx="7437881" cy="123417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b="1"/>
              <a:t>Gründung 1990</a:t>
            </a:r>
          </a:p>
          <a:p>
            <a:pPr>
              <a:lnSpc>
                <a:spcPct val="100000"/>
              </a:lnSpc>
            </a:pPr>
            <a:r>
              <a:rPr lang="de-DE" b="1"/>
              <a:t>Seit 2025 Teil der </a:t>
            </a:r>
            <a:r>
              <a:rPr lang="de-DE" b="1" err="1"/>
              <a:t>Arsipa</a:t>
            </a:r>
            <a:r>
              <a:rPr lang="de-DE" b="1"/>
              <a:t> Gruppe</a:t>
            </a:r>
            <a:endParaRPr lang="de-DE" b="1">
              <a:ea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lang="de-DE" b="1"/>
              <a:t>Zwei Fachbereiche: Gesundheit &amp; Arbeitssicherheit</a:t>
            </a:r>
            <a:endParaRPr lang="de-DE" b="1">
              <a:ea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lang="de-DE" b="1"/>
              <a:t>Standorte: Leipzig, Leverkusen, Sulzbach-Rosenberg (BY), Paderborn</a:t>
            </a:r>
            <a:endParaRPr lang="de-DE" b="1">
              <a:ea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lang="de-DE" b="1"/>
              <a:t>Expertise im Bereich betriebliches Gesundheitsmanagement, Fehlzeitenmanagement, Führung &amp; Diagnostik</a:t>
            </a:r>
            <a:endParaRPr lang="de-DE" b="1">
              <a:ea typeface="Calibri Light"/>
              <a:cs typeface="Calibri Light"/>
            </a:endParaRPr>
          </a:p>
          <a:p>
            <a:pPr>
              <a:lnSpc>
                <a:spcPct val="100000"/>
              </a:lnSpc>
            </a:pPr>
            <a:r>
              <a:rPr lang="de-DE" b="1"/>
              <a:t>Expertise im Betrieblichen Eingliederungsmanagement – voll digitalisiert mit </a:t>
            </a:r>
            <a:r>
              <a:rPr lang="de-DE" b="1">
                <a:hlinkClick r:id="rId6"/>
              </a:rPr>
              <a:t>BEM365</a:t>
            </a:r>
            <a:endParaRPr lang="de-DE" b="1"/>
          </a:p>
          <a:p>
            <a:endParaRPr lang="de-DE"/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C858A18F-418E-702E-AFB3-E1A8298A8B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01E79819-EA1A-67B6-905D-E2D78426269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4F6C4613-4C09-8BCC-1925-FA0519D9526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B67EC1FA-A77B-9E22-584E-E18A156504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939" y="2110545"/>
            <a:ext cx="3962743" cy="12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82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>
            <a:extLst>
              <a:ext uri="{FF2B5EF4-FFF2-40B4-BE49-F238E27FC236}">
                <a16:creationId xmlns:a16="http://schemas.microsoft.com/office/drawing/2014/main" id="{D0D485EB-6611-CD03-9BED-C193A0052D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20951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392" progId="TCLayout.ActiveDocument.1">
                  <p:embed/>
                </p:oleObj>
              </mc:Choice>
              <mc:Fallback>
                <p:oleObj name="think-cell Slide" r:id="rId4" imgW="405" imgH="392" progId="TCLayout.ActiveDocument.1">
                  <p:embed/>
                  <p:pic>
                    <p:nvPicPr>
                      <p:cNvPr id="3" name="think-cell data - do not delete">
                        <a:extLst>
                          <a:ext uri="{FF2B5EF4-FFF2-40B4-BE49-F238E27FC236}">
                            <a16:creationId xmlns:a16="http://schemas.microsoft.com/office/drawing/2014/main" id="{D0D485EB-6611-CD03-9BED-C193A0052D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26107856-4E5E-5B64-95B3-0142B36F0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sz="90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EE54E964-EDDF-92B1-7052-FD7557E735C1}"/>
              </a:ext>
            </a:extLst>
          </p:cNvPr>
          <p:cNvSpPr txBox="1">
            <a:spLocks/>
          </p:cNvSpPr>
          <p:nvPr/>
        </p:nvSpPr>
        <p:spPr>
          <a:xfrm>
            <a:off x="431799" y="1086700"/>
            <a:ext cx="10191649" cy="676799"/>
          </a:xfrm>
          <a:prstGeom prst="round2DiagRect">
            <a:avLst/>
          </a:prstGeom>
          <a:solidFill>
            <a:srgbClr val="01264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A4A63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rgbClr val="3A4A63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A4A63"/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rgbClr val="3A4A63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A4A63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rgbClr val="3A4A63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A4A63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rgbClr val="3A4A63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A4A63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rgbClr val="3A4A63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2000">
                <a:solidFill>
                  <a:schemeClr val="bg1"/>
                </a:solidFill>
              </a:rPr>
              <a:t>Unser Ansatz: Schnelle &amp; nachhaltige Wiedereingliederung von Mitarbeitenden in den Arbeitsbetrieb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6399600E-9D78-A6E0-BB12-7ED7027D976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1801" y="2286000"/>
            <a:ext cx="13004800" cy="3225567"/>
          </a:xfrm>
        </p:spPr>
        <p:txBody>
          <a:bodyPr anchor="t"/>
          <a:lstStyle/>
          <a:p>
            <a:pPr marL="0" indent="0">
              <a:buNone/>
            </a:pPr>
            <a:r>
              <a:rPr lang="de-DE" sz="1800" b="1"/>
              <a:t>Maßgeschneiderte &amp; professionelle Lösungen</a:t>
            </a:r>
          </a:p>
          <a:p>
            <a:r>
              <a:rPr lang="de-DE" sz="1600" b="1"/>
              <a:t>Einladungsmanagement</a:t>
            </a:r>
            <a:r>
              <a:rPr lang="de-DE" sz="1600"/>
              <a:t> inkl. Informationsgespräch (Administration, Koordination und Dokumentation)</a:t>
            </a:r>
          </a:p>
          <a:p>
            <a:r>
              <a:rPr lang="de-DE" sz="1600" b="1"/>
              <a:t>Fallmanagement</a:t>
            </a:r>
            <a:r>
              <a:rPr lang="de-DE" sz="1600"/>
              <a:t>                                                    (professionelle, neutrale und digitale Beratung durch BEM-Experten)</a:t>
            </a:r>
          </a:p>
          <a:p>
            <a:r>
              <a:rPr lang="de-DE" sz="1600" b="1"/>
              <a:t>Care-Management</a:t>
            </a:r>
            <a:r>
              <a:rPr lang="de-DE" sz="1600"/>
              <a:t>                                                                 (Facharztterminvergabe, Krankheitsbewältigung)</a:t>
            </a:r>
          </a:p>
          <a:p>
            <a:pPr marL="0" indent="0">
              <a:buNone/>
            </a:pPr>
            <a:endParaRPr lang="de-DE" sz="160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sz="1600">
                <a:sym typeface="Wingdings" panose="05000000000000000000" pitchFamily="2" charset="2"/>
              </a:rPr>
              <a:t> Modulare Zusammenstellung der Leistungen möglich</a:t>
            </a:r>
            <a:endParaRPr lang="de-DE" sz="1600"/>
          </a:p>
          <a:p>
            <a:endParaRPr lang="de-DE">
              <a:ea typeface="Calibri"/>
              <a:cs typeface="Calibri"/>
            </a:endParaRPr>
          </a:p>
          <a:p>
            <a:endParaRPr lang="de-DE">
              <a:ea typeface="Calibri"/>
              <a:cs typeface="Calibri"/>
            </a:endParaRPr>
          </a:p>
          <a:p>
            <a:pPr marL="0" indent="0">
              <a:buNone/>
            </a:pPr>
            <a:endParaRPr lang="de-DE" b="1"/>
          </a:p>
        </p:txBody>
      </p:sp>
      <p:pic>
        <p:nvPicPr>
          <p:cNvPr id="11" name="Grafik 10" descr="Volltreffer mit einfarbiger Füllung">
            <a:extLst>
              <a:ext uri="{FF2B5EF4-FFF2-40B4-BE49-F238E27FC236}">
                <a16:creationId xmlns:a16="http://schemas.microsoft.com/office/drawing/2014/main" id="{FEC915D4-0E0F-BC9A-6885-5238D0C35F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03881" y="3891888"/>
            <a:ext cx="1310780" cy="131078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6EF79978-259B-064C-1ADC-3E6B84F5AB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5751" y="2394167"/>
            <a:ext cx="3517697" cy="11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9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5429B066-DCDD-3A3E-9EBA-FB635BE888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Einladungsmanagement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01860A81-9528-3460-1733-D947121BE8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</a:pPr>
            <a:r>
              <a:rPr lang="de-DE" sz="2000" b="1"/>
              <a:t>Einladung zu BEM: </a:t>
            </a:r>
            <a:r>
              <a:rPr lang="de-DE" sz="2000"/>
              <a:t>Erstellung und Versand der Einladungen, Aufklärungsdokumente zur BEM-Berechtigung inkl. persönlicher Fallnummer</a:t>
            </a:r>
          </a:p>
          <a:p>
            <a:pPr fontAlgn="base">
              <a:lnSpc>
                <a:spcPct val="100000"/>
              </a:lnSpc>
            </a:pPr>
            <a:r>
              <a:rPr lang="de-DE" sz="2000" b="1"/>
              <a:t>Terminbuchungsplattform: </a:t>
            </a:r>
            <a:r>
              <a:rPr lang="de-DE" sz="2000"/>
              <a:t>Einfache, barrierefreie und intuitiv bedienbare Plattform zur Buchung eines zeitnahen, digitalen Aufklärungsgesprächs (innerhalb von 5 Werktagen)</a:t>
            </a:r>
          </a:p>
          <a:p>
            <a:pPr fontAlgn="base">
              <a:lnSpc>
                <a:spcPct val="100000"/>
              </a:lnSpc>
            </a:pPr>
            <a:r>
              <a:rPr lang="de-DE" sz="2000" b="1"/>
              <a:t>Informationsgespräch: </a:t>
            </a:r>
            <a:r>
              <a:rPr lang="de-DE" sz="2000"/>
              <a:t>Durch professionelle BEM-Berater gemäß einer standardisierten und mit dem Unternehmen abgestimmten Checkliste</a:t>
            </a:r>
            <a:endParaRPr lang="de-DE" sz="2000">
              <a:ea typeface="Calibri"/>
              <a:cs typeface="Calibri"/>
            </a:endParaRPr>
          </a:p>
          <a:p>
            <a:pPr fontAlgn="base">
              <a:lnSpc>
                <a:spcPct val="100000"/>
              </a:lnSpc>
            </a:pPr>
            <a:r>
              <a:rPr lang="de-DE" sz="2000" b="1"/>
              <a:t>Bereitstellung der Cloud-Lösung DRACOON: </a:t>
            </a:r>
            <a:r>
              <a:rPr lang="de-DE" sz="2000"/>
              <a:t>Hochsichere Übermittlung von Daten der BEM-Berechtigten</a:t>
            </a:r>
          </a:p>
          <a:p>
            <a:pPr fontAlgn="base">
              <a:lnSpc>
                <a:spcPct val="100000"/>
              </a:lnSpc>
            </a:pPr>
            <a:r>
              <a:rPr lang="de-DE" sz="2000" b="1"/>
              <a:t>Führung der e-BEM-Akte: </a:t>
            </a:r>
            <a:r>
              <a:rPr lang="de-DE" sz="2000"/>
              <a:t>Ablage aller notwendigen BEM-Dokumente, laufende Protokollierung</a:t>
            </a:r>
          </a:p>
          <a:p>
            <a:pPr fontAlgn="base">
              <a:lnSpc>
                <a:spcPct val="100000"/>
              </a:lnSpc>
            </a:pPr>
            <a:r>
              <a:rPr lang="de-DE" sz="2000" b="1"/>
              <a:t>Dokumentation inkl. e-Protokollen und e-Signatur</a:t>
            </a:r>
            <a:endParaRPr lang="de-DE" sz="2000"/>
          </a:p>
          <a:p>
            <a:pPr marL="0" indent="0">
              <a:buNone/>
            </a:pPr>
            <a:endParaRPr lang="de-DE" sz="2000"/>
          </a:p>
          <a:p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1048400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B8790E0-9AD4-92AF-A194-E64E28471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E72A802D-6D82-F37E-9CA3-C8ADE3A65F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Fallmanagement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5610765-6059-6FDE-BA95-93F4AE2008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2000" b="1"/>
              <a:t>Fallgespräche</a:t>
            </a:r>
            <a:r>
              <a:rPr lang="de-DE" sz="2000"/>
              <a:t> inkl. Analyse des Ist- Zustand, Erstellung und Abgleich von Leistungs- und Anforderungsprofilen, Erarbeitung einer Zielsetzung zur Wiedereingliederung, Maßnahmenplanung mit dem Berechtigten und internen Akteuren</a:t>
            </a:r>
          </a:p>
          <a:p>
            <a:pPr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2000" b="1"/>
              <a:t>Koordinationsleistungen</a:t>
            </a:r>
            <a:r>
              <a:rPr lang="de-DE" sz="2000"/>
              <a:t> mit allen inner- und außerbetrieblich notwendigen Akteuren für das jeweilige BEM-Verfahren</a:t>
            </a:r>
          </a:p>
          <a:p>
            <a:pPr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2000" b="1"/>
              <a:t>Wiedereingliederungsplanung und Begleitung</a:t>
            </a:r>
            <a:r>
              <a:rPr lang="de-DE" sz="2000"/>
              <a:t> bei der Umsetzung der Eingliederungsmaßnahmen und der Arbeitserprobung</a:t>
            </a:r>
          </a:p>
          <a:p>
            <a:pPr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2000" b="1"/>
              <a:t>Stabilisierung &amp; Wirkungskontrolle</a:t>
            </a:r>
            <a:r>
              <a:rPr lang="de-DE" sz="2000"/>
              <a:t> der umgesetzten Maßnahmen zur Wiedereingliederung</a:t>
            </a:r>
          </a:p>
          <a:p>
            <a:pPr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2000" b="1"/>
              <a:t>Führung der e-BEM-Akte:</a:t>
            </a:r>
            <a:r>
              <a:rPr lang="de-DE" sz="2000"/>
              <a:t> Ablage aller notwendigen BEM-Dokumente, laufende Protokollierung</a:t>
            </a:r>
          </a:p>
          <a:p>
            <a:pPr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2000" b="1"/>
              <a:t>Dokumentation inkl. e-Protokollen und e-Signatur</a:t>
            </a:r>
            <a:endParaRPr lang="de-DE" sz="2000"/>
          </a:p>
          <a:p>
            <a:pPr marL="0" indent="0">
              <a:buNone/>
            </a:pPr>
            <a:endParaRPr lang="de-DE" sz="200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E43B96A-3308-FB1F-858D-0680F0015F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37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7FD2A5A-9149-EEFC-135D-37EA63994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01D7B26-24BA-F65C-E9E3-5158704E7E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Care-Management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EF3A999A-BD0E-BAC6-B5F4-CC95B06250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8150" y="1489075"/>
            <a:ext cx="5580000" cy="4853002"/>
          </a:xfrm>
        </p:spPr>
        <p:txBody>
          <a:bodyPr/>
          <a:lstStyle/>
          <a:p>
            <a:pPr marL="0" indent="0"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e-DE" sz="2000" b="1"/>
              <a:t>Medical-Assist</a:t>
            </a:r>
            <a:br>
              <a:rPr lang="de-DE" sz="2000"/>
            </a:br>
            <a:r>
              <a:rPr lang="de-DE" sz="2000"/>
              <a:t>Ziel: Betroffene besser mit dem Versorgungsnetzwerk zu vernetzen und die Zusammenarbeit mit den richtigen Ansprechpersonen wie Fachärzten und Klinken zu fördern. </a:t>
            </a:r>
          </a:p>
          <a:p>
            <a:pPr marL="0" indent="0"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de-DE" sz="2000"/>
              <a:t>Enthaltene Leistungen:</a:t>
            </a:r>
          </a:p>
          <a:p>
            <a:pPr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2000"/>
              <a:t>Therapieplanung</a:t>
            </a:r>
          </a:p>
          <a:p>
            <a:pPr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2000"/>
              <a:t>Facharztterminvergabe und Einholung ärztlicher Zweitmeinungen</a:t>
            </a:r>
          </a:p>
          <a:p>
            <a:pPr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2000"/>
              <a:t>Befundübersetzung</a:t>
            </a:r>
          </a:p>
          <a:p>
            <a:pPr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de-DE" sz="2000"/>
              <a:t>Vorbereitung von Arzt-Patient-Gesprächen</a:t>
            </a:r>
          </a:p>
          <a:p>
            <a:pPr fontAlgn="base">
              <a:lnSpc>
                <a:spcPct val="100000"/>
              </a:lnSpc>
            </a:pPr>
            <a:endParaRPr lang="de-DE" sz="2000"/>
          </a:p>
          <a:p>
            <a:pPr marL="0" indent="0" fontAlgn="base">
              <a:lnSpc>
                <a:spcPct val="100000"/>
              </a:lnSpc>
              <a:buNone/>
            </a:pPr>
            <a:endParaRPr lang="de-DE" sz="2000"/>
          </a:p>
          <a:p>
            <a:endParaRPr lang="de-DE" sz="2000"/>
          </a:p>
          <a:p>
            <a:pPr marL="0" indent="0">
              <a:buNone/>
            </a:pPr>
            <a:endParaRPr lang="de-DE" sz="2000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51045B74-7942-A64C-4EF5-B610FA7EF5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12">
            <a:extLst>
              <a:ext uri="{FF2B5EF4-FFF2-40B4-BE49-F238E27FC236}">
                <a16:creationId xmlns:a16="http://schemas.microsoft.com/office/drawing/2014/main" id="{9EC75FA2-AB5A-C798-D0DA-1D3348136B58}"/>
              </a:ext>
            </a:extLst>
          </p:cNvPr>
          <p:cNvSpPr txBox="1">
            <a:spLocks/>
          </p:cNvSpPr>
          <p:nvPr/>
        </p:nvSpPr>
        <p:spPr>
          <a:xfrm>
            <a:off x="6278285" y="1489074"/>
            <a:ext cx="5580000" cy="4852800"/>
          </a:xfrm>
          <a:custGeom>
            <a:avLst/>
            <a:gdLst>
              <a:gd name="connsiteX0" fmla="*/ 0 w 5582838"/>
              <a:gd name="connsiteY0" fmla="*/ 0 h 4152765"/>
              <a:gd name="connsiteX1" fmla="*/ 5582838 w 5582838"/>
              <a:gd name="connsiteY1" fmla="*/ 0 h 4152765"/>
              <a:gd name="connsiteX2" fmla="*/ 5582838 w 5582838"/>
              <a:gd name="connsiteY2" fmla="*/ 4152765 h 4152765"/>
              <a:gd name="connsiteX3" fmla="*/ 0 w 5582838"/>
              <a:gd name="connsiteY3" fmla="*/ 4152765 h 4152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82838" h="4152765">
                <a:moveTo>
                  <a:pt x="0" y="0"/>
                </a:moveTo>
                <a:lnTo>
                  <a:pt x="5582838" y="0"/>
                </a:lnTo>
                <a:lnTo>
                  <a:pt x="5582838" y="4152765"/>
                </a:lnTo>
                <a:lnTo>
                  <a:pt x="0" y="4152765"/>
                </a:lnTo>
                <a:close/>
              </a:path>
            </a:pathLst>
          </a:custGeom>
          <a:solidFill>
            <a:srgbClr val="F1F5F6"/>
          </a:solidFill>
          <a:effectLst/>
        </p:spPr>
        <p:txBody>
          <a:bodyPr vert="horz" lIns="144000" tIns="144000" rIns="144000" bIns="14400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400" b="0" i="0" kern="1200" smtClean="0">
                <a:solidFill>
                  <a:schemeClr val="tx1"/>
                </a:solidFill>
                <a:latin typeface="Abadi ExtraLight" panose="020B0204020104020204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400" b="0" i="0" kern="1200" smtClean="0">
                <a:solidFill>
                  <a:schemeClr val="tx1"/>
                </a:solidFill>
                <a:latin typeface="Abadi ExtraLight" panose="020B0204020104020204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400" b="0" i="0" kern="1200" smtClean="0">
                <a:solidFill>
                  <a:schemeClr val="tx1"/>
                </a:solidFill>
                <a:latin typeface="Abadi ExtraLight" panose="020B0204020104020204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US" sz="1400" b="0" i="0" kern="1200" smtClean="0">
                <a:solidFill>
                  <a:schemeClr val="tx1"/>
                </a:solidFill>
                <a:latin typeface="Abadi ExtraLight" panose="020B0204020104020204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lang="en-GB" sz="1400" b="0" i="0" kern="1200">
                <a:solidFill>
                  <a:schemeClr val="tx1"/>
                </a:solidFill>
                <a:latin typeface="Abadi ExtraLight" panose="020B0204020104020204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spcBef>
                <a:spcPts val="600"/>
              </a:spcBef>
              <a:spcAft>
                <a:spcPts val="600"/>
              </a:spcAft>
              <a:buClr>
                <a:srgbClr val="3A4A63"/>
              </a:buClr>
              <a:buSzPct val="100000"/>
              <a:buNone/>
              <a:defRPr/>
            </a:pPr>
            <a:r>
              <a:rPr lang="de-DE" sz="2000" b="1">
                <a:solidFill>
                  <a:srgbClr val="3A4A63"/>
                </a:solidFill>
              </a:rPr>
              <a:t>Coping-Aid</a:t>
            </a:r>
            <a:br>
              <a:rPr lang="de-DE" sz="2000" b="1">
                <a:solidFill>
                  <a:srgbClr val="3A4A63"/>
                </a:solidFill>
              </a:rPr>
            </a:br>
            <a:r>
              <a:rPr lang="de-DE" sz="2000">
                <a:solidFill>
                  <a:srgbClr val="3A4A63"/>
                </a:solidFill>
              </a:rPr>
              <a:t>Unterstützung der Betroffenen dabei, ihre Krankheit besser zu bewältigen. Der Fokus liegt unter anderem darauf, die Akzeptanz für die aktuelle Krankheitssituation zu fördern.</a:t>
            </a:r>
          </a:p>
          <a:p>
            <a:pPr marL="0" lvl="0" indent="0" fontAlgn="base">
              <a:spcBef>
                <a:spcPts val="600"/>
              </a:spcBef>
              <a:spcAft>
                <a:spcPts val="600"/>
              </a:spcAft>
              <a:buClr>
                <a:srgbClr val="3A4A63"/>
              </a:buClr>
              <a:buSzPct val="100000"/>
              <a:buNone/>
              <a:defRPr/>
            </a:pPr>
            <a:r>
              <a:rPr lang="de-DE" sz="2000">
                <a:solidFill>
                  <a:srgbClr val="3A4A63"/>
                </a:solidFill>
              </a:rPr>
              <a:t> Enthaltene Leistungen:</a:t>
            </a:r>
          </a:p>
          <a:p>
            <a:pPr lvl="0" fontAlgn="base">
              <a:spcBef>
                <a:spcPts val="600"/>
              </a:spcBef>
              <a:spcAft>
                <a:spcPts val="600"/>
              </a:spcAft>
              <a:buClr>
                <a:srgbClr val="3A4A63"/>
              </a:buClr>
              <a:buSzPct val="100000"/>
              <a:defRPr/>
            </a:pPr>
            <a:r>
              <a:rPr lang="de-DE" sz="2000">
                <a:solidFill>
                  <a:srgbClr val="3A4A63"/>
                </a:solidFill>
              </a:rPr>
              <a:t>Persönlicher Coach zur Krankheitsbewältigung</a:t>
            </a:r>
          </a:p>
          <a:p>
            <a:pPr lvl="0" fontAlgn="base">
              <a:spcBef>
                <a:spcPts val="600"/>
              </a:spcBef>
              <a:spcAft>
                <a:spcPts val="600"/>
              </a:spcAft>
              <a:buClr>
                <a:srgbClr val="3A4A63"/>
              </a:buClr>
              <a:buSzPct val="100000"/>
              <a:defRPr/>
            </a:pPr>
            <a:r>
              <a:rPr lang="de-DE" sz="2000">
                <a:solidFill>
                  <a:srgbClr val="3A4A63"/>
                </a:solidFill>
              </a:rPr>
              <a:t>Förderung der individuellen Bewältigungskompetenzen</a:t>
            </a:r>
          </a:p>
          <a:p>
            <a:pPr lvl="0" fontAlgn="base">
              <a:spcBef>
                <a:spcPts val="600"/>
              </a:spcBef>
              <a:spcAft>
                <a:spcPts val="600"/>
              </a:spcAft>
              <a:buClr>
                <a:srgbClr val="3A4A63"/>
              </a:buClr>
              <a:buSzPct val="100000"/>
              <a:defRPr/>
            </a:pPr>
            <a:r>
              <a:rPr lang="de-DE" sz="2000">
                <a:solidFill>
                  <a:srgbClr val="3A4A63"/>
                </a:solidFill>
              </a:rPr>
              <a:t>Rückfallprävention und Stabilisierung (Gesundheitskompetenzen)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sz="2000"/>
          </a:p>
        </p:txBody>
      </p:sp>
      <p:pic>
        <p:nvPicPr>
          <p:cNvPr id="5" name="Grafik 4" descr="Pflege mit einfarbiger Füllung">
            <a:extLst>
              <a:ext uri="{FF2B5EF4-FFF2-40B4-BE49-F238E27FC236}">
                <a16:creationId xmlns:a16="http://schemas.microsoft.com/office/drawing/2014/main" id="{B0516F01-526D-AA91-B229-3AC9286C1F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56409" y="5262693"/>
            <a:ext cx="1079181" cy="107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02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6A75E20-1D77-CF74-3575-790938D20D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Vorteile Externes BEM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4709B64-1138-322A-7A50-99977B46E4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>
              <a:buNone/>
            </a:pPr>
            <a:endParaRPr lang="de-DE" sz="1000" b="1"/>
          </a:p>
          <a:p>
            <a:r>
              <a:rPr lang="de-DE" sz="2000"/>
              <a:t>Entlastung interner Ressourcen</a:t>
            </a:r>
          </a:p>
          <a:p>
            <a:r>
              <a:rPr lang="de-DE" sz="2000"/>
              <a:t>Rechtssicherheit &amp; Dokumentation</a:t>
            </a:r>
          </a:p>
          <a:p>
            <a:r>
              <a:rPr lang="de-DE" sz="2000"/>
              <a:t>Qualität &amp; Einheitlichkeit der Gespräche</a:t>
            </a:r>
          </a:p>
          <a:p>
            <a:r>
              <a:rPr lang="de-DE" sz="2000"/>
              <a:t>Akzeptanz bei Mitarbeitenden</a:t>
            </a:r>
          </a:p>
          <a:p>
            <a:r>
              <a:rPr lang="de-DE" sz="2000"/>
              <a:t>Effizienz &amp; Durchlaufzeiten</a:t>
            </a:r>
          </a:p>
          <a:p>
            <a:r>
              <a:rPr lang="de-DE" sz="2000"/>
              <a:t>Beschleunigte Rückkehr an den Arbeitsplatz</a:t>
            </a:r>
          </a:p>
          <a:p>
            <a:r>
              <a:rPr lang="de-DE" sz="2000"/>
              <a:t>Objektiver Blick auf Arbeitsbedingungen</a:t>
            </a:r>
          </a:p>
          <a:p>
            <a:r>
              <a:rPr lang="de-DE" sz="2000"/>
              <a:t>Positives </a:t>
            </a:r>
            <a:r>
              <a:rPr lang="de-DE" sz="2000" err="1"/>
              <a:t>Employer</a:t>
            </a:r>
            <a:r>
              <a:rPr lang="de-DE" sz="2000"/>
              <a:t> Branding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962BE18-D980-B57A-1D32-E19C7786B3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4D6C4FC-8E41-F3FB-31D5-B6AFCBB9E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63" y="1756802"/>
            <a:ext cx="5578232" cy="371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469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1FCC821-77FA-FFB3-AF83-79903C1925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BEM-Portal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CF8F969-7713-3710-7CC8-862EFAF3A9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9" name="Grafik 8" descr="Ein Bild, das Text, Screenshot, Schrift, Website enthält.&#10;&#10;KI-generierte Inhalte können fehlerhaft sein.">
            <a:extLst>
              <a:ext uri="{FF2B5EF4-FFF2-40B4-BE49-F238E27FC236}">
                <a16:creationId xmlns:a16="http://schemas.microsoft.com/office/drawing/2014/main" id="{81A6C77D-1505-FA49-435A-7EAD23BDEC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0446" b="10446"/>
          <a:stretch>
            <a:fillRect/>
          </a:stretch>
        </p:blipFill>
        <p:spPr>
          <a:xfrm>
            <a:off x="2264507" y="1089000"/>
            <a:ext cx="7662987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66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EE11F-CA27-4544-2F4E-540BDCDEE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1ED297D-6EA9-4851-5148-F511339534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BEM-Portal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5641B14-7C32-6308-932E-9683D634EC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 descr="Ein Bild, das Text, Screenshot, Visitenkarte, Schrift enthält.&#10;&#10;KI-generierte Inhalte können fehlerhaft sein.">
            <a:extLst>
              <a:ext uri="{FF2B5EF4-FFF2-40B4-BE49-F238E27FC236}">
                <a16:creationId xmlns:a16="http://schemas.microsoft.com/office/drawing/2014/main" id="{84E80AB6-64DC-7101-FD51-DA75FD988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397" y="868458"/>
            <a:ext cx="8855207" cy="512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95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04F62-5E6B-B176-8F77-F730BF17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CC43ABA-5FBF-17D5-A3C1-A3A7C63239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Terminbuchungsplattform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9393F8B-4783-D63C-0555-E53CCD642A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3" name="Grafik 2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93179F77-1A18-097E-E691-42B726F7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561" y="1171757"/>
            <a:ext cx="8174879" cy="451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01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CD19D-0AC6-BEF4-07F5-6C924BA71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BE38B53-73E7-E80F-84FB-7D4A1CA877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Reporting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8F6A072-1638-3213-5F4C-A19EC6621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F339F5CE-1FF4-B744-46AA-79072418E3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8645174"/>
              </p:ext>
            </p:extLst>
          </p:nvPr>
        </p:nvGraphicFramePr>
        <p:xfrm>
          <a:off x="1241435" y="912142"/>
          <a:ext cx="9709131" cy="50337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11143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72A07-8CE5-0158-B5AC-1D43D0C5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364F5B9-4FE0-1BEF-AD17-42881F258C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/>
              <a:t>Reporting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0BB65FE-31CA-5E29-77D9-4B4FCACE07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31103E8F-5D50-6F97-85E0-7778A3DC9EF3}"/>
              </a:ext>
            </a:extLst>
          </p:cNvPr>
          <p:cNvGrpSpPr/>
          <p:nvPr/>
        </p:nvGrpSpPr>
        <p:grpSpPr>
          <a:xfrm>
            <a:off x="1130776" y="1795086"/>
            <a:ext cx="9930449" cy="3267829"/>
            <a:chOff x="1086094" y="1689516"/>
            <a:chExt cx="9930449" cy="3267829"/>
          </a:xfrm>
        </p:grpSpPr>
        <p:graphicFrame>
          <p:nvGraphicFramePr>
            <p:cNvPr id="4" name="Diagramm 3">
              <a:extLst>
                <a:ext uri="{FF2B5EF4-FFF2-40B4-BE49-F238E27FC236}">
                  <a16:creationId xmlns:a16="http://schemas.microsoft.com/office/drawing/2014/main" id="{4D49BBD6-3363-1C72-B0E4-2ED7FAC5C11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172046187"/>
                </p:ext>
              </p:extLst>
            </p:nvPr>
          </p:nvGraphicFramePr>
          <p:xfrm>
            <a:off x="1086094" y="1689516"/>
            <a:ext cx="4401630" cy="326782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5" name="Diagramm 4">
              <a:extLst>
                <a:ext uri="{FF2B5EF4-FFF2-40B4-BE49-F238E27FC236}">
                  <a16:creationId xmlns:a16="http://schemas.microsoft.com/office/drawing/2014/main" id="{5472D7EB-2B3D-043D-D4D0-6719D3A69DD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427028606"/>
                </p:ext>
              </p:extLst>
            </p:nvPr>
          </p:nvGraphicFramePr>
          <p:xfrm>
            <a:off x="6096000" y="1749426"/>
            <a:ext cx="4920543" cy="317937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23591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9125393-6344-13D4-762F-E747E61D36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AB4BBD3-69B5-FDA3-F41C-1C98E1F2AE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marL="0" indent="0">
              <a:buNone/>
            </a:pPr>
            <a:endParaRPr lang="de-DE" sz="6600"/>
          </a:p>
          <a:p>
            <a:pPr marL="0" indent="0">
              <a:buNone/>
            </a:pPr>
            <a:r>
              <a:rPr lang="de-DE" sz="6600" b="1"/>
              <a:t>Ihr Bedarf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8208BD32-386E-32BE-C8CE-D052E44C8177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620231F-FB17-8FE0-4929-4D235D3D4A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69CA9D1-A6E5-1C60-5DD8-3AA787771A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5D07AD8-EED8-490D-896B-6C1D2F408F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69311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88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4B81D14-38F8-ABD5-2772-A3156C4D73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3A26895-8821-A5E9-BC3C-DA1483DC8F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graphicFrame>
        <p:nvGraphicFramePr>
          <p:cNvPr id="10" name="Diagramm 9">
            <a:extLst>
              <a:ext uri="{FF2B5EF4-FFF2-40B4-BE49-F238E27FC236}">
                <a16:creationId xmlns:a16="http://schemas.microsoft.com/office/drawing/2014/main" id="{FFA10150-FAA6-C11E-117E-C130690CAE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2307754"/>
              </p:ext>
            </p:extLst>
          </p:nvPr>
        </p:nvGraphicFramePr>
        <p:xfrm>
          <a:off x="616656" y="1200150"/>
          <a:ext cx="10432344" cy="4922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9228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6302A-6FFE-96B2-AA0D-4057650DC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5A4108D-53B9-768F-11B6-55C87E3A7B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5" imgH="392" progId="TCLayout.ActiveDocument.1">
                  <p:embed/>
                </p:oleObj>
              </mc:Choice>
              <mc:Fallback>
                <p:oleObj name="think-cell Slide" r:id="rId4" imgW="405" imgH="392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A4108D-53B9-768F-11B6-55C87E3A7B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2D31CD-4B4C-B5FF-7578-2BC2DCD3DE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err="1"/>
              <a:t>Vielen</a:t>
            </a:r>
            <a:r>
              <a:rPr lang="en-US"/>
              <a:t> Dank!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CE0E193-5D14-A814-AAEC-FCC3CCEA15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6406" y="4967899"/>
            <a:ext cx="8759189" cy="348109"/>
          </a:xfrm>
        </p:spPr>
        <p:txBody>
          <a:bodyPr/>
          <a:lstStyle/>
          <a:p>
            <a:r>
              <a:rPr lang="de-DE"/>
              <a:t>IfG GmbH Institut für Gesundheit und Management</a:t>
            </a:r>
          </a:p>
          <a:p>
            <a:r>
              <a:rPr lang="de-DE"/>
              <a:t>Mit Sicherheit. Mehr Gesundheit.</a:t>
            </a:r>
            <a:endParaRPr lang="en-US"/>
          </a:p>
        </p:txBody>
      </p:sp>
      <p:pic>
        <p:nvPicPr>
          <p:cNvPr id="7" name="Bildplatzhalter 6">
            <a:extLst>
              <a:ext uri="{FF2B5EF4-FFF2-40B4-BE49-F238E27FC236}">
                <a16:creationId xmlns:a16="http://schemas.microsoft.com/office/drawing/2014/main" id="{53652C6B-F58B-D6B8-169D-3CF203111A8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8462" r="-11554"/>
          <a:stretch>
            <a:fillRect/>
          </a:stretch>
        </p:blipFill>
        <p:spPr>
          <a:xfrm>
            <a:off x="4174836" y="1545232"/>
            <a:ext cx="3943927" cy="1115224"/>
          </a:xfrm>
        </p:spPr>
      </p:pic>
    </p:spTree>
    <p:extLst>
      <p:ext uri="{BB962C8B-B14F-4D97-AF65-F5344CB8AC3E}">
        <p14:creationId xmlns:p14="http://schemas.microsoft.com/office/powerpoint/2010/main" val="28753119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Benutzerdefiniert 27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12641"/>
      </a:accent1>
      <a:accent2>
        <a:srgbClr val="3EB9C0"/>
      </a:accent2>
      <a:accent3>
        <a:srgbClr val="00A8B7"/>
      </a:accent3>
      <a:accent4>
        <a:srgbClr val="006174"/>
      </a:accent4>
      <a:accent5>
        <a:srgbClr val="3E3D5E"/>
      </a:accent5>
      <a:accent6>
        <a:srgbClr val="57577C"/>
      </a:accent6>
      <a:hlink>
        <a:srgbClr val="00B7E0"/>
      </a:hlink>
      <a:folHlink>
        <a:srgbClr val="04305C"/>
      </a:folHlink>
    </a:clrScheme>
    <a:fontScheme name="Custom 792">
      <a:majorFont>
        <a:latin typeface="Abadi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ArsipaGruppe_PPT-Master_final -IfG-kurz" id="{5B8185FE-A21B-449C-9A61-554DAC59C2B0}" vid="{45326E04-61F0-4A27-8A41-AF7DD36612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F9CE35FC0BD254FBCD0AB005DC0A5AF" ma:contentTypeVersion="22" ma:contentTypeDescription="Ein neues Dokument erstellen." ma:contentTypeScope="" ma:versionID="864b97a0b821e3e2154fd25cd6effab2">
  <xsd:schema xmlns:xsd="http://www.w3.org/2001/XMLSchema" xmlns:xs="http://www.w3.org/2001/XMLSchema" xmlns:p="http://schemas.microsoft.com/office/2006/metadata/properties" xmlns:ns2="4c5f3948-469a-4cab-a423-6d84c292fe17" xmlns:ns3="42c21e01-0cb4-478d-88c9-d438e83d6fbc" targetNamespace="http://schemas.microsoft.com/office/2006/metadata/properties" ma:root="true" ma:fieldsID="7486c5071a5e7067a9e41a05e2e1a009" ns2:_="" ns3:_="">
    <xsd:import namespace="4c5f3948-469a-4cab-a423-6d84c292fe17"/>
    <xsd:import namespace="42c21e01-0cb4-478d-88c9-d438e83d6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Status" minOccurs="0"/>
                <xsd:element ref="ns2:Kundenverantwortlicher" minOccurs="0"/>
                <xsd:element ref="ns2:MediaServiceBillingMetadata" minOccurs="0"/>
                <xsd:element ref="ns2:Kundenverantwortlicher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5f3948-469a-4cab-a423-6d84c292fe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Bildmarkierungen" ma:readOnly="false" ma:fieldId="{5cf76f15-5ced-4ddc-b409-7134ff3c332f}" ma:taxonomyMulti="true" ma:sspId="712ed446-d110-4211-be52-6bf970ca3c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Status" ma:index="25" nillable="true" ma:displayName="Status" ma:format="Dropdown" ma:internalName="Status">
      <xsd:simpleType>
        <xsd:restriction base="dms:Choice">
          <xsd:enumeration value="Aktiv (bis 12 M nach Projektende)"/>
          <xsd:enumeration value="Pausiert (bis 5 Jahre nach Projektende)"/>
          <xsd:enumeration value="Archiv (&gt;5 Jahre nach Projektende)"/>
        </xsd:restriction>
      </xsd:simpleType>
    </xsd:element>
    <xsd:element name="Kundenverantwortlicher" ma:index="26" nillable="true" ma:displayName="Verantwortlicher" ma:format="Dropdown" ma:list="UserInfo" ma:SharePointGroup="0" ma:internalName="Kundenverantwortlicher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Kundenverantwortlicher0" ma:index="28" nillable="true" ma:displayName="Kundenverantwortlicher" ma:format="Dropdown" ma:list="UserInfo" ma:SharePointGroup="0" ma:internalName="Kundenverantwortlicher0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c21e01-0cb4-478d-88c9-d438e83d6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eee78fd-7859-459b-af5a-3093b94283ee}" ma:internalName="TaxCatchAll" ma:showField="CatchAllData" ma:web="42c21e01-0cb4-478d-88c9-d438e83d6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c5f3948-469a-4cab-a423-6d84c292fe17">
      <Terms xmlns="http://schemas.microsoft.com/office/infopath/2007/PartnerControls"/>
    </lcf76f155ced4ddcb4097134ff3c332f>
    <TaxCatchAll xmlns="42c21e01-0cb4-478d-88c9-d438e83d6fbc" xsi:nil="true"/>
    <Kundenverantwortlicher0 xmlns="4c5f3948-469a-4cab-a423-6d84c292fe17">
      <UserInfo>
        <DisplayName/>
        <AccountId xsi:nil="true"/>
        <AccountType/>
      </UserInfo>
    </Kundenverantwortlicher0>
    <Kundenverantwortlicher xmlns="4c5f3948-469a-4cab-a423-6d84c292fe17">
      <UserInfo>
        <DisplayName/>
        <AccountId xsi:nil="true"/>
        <AccountType/>
      </UserInfo>
    </Kundenverantwortlicher>
    <Status xmlns="4c5f3948-469a-4cab-a423-6d84c292fe17" xsi:nil="true"/>
  </documentManagement>
</p:properties>
</file>

<file path=customXml/itemProps1.xml><?xml version="1.0" encoding="utf-8"?>
<ds:datastoreItem xmlns:ds="http://schemas.openxmlformats.org/officeDocument/2006/customXml" ds:itemID="{E1A14A10-8605-466E-B5A5-E157F61845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C8D189-A048-419E-9128-AC2CA9ADAE52}">
  <ds:schemaRefs>
    <ds:schemaRef ds:uri="42c21e01-0cb4-478d-88c9-d438e83d6fbc"/>
    <ds:schemaRef ds:uri="4c5f3948-469a-4cab-a423-6d84c292fe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6818526-5F6F-4565-8F23-586176672541}">
  <ds:schemaRefs>
    <ds:schemaRef ds:uri="3b7b675c-3d58-4d1f-9669-e4df94f4eae7"/>
    <ds:schemaRef ds:uri="42c21e01-0cb4-478d-88c9-d438e83d6fbc"/>
    <ds:schemaRef ds:uri="4c5f3948-469a-4cab-a423-6d84c292fe17"/>
    <ds:schemaRef ds:uri="7ed0de4b-4446-4eb0-8b46-9388153effa2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ifg_PowerPoint_Vorlage_Kurzfassung</Template>
  <TotalTime>0</TotalTime>
  <Words>740</Words>
  <Application>Microsoft Office PowerPoint</Application>
  <PresentationFormat>Breitbild</PresentationFormat>
  <Paragraphs>126</Paragraphs>
  <Slides>15</Slides>
  <Notes>12</Notes>
  <HiddenSlides>6</HiddenSlides>
  <MMClips>0</MMClips>
  <ScaleCrop>false</ScaleCrop>
  <HeadingPairs>
    <vt:vector size="8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5" baseType="lpstr">
      <vt:lpstr>☞ABADI MT PRO LIGHT</vt:lpstr>
      <vt:lpstr>Abadi</vt:lpstr>
      <vt:lpstr>Abadi ExtraLight</vt:lpstr>
      <vt:lpstr>Arial</vt:lpstr>
      <vt:lpstr>Calibri</vt:lpstr>
      <vt:lpstr>Calibri Light</vt:lpstr>
      <vt:lpstr>Segoe UI</vt:lpstr>
      <vt:lpstr>Wingdings</vt:lpstr>
      <vt:lpstr>Office</vt:lpstr>
      <vt:lpstr>think-cell Slide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 Lechner [IfG GmbH]</dc:creator>
  <cp:lastModifiedBy>Laura Lechner [IfG GmbH]</cp:lastModifiedBy>
  <cp:revision>1</cp:revision>
  <dcterms:created xsi:type="dcterms:W3CDTF">2026-01-21T15:32:51Z</dcterms:created>
  <dcterms:modified xsi:type="dcterms:W3CDTF">2026-07-02T14:42:11Z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0x010100CF9CE35FC0BD254FBCD0AB005DC0A5AF</vt:lpwstr>
  </property>
  <property fmtid="{D5CDD505-2E9C-101B-9397-08002B2CF9AE}" pid="3" name="MediaServiceImageTags">
    <vt:lpwstr/>
  </property>
</Properties>
</file>