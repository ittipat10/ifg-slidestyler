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heme/theme2.xml" ContentType="application/vnd.openxmlformats-officedocument.theme+xml"/>
  <Override PartName="/ppt/tags/tag50.xml" ContentType="application/vnd.openxmlformats-officedocument.presentationml.tags+xml"/>
  <Override PartName="/ppt/notesSlides/notesSlide1.xml" ContentType="application/vnd.openxmlformats-officedocument.presentationml.notesSlide+xml"/>
  <Override PartName="/ppt/tags/tag51.xml" ContentType="application/vnd.openxmlformats-officedocument.presentationml.tags+xml"/>
  <Override PartName="/ppt/notesSlides/notesSlide2.xml" ContentType="application/vnd.openxmlformats-officedocument.presentationml.notesSlide+xml"/>
  <Override PartName="/ppt/tags/tag52.xml" ContentType="application/vnd.openxmlformats-officedocument.presentationml.tags+xml"/>
  <Override PartName="/ppt/notesSlides/notesSlide3.xml" ContentType="application/vnd.openxmlformats-officedocument.presentationml.notesSlide+xml"/>
  <Override PartName="/ppt/tags/tag53.xml" ContentType="application/vnd.openxmlformats-officedocument.presentationml.tags+xml"/>
  <Override PartName="/ppt/notesSlides/notesSlide4.xml" ContentType="application/vnd.openxmlformats-officedocument.presentationml.notesSlide+xml"/>
  <Override PartName="/ppt/tags/tag54.xml" ContentType="application/vnd.openxmlformats-officedocument.presentationml.tags+xml"/>
  <Override PartName="/ppt/notesSlides/notesSlide5.xml" ContentType="application/vnd.openxmlformats-officedocument.presentationml.notesSlide+xml"/>
  <Override PartName="/ppt/tags/tag55.xml" ContentType="application/vnd.openxmlformats-officedocument.presentationml.tags+xml"/>
  <Override PartName="/ppt/notesSlides/notesSlide6.xml" ContentType="application/vnd.openxmlformats-officedocument.presentationml.notesSlide+xml"/>
  <Override PartName="/ppt/tags/tag56.xml" ContentType="application/vnd.openxmlformats-officedocument.presentationml.tags+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tags/tag57.xml" ContentType="application/vnd.openxmlformats-officedocument.presentationml.tags+xml"/>
  <Override PartName="/ppt/notesSlides/notesSlide8.xml" ContentType="application/vnd.openxmlformats-officedocument.presentationml.notesSlide+xml"/>
  <Override PartName="/ppt/tags/tag58.xml" ContentType="application/vnd.openxmlformats-officedocument.presentationml.tags+xml"/>
  <Override PartName="/ppt/notesSlides/notesSlide9.xml" ContentType="application/vnd.openxmlformats-officedocument.presentationml.notesSlide+xml"/>
  <Override PartName="/ppt/tags/tag59.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317" r:id="rId5"/>
    <p:sldId id="333" r:id="rId6"/>
    <p:sldId id="321" r:id="rId7"/>
    <p:sldId id="318" r:id="rId8"/>
    <p:sldId id="323" r:id="rId9"/>
    <p:sldId id="336" r:id="rId10"/>
    <p:sldId id="280" r:id="rId11"/>
    <p:sldId id="340" r:id="rId12"/>
    <p:sldId id="305" r:id="rId13"/>
    <p:sldId id="350" r:id="rId14"/>
    <p:sldId id="374" r:id="rId15"/>
    <p:sldId id="352" r:id="rId16"/>
    <p:sldId id="310" r:id="rId17"/>
    <p:sldId id="313"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fG präsentiert" id="{59C3D385-63B4-5049-98C6-6B1B3E5CBD94}">
          <p14:sldIdLst>
            <p14:sldId id="317"/>
            <p14:sldId id="333"/>
            <p14:sldId id="321"/>
            <p14:sldId id="318"/>
            <p14:sldId id="323"/>
            <p14:sldId id="336"/>
            <p14:sldId id="280"/>
            <p14:sldId id="340"/>
            <p14:sldId id="305"/>
            <p14:sldId id="350"/>
            <p14:sldId id="374"/>
            <p14:sldId id="352"/>
            <p14:sldId id="310"/>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641"/>
    <a:srgbClr val="F2F6F7"/>
    <a:srgbClr val="3EB9C0"/>
    <a:srgbClr val="7FD0D7"/>
    <a:srgbClr val="008694"/>
    <a:srgbClr val="009B97"/>
    <a:srgbClr val="E0E2E3"/>
    <a:srgbClr val="D9DDE3"/>
    <a:srgbClr val="D9DDDD"/>
    <a:srgbClr val="DC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4" autoAdjust="0"/>
    <p:restoredTop sz="94660"/>
  </p:normalViewPr>
  <p:slideViewPr>
    <p:cSldViewPr snapToGrid="0" showGuides="1">
      <p:cViewPr varScale="1">
        <p:scale>
          <a:sx n="111" d="100"/>
          <a:sy n="111" d="100"/>
        </p:scale>
        <p:origin x="726" y="102"/>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a Herl [IfG GmbH]" userId="6144a968-3395-475f-828a-a75f5ece82d0" providerId="ADAL" clId="{DA61B776-E1D0-4842-AF91-352F92B749AA}"/>
    <pc:docChg chg="custSel modSld">
      <pc:chgData name="Michaela Herl [IfG GmbH]" userId="6144a968-3395-475f-828a-a75f5ece82d0" providerId="ADAL" clId="{DA61B776-E1D0-4842-AF91-352F92B749AA}" dt="2026-08-26T11:20:57.905" v="1" actId="478"/>
      <pc:docMkLst>
        <pc:docMk/>
      </pc:docMkLst>
      <pc:sldChg chg="addSp delSp mod">
        <pc:chgData name="Michaela Herl [IfG GmbH]" userId="6144a968-3395-475f-828a-a75f5ece82d0" providerId="ADAL" clId="{DA61B776-E1D0-4842-AF91-352F92B749AA}" dt="2026-08-26T11:20:57.905" v="1" actId="478"/>
        <pc:sldMkLst>
          <pc:docMk/>
          <pc:sldMk cId="533409844" sldId="317"/>
        </pc:sldMkLst>
        <pc:spChg chg="add del">
          <ac:chgData name="Michaela Herl [IfG GmbH]" userId="6144a968-3395-475f-828a-a75f5ece82d0" providerId="ADAL" clId="{DA61B776-E1D0-4842-AF91-352F92B749AA}" dt="2026-08-26T11:20:57.905" v="1" actId="478"/>
          <ac:spMkLst>
            <pc:docMk/>
            <pc:sldMk cId="533409844" sldId="317"/>
            <ac:spMk id="3" creationId="{B884566F-DA8A-CBE0-3404-E63428674FB3}"/>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de-DE" dirty="0"/>
              <a:t>Diagrammtitel</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pieChart>
        <c:varyColors val="1"/>
        <c:ser>
          <c:idx val="0"/>
          <c:order val="0"/>
          <c:tx>
            <c:strRef>
              <c:f>Tabelle1!$B$1</c:f>
              <c:strCache>
                <c:ptCount val="1"/>
                <c:pt idx="0">
                  <c:v>Verkauf</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BD1-DC4E-8877-64933612DEE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BD1-DC4E-8877-64933612DEE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BD1-DC4E-8877-64933612DEEE}"/>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BD1-DC4E-8877-64933612DEEE}"/>
              </c:ext>
            </c:extLst>
          </c:dPt>
          <c:cat>
            <c:strRef>
              <c:f>Tabelle1!$A$2:$A$5</c:f>
              <c:strCache>
                <c:ptCount val="4"/>
                <c:pt idx="0">
                  <c:v>1. Quartal</c:v>
                </c:pt>
                <c:pt idx="1">
                  <c:v>2. Quartal</c:v>
                </c:pt>
                <c:pt idx="2">
                  <c:v>3. Quartal</c:v>
                </c:pt>
                <c:pt idx="3">
                  <c:v>4. Quartal</c:v>
                </c:pt>
              </c:strCache>
            </c:strRef>
          </c:cat>
          <c:val>
            <c:numRef>
              <c:f>Tabelle1!$B$2:$B$5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034A-E341-9804-6076F9A8E3A9}"/>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lineChart>
        <c:grouping val="stacked"/>
        <c:varyColors val="0"/>
        <c:ser>
          <c:idx val="0"/>
          <c:order val="0"/>
          <c:tx>
            <c:strRef>
              <c:f>Tabelle1!$B$1</c:f>
              <c:strCache>
                <c:ptCount val="1"/>
                <c:pt idx="0">
                  <c:v>Datenreihe 1</c:v>
                </c:pt>
              </c:strCache>
            </c:strRef>
          </c:tx>
          <c:spPr>
            <a:ln w="28575" cap="rnd">
              <a:solidFill>
                <a:schemeClr val="accent1"/>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FFD2-CE4E-A2E1-3E583707058C}"/>
            </c:ext>
          </c:extLst>
        </c:ser>
        <c:ser>
          <c:idx val="1"/>
          <c:order val="1"/>
          <c:tx>
            <c:strRef>
              <c:f>Tabelle1!$C$1</c:f>
              <c:strCache>
                <c:ptCount val="1"/>
                <c:pt idx="0">
                  <c:v>Datenreihe 2</c:v>
                </c:pt>
              </c:strCache>
            </c:strRef>
          </c:tx>
          <c:spPr>
            <a:ln w="28575" cap="rnd">
              <a:solidFill>
                <a:schemeClr val="accent2"/>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FFD2-CE4E-A2E1-3E583707058C}"/>
            </c:ext>
          </c:extLst>
        </c:ser>
        <c:ser>
          <c:idx val="2"/>
          <c:order val="2"/>
          <c:tx>
            <c:strRef>
              <c:f>Tabelle1!$D$1</c:f>
              <c:strCache>
                <c:ptCount val="1"/>
                <c:pt idx="0">
                  <c:v>Datenreihe 3</c:v>
                </c:pt>
              </c:strCache>
            </c:strRef>
          </c:tx>
          <c:spPr>
            <a:ln w="28575" cap="rnd">
              <a:solidFill>
                <a:schemeClr val="accent3"/>
              </a:solidFill>
              <a:round/>
            </a:ln>
            <a:effectLst/>
          </c:spPr>
          <c:marker>
            <c:symbol val="none"/>
          </c:marker>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FFD2-CE4E-A2E1-3E583707058C}"/>
            </c:ext>
          </c:extLst>
        </c:ser>
        <c:dLbls>
          <c:showLegendKey val="0"/>
          <c:showVal val="0"/>
          <c:showCatName val="0"/>
          <c:showSerName val="0"/>
          <c:showPercent val="0"/>
          <c:showBubbleSize val="0"/>
        </c:dLbls>
        <c:smooth val="0"/>
        <c:axId val="1005694367"/>
        <c:axId val="1005696079"/>
      </c:lineChart>
      <c:catAx>
        <c:axId val="10056943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de-DE"/>
          </a:p>
        </c:txPr>
        <c:crossAx val="1005696079"/>
        <c:crosses val="autoZero"/>
        <c:auto val="1"/>
        <c:lblAlgn val="ctr"/>
        <c:lblOffset val="100"/>
        <c:noMultiLvlLbl val="0"/>
      </c:catAx>
      <c:valAx>
        <c:axId val="10056960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de-DE"/>
          </a:p>
        </c:txPr>
        <c:crossAx val="100569436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de-DE"/>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Tabelle1!$A$2:$A$77</cx:f>
        <cx:lvl ptCount="76" formatCode="Standard">
          <cx:pt idx="0">1</cx:pt>
          <cx:pt idx="1">3</cx:pt>
          <cx:pt idx="2">3</cx:pt>
          <cx:pt idx="3">3</cx:pt>
          <cx:pt idx="4">5</cx:pt>
          <cx:pt idx="5">6</cx:pt>
          <cx:pt idx="6">6</cx:pt>
          <cx:pt idx="7">6</cx:pt>
          <cx:pt idx="8">7</cx:pt>
          <cx:pt idx="9">8</cx:pt>
          <cx:pt idx="10">8</cx:pt>
          <cx:pt idx="11">9</cx:pt>
          <cx:pt idx="12">9</cx:pt>
          <cx:pt idx="13">9</cx:pt>
          <cx:pt idx="14">9</cx:pt>
          <cx:pt idx="15">9</cx:pt>
          <cx:pt idx="16">10</cx:pt>
          <cx:pt idx="17">10</cx:pt>
          <cx:pt idx="18">10</cx:pt>
          <cx:pt idx="19">10</cx:pt>
          <cx:pt idx="20">10</cx:pt>
          <cx:pt idx="21">10</cx:pt>
          <cx:pt idx="22">11</cx:pt>
          <cx:pt idx="23">11</cx:pt>
          <cx:pt idx="24">11</cx:pt>
          <cx:pt idx="25">11</cx:pt>
          <cx:pt idx="26">11</cx:pt>
          <cx:pt idx="27">11</cx:pt>
          <cx:pt idx="28">12</cx:pt>
          <cx:pt idx="29">12</cx:pt>
          <cx:pt idx="30">12</cx:pt>
          <cx:pt idx="31">12</cx:pt>
          <cx:pt idx="32">12</cx:pt>
          <cx:pt idx="33">12</cx:pt>
          <cx:pt idx="34">13</cx:pt>
          <cx:pt idx="35">13</cx:pt>
          <cx:pt idx="36">13</cx:pt>
          <cx:pt idx="37">13</cx:pt>
          <cx:pt idx="38">13</cx:pt>
          <cx:pt idx="39">14</cx:pt>
          <cx:pt idx="40">14</cx:pt>
          <cx:pt idx="41">14</cx:pt>
          <cx:pt idx="42">14</cx:pt>
          <cx:pt idx="43">14</cx:pt>
          <cx:pt idx="44">14</cx:pt>
          <cx:pt idx="45">15</cx:pt>
          <cx:pt idx="46">15</cx:pt>
          <cx:pt idx="47">15</cx:pt>
          <cx:pt idx="48">15</cx:pt>
          <cx:pt idx="49">15</cx:pt>
          <cx:pt idx="50">15</cx:pt>
          <cx:pt idx="51">15</cx:pt>
          <cx:pt idx="52">15</cx:pt>
          <cx:pt idx="53">16</cx:pt>
          <cx:pt idx="54">16</cx:pt>
          <cx:pt idx="55">16</cx:pt>
          <cx:pt idx="56">16</cx:pt>
          <cx:pt idx="57">17</cx:pt>
          <cx:pt idx="58">17</cx:pt>
          <cx:pt idx="59">17</cx:pt>
          <cx:pt idx="60">17</cx:pt>
          <cx:pt idx="61">17</cx:pt>
          <cx:pt idx="62">17</cx:pt>
          <cx:pt idx="63">18</cx:pt>
          <cx:pt idx="64">18</cx:pt>
          <cx:pt idx="65">18</cx:pt>
          <cx:pt idx="66">18</cx:pt>
          <cx:pt idx="67">19</cx:pt>
          <cx:pt idx="68">19</cx:pt>
          <cx:pt idx="69">19</cx:pt>
          <cx:pt idx="70">20</cx:pt>
          <cx:pt idx="71">21</cx:pt>
          <cx:pt idx="72">22</cx:pt>
          <cx:pt idx="73">22</cx:pt>
          <cx:pt idx="74">24</cx:pt>
          <cx:pt idx="75">24</cx:pt>
        </cx:lvl>
      </cx:numDim>
    </cx:data>
  </cx:chartData>
  <cx:chart>
    <cx:title pos="t" align="ctr" overlay="0">
      <cx:tx>
        <cx:txData>
          <cx:v>Diagrammtitel</cx:v>
        </cx:txData>
      </cx:tx>
      <cx:txPr>
        <a:bodyPr spcFirstLastPara="1" vertOverflow="ellipsis" horzOverflow="overflow" wrap="square" lIns="0" tIns="0" rIns="0" bIns="0" anchor="ctr" anchorCtr="1"/>
        <a:lstStyle/>
        <a:p>
          <a:pPr algn="ctr" rtl="0">
            <a:defRPr sz="1600"/>
          </a:pPr>
          <a:r>
            <a:rPr lang="de-DE" sz="1600" b="0" i="0" u="none" strike="noStrike" baseline="0">
              <a:solidFill>
                <a:srgbClr val="000000">
                  <a:lumMod val="65000"/>
                  <a:lumOff val="35000"/>
                </a:srgbClr>
              </a:solidFill>
              <a:latin typeface="Abadi"/>
            </a:rPr>
            <a:t>Diagrammtitel</a:t>
          </a:r>
        </a:p>
      </cx:txPr>
    </cx:title>
    <cx:plotArea>
      <cx:plotAreaRegion>
        <cx:series layoutId="clusteredColumn" uniqueId="{94955A67-3077-474A-81E6-38DF2B6BDB0D}">
          <cx:tx>
            <cx:txData>
              <cx:f>Tabelle1!$A$1</cx:f>
              <cx:v>Datenreihe1</cx:v>
            </cx:txData>
          </cx:tx>
          <cx:dataId val="0"/>
          <cx:layoutPr>
            <cx:binning intervalClosed="r"/>
          </cx:layoutPr>
        </cx:series>
      </cx:plotAreaRegion>
      <cx:axis id="0">
        <cx:catScaling gapWidth="0"/>
        <cx:tickLabels/>
        <cx:txPr>
          <a:bodyPr spcFirstLastPara="1" vertOverflow="ellipsis" horzOverflow="overflow" wrap="square" lIns="0" tIns="0" rIns="0" bIns="0" anchor="ctr" anchorCtr="1"/>
          <a:lstStyle/>
          <a:p>
            <a:pPr algn="ctr" rtl="0">
              <a:defRPr sz="800"/>
            </a:pPr>
            <a:endParaRPr lang="de-DE" sz="800" b="0" i="0" u="none" strike="noStrike" baseline="0">
              <a:solidFill>
                <a:srgbClr val="000000">
                  <a:lumMod val="65000"/>
                  <a:lumOff val="35000"/>
                </a:srgbClr>
              </a:solidFill>
              <a:latin typeface="Abadi"/>
            </a:endParaRPr>
          </a:p>
        </cx:txPr>
      </cx:axis>
      <cx:axis id="1">
        <cx:valScaling/>
        <cx:majorGridlines/>
        <cx:tickLabels/>
        <cx:txPr>
          <a:bodyPr spcFirstLastPara="1" vertOverflow="ellipsis" horzOverflow="overflow" wrap="square" lIns="0" tIns="0" rIns="0" bIns="0" anchor="ctr" anchorCtr="1"/>
          <a:lstStyle/>
          <a:p>
            <a:pPr algn="ctr" rtl="0">
              <a:defRPr sz="800"/>
            </a:pPr>
            <a:endParaRPr lang="de-DE" sz="800" b="0" i="0" u="none" strike="noStrike" baseline="0">
              <a:solidFill>
                <a:srgbClr val="000000">
                  <a:lumMod val="65000"/>
                  <a:lumOff val="35000"/>
                </a:srgbClr>
              </a:solidFill>
              <a:latin typeface="Abadi"/>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egoe UI" panose="020B0502040204020203" pitchFamily="34" charset="0"/>
                <a:cs typeface="Segoe UI" panose="020B0502040204020203" pitchFamily="34" charset="0"/>
                <a:sym typeface="Segoe UI" panose="020B0502040204020203" pitchFamily="34" charset="0"/>
              </a:defRPr>
            </a:lvl1pPr>
          </a:lstStyle>
          <a:p>
            <a:endParaRPr lang="en-US">
              <a:latin typeface="Abadi" panose="020B0604020104020204" pitchFamily="34" charset="0"/>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egoe UI" panose="020B0502040204020203" pitchFamily="34" charset="0"/>
                <a:cs typeface="Segoe UI" panose="020B0502040204020203" pitchFamily="34" charset="0"/>
                <a:sym typeface="Segoe UI" panose="020B0502040204020203" pitchFamily="34" charset="0"/>
              </a:defRPr>
            </a:lvl1pPr>
          </a:lstStyle>
          <a:p>
            <a:fld id="{3CDFE222-915F-4076-A64C-FCD84141A6B5}" type="datetimeFigureOut">
              <a:rPr lang="en-US" smtClean="0">
                <a:latin typeface="Abadi" panose="020B0604020104020204" pitchFamily="34" charset="0"/>
              </a:rPr>
              <a:pPr/>
              <a:t>8/26/2026</a:t>
            </a:fld>
            <a:endParaRPr lang="en-US">
              <a:latin typeface="Abadi" panose="020B0604020104020204" pitchFamily="34" charset="0"/>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latin typeface="Abadi" panose="020B0604020104020204" pitchFamily="34" charset="0"/>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egoe UI" panose="020B0502040204020203" pitchFamily="34" charset="0"/>
                <a:cs typeface="Segoe UI" panose="020B0502040204020203" pitchFamily="34" charset="0"/>
                <a:sym typeface="Segoe UI" panose="020B0502040204020203" pitchFamily="34" charset="0"/>
              </a:defRPr>
            </a:lvl1pPr>
          </a:lstStyle>
          <a:p>
            <a:endParaRPr lang="en-US">
              <a:latin typeface="Abadi" panose="020B0604020104020204" pitchFamily="34" charset="0"/>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egoe UI" panose="020B0502040204020203" pitchFamily="34" charset="0"/>
                <a:cs typeface="Segoe UI" panose="020B0502040204020203" pitchFamily="34" charset="0"/>
                <a:sym typeface="Segoe UI" panose="020B0502040204020203" pitchFamily="34" charset="0"/>
              </a:defRPr>
            </a:lvl1pPr>
          </a:lstStyle>
          <a:p>
            <a:fld id="{0116A731-5E76-4190-B805-4A9AC832BFD5}" type="slidenum">
              <a:rPr lang="en-US" smtClean="0">
                <a:latin typeface="Abadi" panose="020B0604020104020204" pitchFamily="34" charset="0"/>
              </a:rPr>
              <a:pPr/>
              <a:t>‹Nr.›</a:t>
            </a:fld>
            <a:endParaRPr lang="en-US">
              <a:latin typeface="Abadi" panose="020B0604020104020204" pitchFamily="34" charset="0"/>
            </a:endParaRPr>
          </a:p>
        </p:txBody>
      </p:sp>
    </p:spTree>
    <p:extLst>
      <p:ext uri="{BB962C8B-B14F-4D97-AF65-F5344CB8AC3E}">
        <p14:creationId xmlns:p14="http://schemas.microsoft.com/office/powerpoint/2010/main" val="1694097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1pPr>
    <a:lvl2pPr marL="45720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2pPr>
    <a:lvl3pPr marL="91440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3pPr>
    <a:lvl4pPr marL="137160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4pPr>
    <a:lvl5pPr marL="1828800" algn="l" defTabSz="914400" rtl="0" eaLnBrk="1" latinLnBrk="0" hangingPunct="1">
      <a:defRPr sz="1200" kern="1200">
        <a:solidFill>
          <a:schemeClr val="tx1"/>
        </a:solidFill>
        <a:latin typeface="Abadi" panose="020B0604020104020204" pitchFamily="34" charset="0"/>
        <a:ea typeface="+mn-ea"/>
        <a:cs typeface="Segoe UI" panose="020B0502040204020203" pitchFamily="34" charset="0"/>
        <a:sym typeface="Segoe UI" panose="020B0502040204020203"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6969F-DE0A-7A8B-3A7A-CCE45B5AF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A95A7-684F-798D-C41C-2255E7610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CE7140-1813-8F61-0D8B-86DBEDA18A4E}"/>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DDF12935-CE8E-C1E9-8F63-9B81399118C9}"/>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a:t>
            </a:fld>
            <a:endParaRPr lang="en-US">
              <a:latin typeface="Abadi" panose="020B0604020104020204" pitchFamily="34" charset="0"/>
            </a:endParaRPr>
          </a:p>
        </p:txBody>
      </p:sp>
    </p:spTree>
    <p:extLst>
      <p:ext uri="{BB962C8B-B14F-4D97-AF65-F5344CB8AC3E}">
        <p14:creationId xmlns:p14="http://schemas.microsoft.com/office/powerpoint/2010/main" val="3151172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0451-AEA9-31B9-A3C1-0AF9122B5E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F798B-0B7F-79E8-2473-CAF61652D2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95159-A02D-FC10-F510-A379ECACF64B}"/>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D2CA8B20-ED76-0D65-3CB8-BD81961682EB}"/>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2</a:t>
            </a:fld>
            <a:endParaRPr lang="en-US">
              <a:latin typeface="Abadi" panose="020B0604020104020204" pitchFamily="34" charset="0"/>
            </a:endParaRPr>
          </a:p>
        </p:txBody>
      </p:sp>
    </p:spTree>
    <p:extLst>
      <p:ext uri="{BB962C8B-B14F-4D97-AF65-F5344CB8AC3E}">
        <p14:creationId xmlns:p14="http://schemas.microsoft.com/office/powerpoint/2010/main" val="2849641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6A909-BF34-598D-6F16-B42A9C2DF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03484-90EC-5E3C-94C3-5AE136C64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322EE-882F-2D97-AE29-B6A8F78FAEB1}"/>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9D2B81F0-7755-D2E8-EF74-0CE21F813958}"/>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4</a:t>
            </a:fld>
            <a:endParaRPr lang="en-US">
              <a:latin typeface="Abadi" panose="020B0604020104020204" pitchFamily="34" charset="0"/>
            </a:endParaRPr>
          </a:p>
        </p:txBody>
      </p:sp>
    </p:spTree>
    <p:extLst>
      <p:ext uri="{BB962C8B-B14F-4D97-AF65-F5344CB8AC3E}">
        <p14:creationId xmlns:p14="http://schemas.microsoft.com/office/powerpoint/2010/main" val="1524071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782C5-880E-966D-C4F3-1E38FBDEC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F8988-08CC-955D-322F-2444C13A61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A205AC-69AF-545C-9501-E6B2B32A9BE3}"/>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C6E06FAD-FF45-EA82-AD8C-D1479C49D85D}"/>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5</a:t>
            </a:fld>
            <a:endParaRPr lang="en-US">
              <a:latin typeface="Abadi" panose="020B0604020104020204" pitchFamily="34" charset="0"/>
            </a:endParaRPr>
          </a:p>
        </p:txBody>
      </p:sp>
    </p:spTree>
    <p:extLst>
      <p:ext uri="{BB962C8B-B14F-4D97-AF65-F5344CB8AC3E}">
        <p14:creationId xmlns:p14="http://schemas.microsoft.com/office/powerpoint/2010/main" val="3592966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3C875-39D7-84B7-F416-090BC67EE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1D789D-1F73-B6F1-05D5-457366F760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EB729-41BE-5FAE-B58B-11F0D924016D}"/>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0A83A586-E234-0759-1FC8-F0DDEC7F0C58}"/>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6</a:t>
            </a:fld>
            <a:endParaRPr lang="en-US">
              <a:latin typeface="Abadi" panose="020B0604020104020204" pitchFamily="34" charset="0"/>
            </a:endParaRPr>
          </a:p>
        </p:txBody>
      </p:sp>
    </p:spTree>
    <p:extLst>
      <p:ext uri="{BB962C8B-B14F-4D97-AF65-F5344CB8AC3E}">
        <p14:creationId xmlns:p14="http://schemas.microsoft.com/office/powerpoint/2010/main" val="310304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7</a:t>
            </a:fld>
            <a:endParaRPr lang="en-US">
              <a:latin typeface="Abadi" panose="020B0604020104020204" pitchFamily="34" charset="0"/>
            </a:endParaRPr>
          </a:p>
        </p:txBody>
      </p:sp>
    </p:spTree>
    <p:extLst>
      <p:ext uri="{BB962C8B-B14F-4D97-AF65-F5344CB8AC3E}">
        <p14:creationId xmlns:p14="http://schemas.microsoft.com/office/powerpoint/2010/main" val="417831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5F19B-84C0-AAFF-7287-071A7FAC5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FE78D-A047-95BC-6282-EC87F7B0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60E2DE-2920-9A46-5DDC-6B0E78A6ACF8}"/>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2A980094-4EE3-440E-DC67-D4B85A40D0C1}"/>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8</a:t>
            </a:fld>
            <a:endParaRPr lang="en-US">
              <a:latin typeface="Abadi" panose="020B0604020104020204" pitchFamily="34" charset="0"/>
            </a:endParaRPr>
          </a:p>
        </p:txBody>
      </p:sp>
    </p:spTree>
    <p:extLst>
      <p:ext uri="{BB962C8B-B14F-4D97-AF65-F5344CB8AC3E}">
        <p14:creationId xmlns:p14="http://schemas.microsoft.com/office/powerpoint/2010/main" val="990541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B719A-1C3C-6415-887D-F075C5AC8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46252-382B-BD89-DE12-A3C1624C7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50AD7-BCE7-A2D6-F9A4-D9BC3B3598D6}"/>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78947877-A5CF-CB4C-421C-89C1A5D49E90}"/>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10</a:t>
            </a:fld>
            <a:endParaRPr lang="en-US">
              <a:latin typeface="Abadi" panose="020B0604020104020204" pitchFamily="34" charset="0"/>
            </a:endParaRPr>
          </a:p>
        </p:txBody>
      </p:sp>
    </p:spTree>
    <p:extLst>
      <p:ext uri="{BB962C8B-B14F-4D97-AF65-F5344CB8AC3E}">
        <p14:creationId xmlns:p14="http://schemas.microsoft.com/office/powerpoint/2010/main" val="356007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8D7B5-E600-B519-9994-C083C32A9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D1A9F-78AE-3BA6-E388-8BAC40DAC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61D69-1376-8054-F35C-D0B8D1F3BEC1}"/>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40293C62-15D3-B4F7-CCDE-FF5EB78FEC94}"/>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11</a:t>
            </a:fld>
            <a:endParaRPr lang="en-US">
              <a:latin typeface="Abadi" panose="020B0604020104020204" pitchFamily="34" charset="0"/>
            </a:endParaRPr>
          </a:p>
        </p:txBody>
      </p:sp>
    </p:spTree>
    <p:extLst>
      <p:ext uri="{BB962C8B-B14F-4D97-AF65-F5344CB8AC3E}">
        <p14:creationId xmlns:p14="http://schemas.microsoft.com/office/powerpoint/2010/main" val="2717277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67828-52B4-EF9A-8459-03D0AB8A0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73287-9F38-F2B0-0A4C-84CFB4E3B0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C3CA5-4D57-FDAE-D7F2-AFD28119BCF1}"/>
              </a:ext>
            </a:extLst>
          </p:cNvPr>
          <p:cNvSpPr>
            <a:spLocks noGrp="1"/>
          </p:cNvSpPr>
          <p:nvPr>
            <p:ph type="body" idx="1"/>
          </p:nvPr>
        </p:nvSpPr>
        <p:spPr/>
        <p:txBody>
          <a:bodyPr/>
          <a:lstStyle/>
          <a:p>
            <a:endParaRPr lang="en-US">
              <a:latin typeface="Abadi" panose="020B0604020104020204" pitchFamily="34" charset="0"/>
            </a:endParaRPr>
          </a:p>
        </p:txBody>
      </p:sp>
      <p:sp>
        <p:nvSpPr>
          <p:cNvPr id="4" name="Slide Number Placeholder 3">
            <a:extLst>
              <a:ext uri="{FF2B5EF4-FFF2-40B4-BE49-F238E27FC236}">
                <a16:creationId xmlns:a16="http://schemas.microsoft.com/office/drawing/2014/main" id="{1476E7CC-233A-2B10-06D7-D2AEB546CE12}"/>
              </a:ext>
            </a:extLst>
          </p:cNvPr>
          <p:cNvSpPr>
            <a:spLocks noGrp="1"/>
          </p:cNvSpPr>
          <p:nvPr>
            <p:ph type="sldNum" sz="quarter" idx="5"/>
          </p:nvPr>
        </p:nvSpPr>
        <p:spPr/>
        <p:txBody>
          <a:bodyPr/>
          <a:lstStyle/>
          <a:p>
            <a:fld id="{0116A731-5E76-4190-B805-4A9AC832BFD5}" type="slidenum">
              <a:rPr lang="en-US" smtClean="0">
                <a:latin typeface="Abadi" panose="020B0604020104020204" pitchFamily="34" charset="0"/>
              </a:rPr>
              <a:pPr/>
              <a:t>12</a:t>
            </a:fld>
            <a:endParaRPr lang="en-US">
              <a:latin typeface="Abadi" panose="020B0604020104020204" pitchFamily="34" charset="0"/>
            </a:endParaRPr>
          </a:p>
        </p:txBody>
      </p:sp>
    </p:spTree>
    <p:extLst>
      <p:ext uri="{BB962C8B-B14F-4D97-AF65-F5344CB8AC3E}">
        <p14:creationId xmlns:p14="http://schemas.microsoft.com/office/powerpoint/2010/main" val="8498605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1.png"/><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1.png"/><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5.png"/><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36.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37.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38.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1.xml"/><Relationship Id="rId1" Type="http://schemas.openxmlformats.org/officeDocument/2006/relationships/tags" Target="../tags/tag43.xml"/><Relationship Id="rId5" Type="http://schemas.openxmlformats.org/officeDocument/2006/relationships/image" Target="../media/image3.png"/><Relationship Id="rId4" Type="http://schemas.openxmlformats.org/officeDocument/2006/relationships/image" Target="../media/image4.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1.xml"/><Relationship Id="rId1" Type="http://schemas.openxmlformats.org/officeDocument/2006/relationships/tags" Target="../tags/tag44.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1.xml"/><Relationship Id="rId1" Type="http://schemas.openxmlformats.org/officeDocument/2006/relationships/tags" Target="../tags/tag45.xml"/><Relationship Id="rId6" Type="http://schemas.microsoft.com/office/2007/relationships/hdphoto" Target="../media/hdphoto2.wdp"/><Relationship Id="rId5" Type="http://schemas.openxmlformats.org/officeDocument/2006/relationships/image" Target="../media/image6.png"/><Relationship Id="rId4" Type="http://schemas.openxmlformats.org/officeDocument/2006/relationships/image" Target="../media/image4.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1.xml"/><Relationship Id="rId1" Type="http://schemas.openxmlformats.org/officeDocument/2006/relationships/tags" Target="../tags/tag46.xml"/><Relationship Id="rId6" Type="http://schemas.microsoft.com/office/2007/relationships/hdphoto" Target="../media/hdphoto2.wdp"/><Relationship Id="rId5" Type="http://schemas.openxmlformats.org/officeDocument/2006/relationships/image" Target="../media/image6.png"/><Relationship Id="rId4" Type="http://schemas.openxmlformats.org/officeDocument/2006/relationships/image" Target="../media/image4.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1.xml"/><Relationship Id="rId1" Type="http://schemas.openxmlformats.org/officeDocument/2006/relationships/tags" Target="../tags/tag47.xml"/><Relationship Id="rId6" Type="http://schemas.microsoft.com/office/2007/relationships/hdphoto" Target="../media/hdphoto2.wdp"/><Relationship Id="rId5" Type="http://schemas.openxmlformats.org/officeDocument/2006/relationships/image" Target="../media/image6.png"/><Relationship Id="rId4" Type="http://schemas.openxmlformats.org/officeDocument/2006/relationships/image" Target="../media/image4.emf"/></Relationships>
</file>

<file path=ppt/slideLayouts/_rels/slideLayout46.xml.rels><?xml version="1.0" encoding="UTF-8" standalone="yes"?>
<Relationships xmlns="http://schemas.openxmlformats.org/package/2006/relationships"><Relationship Id="rId13" Type="http://schemas.openxmlformats.org/officeDocument/2006/relationships/image" Target="../media/image13.svg"/><Relationship Id="rId18" Type="http://schemas.openxmlformats.org/officeDocument/2006/relationships/image" Target="../media/image18.svg"/><Relationship Id="rId26" Type="http://schemas.openxmlformats.org/officeDocument/2006/relationships/image" Target="../media/image26.svg"/><Relationship Id="rId39" Type="http://schemas.openxmlformats.org/officeDocument/2006/relationships/image" Target="../media/image39.svg"/><Relationship Id="rId21" Type="http://schemas.openxmlformats.org/officeDocument/2006/relationships/image" Target="../media/image21.svg"/><Relationship Id="rId34" Type="http://schemas.openxmlformats.org/officeDocument/2006/relationships/image" Target="../media/image34.svg"/><Relationship Id="rId42" Type="http://schemas.openxmlformats.org/officeDocument/2006/relationships/image" Target="../media/image42.svg"/><Relationship Id="rId47" Type="http://schemas.openxmlformats.org/officeDocument/2006/relationships/image" Target="../media/image47.svg"/><Relationship Id="rId7" Type="http://schemas.openxmlformats.org/officeDocument/2006/relationships/image" Target="../media/image7.svg"/><Relationship Id="rId2" Type="http://schemas.openxmlformats.org/officeDocument/2006/relationships/slideMaster" Target="../slideMasters/slideMaster1.xml"/><Relationship Id="rId16" Type="http://schemas.openxmlformats.org/officeDocument/2006/relationships/image" Target="../media/image16.svg"/><Relationship Id="rId29" Type="http://schemas.openxmlformats.org/officeDocument/2006/relationships/image" Target="../media/image29.svg"/><Relationship Id="rId1" Type="http://schemas.openxmlformats.org/officeDocument/2006/relationships/tags" Target="../tags/tag48.xml"/><Relationship Id="rId6" Type="http://schemas.microsoft.com/office/2007/relationships/hdphoto" Target="../media/hdphoto2.wdp"/><Relationship Id="rId11" Type="http://schemas.openxmlformats.org/officeDocument/2006/relationships/image" Target="../media/image11.svg"/><Relationship Id="rId24" Type="http://schemas.openxmlformats.org/officeDocument/2006/relationships/image" Target="../media/image24.svg"/><Relationship Id="rId32" Type="http://schemas.openxmlformats.org/officeDocument/2006/relationships/image" Target="../media/image32.svg"/><Relationship Id="rId37" Type="http://schemas.openxmlformats.org/officeDocument/2006/relationships/image" Target="../media/image37.svg"/><Relationship Id="rId40" Type="http://schemas.openxmlformats.org/officeDocument/2006/relationships/image" Target="../media/image40.svg"/><Relationship Id="rId45" Type="http://schemas.openxmlformats.org/officeDocument/2006/relationships/image" Target="../media/image45.svg"/><Relationship Id="rId5" Type="http://schemas.openxmlformats.org/officeDocument/2006/relationships/image" Target="../media/image6.png"/><Relationship Id="rId15" Type="http://schemas.openxmlformats.org/officeDocument/2006/relationships/image" Target="../media/image15.svg"/><Relationship Id="rId23" Type="http://schemas.openxmlformats.org/officeDocument/2006/relationships/image" Target="../media/image23.svg"/><Relationship Id="rId28" Type="http://schemas.openxmlformats.org/officeDocument/2006/relationships/image" Target="../media/image28.svg"/><Relationship Id="rId36" Type="http://schemas.openxmlformats.org/officeDocument/2006/relationships/image" Target="../media/image36.svg"/><Relationship Id="rId10" Type="http://schemas.openxmlformats.org/officeDocument/2006/relationships/image" Target="../media/image10.svg"/><Relationship Id="rId19" Type="http://schemas.openxmlformats.org/officeDocument/2006/relationships/image" Target="../media/image19.svg"/><Relationship Id="rId31" Type="http://schemas.openxmlformats.org/officeDocument/2006/relationships/image" Target="../media/image31.svg"/><Relationship Id="rId44" Type="http://schemas.openxmlformats.org/officeDocument/2006/relationships/image" Target="../media/image44.svg"/><Relationship Id="rId4" Type="http://schemas.openxmlformats.org/officeDocument/2006/relationships/image" Target="../media/image4.emf"/><Relationship Id="rId9" Type="http://schemas.openxmlformats.org/officeDocument/2006/relationships/image" Target="../media/image9.svg"/><Relationship Id="rId14" Type="http://schemas.openxmlformats.org/officeDocument/2006/relationships/image" Target="../media/image14.svg"/><Relationship Id="rId22" Type="http://schemas.openxmlformats.org/officeDocument/2006/relationships/image" Target="../media/image22.svg"/><Relationship Id="rId27" Type="http://schemas.openxmlformats.org/officeDocument/2006/relationships/image" Target="../media/image27.svg"/><Relationship Id="rId30" Type="http://schemas.openxmlformats.org/officeDocument/2006/relationships/image" Target="../media/image30.svg"/><Relationship Id="rId35" Type="http://schemas.openxmlformats.org/officeDocument/2006/relationships/image" Target="../media/image35.svg"/><Relationship Id="rId43" Type="http://schemas.openxmlformats.org/officeDocument/2006/relationships/image" Target="../media/image43.svg"/><Relationship Id="rId8" Type="http://schemas.openxmlformats.org/officeDocument/2006/relationships/image" Target="../media/image8.svg"/><Relationship Id="rId3" Type="http://schemas.openxmlformats.org/officeDocument/2006/relationships/oleObject" Target="../embeddings/oleObject43.bin"/><Relationship Id="rId12" Type="http://schemas.openxmlformats.org/officeDocument/2006/relationships/image" Target="../media/image12.svg"/><Relationship Id="rId17" Type="http://schemas.openxmlformats.org/officeDocument/2006/relationships/image" Target="../media/image17.svg"/><Relationship Id="rId25" Type="http://schemas.openxmlformats.org/officeDocument/2006/relationships/image" Target="../media/image25.svg"/><Relationship Id="rId33" Type="http://schemas.openxmlformats.org/officeDocument/2006/relationships/image" Target="../media/image33.svg"/><Relationship Id="rId38" Type="http://schemas.openxmlformats.org/officeDocument/2006/relationships/image" Target="../media/image38.svg"/><Relationship Id="rId46" Type="http://schemas.openxmlformats.org/officeDocument/2006/relationships/image" Target="../media/image46.svg"/><Relationship Id="rId20" Type="http://schemas.openxmlformats.org/officeDocument/2006/relationships/image" Target="../media/image20.svg"/><Relationship Id="rId41" Type="http://schemas.openxmlformats.org/officeDocument/2006/relationships/image" Target="../media/image41.svg"/></Relationships>
</file>

<file path=ppt/slideLayouts/_rels/slideLayout47.xml.rels><?xml version="1.0" encoding="UTF-8" standalone="yes"?>
<Relationships xmlns="http://schemas.openxmlformats.org/package/2006/relationships"><Relationship Id="rId13" Type="http://schemas.openxmlformats.org/officeDocument/2006/relationships/image" Target="../media/image56.svg"/><Relationship Id="rId18" Type="http://schemas.openxmlformats.org/officeDocument/2006/relationships/image" Target="../media/image61.svg"/><Relationship Id="rId26" Type="http://schemas.openxmlformats.org/officeDocument/2006/relationships/image" Target="../media/image69.svg"/><Relationship Id="rId39" Type="http://schemas.openxmlformats.org/officeDocument/2006/relationships/image" Target="../media/image82.svg"/><Relationship Id="rId21" Type="http://schemas.openxmlformats.org/officeDocument/2006/relationships/image" Target="../media/image64.svg"/><Relationship Id="rId34" Type="http://schemas.openxmlformats.org/officeDocument/2006/relationships/image" Target="../media/image77.svg"/><Relationship Id="rId42" Type="http://schemas.openxmlformats.org/officeDocument/2006/relationships/image" Target="../media/image85.svg"/><Relationship Id="rId7" Type="http://schemas.openxmlformats.org/officeDocument/2006/relationships/image" Target="../media/image50.svg"/><Relationship Id="rId2" Type="http://schemas.openxmlformats.org/officeDocument/2006/relationships/slideMaster" Target="../slideMasters/slideMaster1.xml"/><Relationship Id="rId16" Type="http://schemas.openxmlformats.org/officeDocument/2006/relationships/image" Target="../media/image59.svg"/><Relationship Id="rId29" Type="http://schemas.openxmlformats.org/officeDocument/2006/relationships/image" Target="../media/image72.svg"/><Relationship Id="rId1" Type="http://schemas.openxmlformats.org/officeDocument/2006/relationships/tags" Target="../tags/tag49.xml"/><Relationship Id="rId6" Type="http://schemas.openxmlformats.org/officeDocument/2006/relationships/image" Target="../media/image49.svg"/><Relationship Id="rId11" Type="http://schemas.openxmlformats.org/officeDocument/2006/relationships/image" Target="../media/image54.svg"/><Relationship Id="rId24" Type="http://schemas.openxmlformats.org/officeDocument/2006/relationships/image" Target="../media/image67.svg"/><Relationship Id="rId32" Type="http://schemas.openxmlformats.org/officeDocument/2006/relationships/image" Target="../media/image75.svg"/><Relationship Id="rId37" Type="http://schemas.openxmlformats.org/officeDocument/2006/relationships/image" Target="../media/image80.svg"/><Relationship Id="rId40" Type="http://schemas.openxmlformats.org/officeDocument/2006/relationships/image" Target="../media/image83.svg"/><Relationship Id="rId45" Type="http://schemas.openxmlformats.org/officeDocument/2006/relationships/image" Target="../media/image88.svg"/><Relationship Id="rId5" Type="http://schemas.openxmlformats.org/officeDocument/2006/relationships/image" Target="../media/image48.svg"/><Relationship Id="rId15" Type="http://schemas.openxmlformats.org/officeDocument/2006/relationships/image" Target="../media/image58.svg"/><Relationship Id="rId23" Type="http://schemas.openxmlformats.org/officeDocument/2006/relationships/image" Target="../media/image66.svg"/><Relationship Id="rId28" Type="http://schemas.openxmlformats.org/officeDocument/2006/relationships/image" Target="../media/image71.svg"/><Relationship Id="rId36" Type="http://schemas.openxmlformats.org/officeDocument/2006/relationships/image" Target="../media/image79.svg"/><Relationship Id="rId10" Type="http://schemas.openxmlformats.org/officeDocument/2006/relationships/image" Target="../media/image53.svg"/><Relationship Id="rId19" Type="http://schemas.openxmlformats.org/officeDocument/2006/relationships/image" Target="../media/image62.svg"/><Relationship Id="rId31" Type="http://schemas.openxmlformats.org/officeDocument/2006/relationships/image" Target="../media/image74.svg"/><Relationship Id="rId44" Type="http://schemas.openxmlformats.org/officeDocument/2006/relationships/image" Target="../media/image87.svg"/><Relationship Id="rId4" Type="http://schemas.openxmlformats.org/officeDocument/2006/relationships/image" Target="../media/image2.emf"/><Relationship Id="rId9" Type="http://schemas.openxmlformats.org/officeDocument/2006/relationships/image" Target="../media/image52.svg"/><Relationship Id="rId14" Type="http://schemas.openxmlformats.org/officeDocument/2006/relationships/image" Target="../media/image57.svg"/><Relationship Id="rId22" Type="http://schemas.openxmlformats.org/officeDocument/2006/relationships/image" Target="../media/image65.svg"/><Relationship Id="rId27" Type="http://schemas.openxmlformats.org/officeDocument/2006/relationships/image" Target="../media/image70.svg"/><Relationship Id="rId30" Type="http://schemas.openxmlformats.org/officeDocument/2006/relationships/image" Target="../media/image73.svg"/><Relationship Id="rId35" Type="http://schemas.openxmlformats.org/officeDocument/2006/relationships/image" Target="../media/image78.svg"/><Relationship Id="rId43" Type="http://schemas.openxmlformats.org/officeDocument/2006/relationships/image" Target="../media/image86.svg"/><Relationship Id="rId8" Type="http://schemas.openxmlformats.org/officeDocument/2006/relationships/image" Target="../media/image51.svg"/><Relationship Id="rId3" Type="http://schemas.openxmlformats.org/officeDocument/2006/relationships/oleObject" Target="../embeddings/oleObject32.bin"/><Relationship Id="rId12" Type="http://schemas.openxmlformats.org/officeDocument/2006/relationships/image" Target="../media/image55.svg"/><Relationship Id="rId17" Type="http://schemas.openxmlformats.org/officeDocument/2006/relationships/image" Target="../media/image60.svg"/><Relationship Id="rId25" Type="http://schemas.openxmlformats.org/officeDocument/2006/relationships/image" Target="../media/image68.svg"/><Relationship Id="rId33" Type="http://schemas.openxmlformats.org/officeDocument/2006/relationships/image" Target="../media/image76.svg"/><Relationship Id="rId38" Type="http://schemas.openxmlformats.org/officeDocument/2006/relationships/image" Target="../media/image81.svg"/><Relationship Id="rId20" Type="http://schemas.openxmlformats.org/officeDocument/2006/relationships/image" Target="../media/image63.svg"/><Relationship Id="rId41" Type="http://schemas.openxmlformats.org/officeDocument/2006/relationships/image" Target="../media/image8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ere Foli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338040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accent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8">
            <a:extLst>
              <a:ext uri="{FF2B5EF4-FFF2-40B4-BE49-F238E27FC236}">
                <a16:creationId xmlns:a16="http://schemas.microsoft.com/office/drawing/2014/main" id="{4135E2FC-DBB7-FA2D-F7F7-7BB38D229F27}"/>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33921940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Kapitel mit großem Bi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349185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61E107C8-1674-ABB0-E068-CBA26FBFFCF7}"/>
              </a:ext>
            </a:extLst>
          </p:cNvPr>
          <p:cNvSpPr/>
          <p:nvPr userDrawn="1"/>
        </p:nvSpPr>
        <p:spPr>
          <a:xfrm>
            <a:off x="-1" y="-1"/>
            <a:ext cx="6096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13" name="Picture 12" descr="A black background with a black square&#10;&#10;AI-generated content may be incorrect.">
            <a:extLst>
              <a:ext uri="{FF2B5EF4-FFF2-40B4-BE49-F238E27FC236}">
                <a16:creationId xmlns:a16="http://schemas.microsoft.com/office/drawing/2014/main" id="{3E297101-D811-C648-3B4D-A059E60DF84C}"/>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934995" y="-1143000"/>
            <a:ext cx="6858000" cy="6858000"/>
          </a:xfrm>
          <a:prstGeom prst="rect">
            <a:avLst/>
          </a:prstGeom>
        </p:spPr>
      </p:pic>
      <p:sp>
        <p:nvSpPr>
          <p:cNvPr id="14" name="Text Placeholder 5">
            <a:extLst>
              <a:ext uri="{FF2B5EF4-FFF2-40B4-BE49-F238E27FC236}">
                <a16:creationId xmlns:a16="http://schemas.microsoft.com/office/drawing/2014/main" id="{B58D0131-D415-90A8-D070-322A940FBF04}"/>
              </a:ext>
            </a:extLst>
          </p:cNvPr>
          <p:cNvSpPr>
            <a:spLocks noGrp="1"/>
          </p:cNvSpPr>
          <p:nvPr>
            <p:ph type="body" sz="quarter" idx="10" hasCustomPrompt="1"/>
          </p:nvPr>
        </p:nvSpPr>
        <p:spPr>
          <a:xfrm>
            <a:off x="690605" y="3242373"/>
            <a:ext cx="4714789" cy="603883"/>
          </a:xfrm>
          <a:prstGeom prst="rect">
            <a:avLst/>
          </a:prstGeom>
        </p:spPr>
        <p:txBody>
          <a:bodyPr wrap="square" lIns="0" rIns="0">
            <a:noAutofit/>
          </a:bodyPr>
          <a:lstStyle>
            <a:lvl1pPr marL="0" indent="0" algn="l" defTabSz="914400" rtl="0" eaLnBrk="1" latinLnBrk="0" hangingPunct="1">
              <a:buNone/>
              <a:defRPr lang="en-GB" sz="36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Titel</a:t>
            </a:r>
            <a:endParaRPr lang="en-GB" dirty="0"/>
          </a:p>
        </p:txBody>
      </p:sp>
      <p:sp>
        <p:nvSpPr>
          <p:cNvPr id="17" name="Text Placeholder 5">
            <a:extLst>
              <a:ext uri="{FF2B5EF4-FFF2-40B4-BE49-F238E27FC236}">
                <a16:creationId xmlns:a16="http://schemas.microsoft.com/office/drawing/2014/main" id="{C1DB5746-190E-73CB-8FBE-0B7644680FB0}"/>
              </a:ext>
            </a:extLst>
          </p:cNvPr>
          <p:cNvSpPr>
            <a:spLocks noGrp="1"/>
          </p:cNvSpPr>
          <p:nvPr>
            <p:ph type="body" sz="quarter" idx="11" hasCustomPrompt="1"/>
          </p:nvPr>
        </p:nvSpPr>
        <p:spPr>
          <a:xfrm>
            <a:off x="690605" y="5170027"/>
            <a:ext cx="4714789" cy="341632"/>
          </a:xfrm>
          <a:prstGeom prst="rect">
            <a:avLst/>
          </a:prstGeom>
        </p:spPr>
        <p:txBody>
          <a:bodyPr wrap="square" lIns="0" rIns="0">
            <a:noAutofit/>
          </a:bodyPr>
          <a:lstStyle>
            <a:lvl1pPr marL="0" indent="0" algn="l" defTabSz="914400" rtl="0" eaLnBrk="1" latinLnBrk="0" hangingPunct="1">
              <a:buNone/>
              <a:defRPr lang="en-GB" sz="18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www.website.com</a:t>
            </a:r>
            <a:endParaRPr lang="en-GB" dirty="0"/>
          </a:p>
        </p:txBody>
      </p:sp>
      <p:sp>
        <p:nvSpPr>
          <p:cNvPr id="22" name="Picture Placeholder 21">
            <a:extLst>
              <a:ext uri="{FF2B5EF4-FFF2-40B4-BE49-F238E27FC236}">
                <a16:creationId xmlns:a16="http://schemas.microsoft.com/office/drawing/2014/main" id="{B108B397-E077-8D00-4299-2C96B3137440}"/>
              </a:ext>
            </a:extLst>
          </p:cNvPr>
          <p:cNvSpPr>
            <a:spLocks noGrp="1"/>
          </p:cNvSpPr>
          <p:nvPr>
            <p:ph type="pic" sz="quarter" idx="12"/>
          </p:nvPr>
        </p:nvSpPr>
        <p:spPr>
          <a:xfrm>
            <a:off x="690605" y="1346342"/>
            <a:ext cx="3493878" cy="1223318"/>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dirty="0"/>
          </a:p>
        </p:txBody>
      </p:sp>
      <p:sp>
        <p:nvSpPr>
          <p:cNvPr id="25" name="Picture Placeholder 24">
            <a:extLst>
              <a:ext uri="{FF2B5EF4-FFF2-40B4-BE49-F238E27FC236}">
                <a16:creationId xmlns:a16="http://schemas.microsoft.com/office/drawing/2014/main" id="{CB491C6C-F32A-AFF9-5EB9-D7A595BB6336}"/>
              </a:ext>
            </a:extLst>
          </p:cNvPr>
          <p:cNvSpPr>
            <a:spLocks noGrp="1"/>
          </p:cNvSpPr>
          <p:nvPr>
            <p:ph type="pic" sz="quarter" idx="13"/>
          </p:nvPr>
        </p:nvSpPr>
        <p:spPr>
          <a:xfrm>
            <a:off x="6095998" y="-1"/>
            <a:ext cx="6096001" cy="6858000"/>
          </a:xfrm>
          <a:pattFill prst="pct5">
            <a:fgClr>
              <a:schemeClr val="bg1">
                <a:lumMod val="75000"/>
              </a:schemeClr>
            </a:fgClr>
            <a:bgClr>
              <a:schemeClr val="bg1"/>
            </a:bgClr>
          </a:pattFill>
        </p:spPr>
        <p:txBody>
          <a:bodyPr>
            <a:noAutofit/>
          </a:bodyPr>
          <a:lstStyle/>
          <a:p>
            <a:endParaRPr lang="en-GB"/>
          </a:p>
        </p:txBody>
      </p:sp>
      <p:sp>
        <p:nvSpPr>
          <p:cNvPr id="26" name="Rectangle 25">
            <a:extLst>
              <a:ext uri="{FF2B5EF4-FFF2-40B4-BE49-F238E27FC236}">
                <a16:creationId xmlns:a16="http://schemas.microsoft.com/office/drawing/2014/main" id="{9617F1BD-8C54-CCD7-267E-BC5A0B3FC550}"/>
              </a:ext>
            </a:extLst>
          </p:cNvPr>
          <p:cNvSpPr/>
          <p:nvPr userDrawn="1"/>
        </p:nvSpPr>
        <p:spPr>
          <a:xfrm rot="16200000">
            <a:off x="83345" y="33723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250163411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31608360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16" name="Circle: Hollow 15">
            <a:extLst>
              <a:ext uri="{FF2B5EF4-FFF2-40B4-BE49-F238E27FC236}">
                <a16:creationId xmlns:a16="http://schemas.microsoft.com/office/drawing/2014/main" id="{CBE08881-E042-B25B-8B94-E94B4D3D423A}"/>
              </a:ext>
            </a:extLst>
          </p:cNvPr>
          <p:cNvSpPr/>
          <p:nvPr userDrawn="1"/>
        </p:nvSpPr>
        <p:spPr>
          <a:xfrm>
            <a:off x="-5196841" y="1661160"/>
            <a:ext cx="10393680" cy="10393680"/>
          </a:xfrm>
          <a:prstGeom prst="donut">
            <a:avLst>
              <a:gd name="adj" fmla="val 21545"/>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err="1">
              <a:solidFill>
                <a:schemeClr val="tx1"/>
              </a:solidFill>
            </a:endParaRPr>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770255" y="2154832"/>
            <a:ext cx="3185162" cy="111522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770255" y="3733523"/>
            <a:ext cx="8759190" cy="1588127"/>
          </a:xfrm>
        </p:spPr>
        <p:txBody>
          <a:bodyPr>
            <a:noAutofit/>
          </a:bodyPr>
          <a:lstStyle>
            <a:lvl1pPr marL="0" indent="0" algn="l">
              <a:buNone/>
              <a:defRPr sz="540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770256" y="5580737"/>
            <a:ext cx="8759189" cy="341632"/>
          </a:xfrm>
        </p:spPr>
        <p:txBody>
          <a:bodyPr anchor="ctr">
            <a:noAutofit/>
          </a:bodyPr>
          <a:lstStyle>
            <a:lvl1pPr marL="0" indent="0" algn="l">
              <a:buNone/>
              <a:defRPr sz="1800">
                <a:solidFill>
                  <a:schemeClr val="bg2"/>
                </a:solidFill>
              </a:defRPr>
            </a:lvl1pPr>
          </a:lstStyle>
          <a:p>
            <a:pPr lvl="0"/>
            <a:r>
              <a:rPr lang="en-US" dirty="0"/>
              <a:t>Lorem ipsum dolor </a:t>
            </a:r>
          </a:p>
        </p:txBody>
      </p:sp>
      <p:sp>
        <p:nvSpPr>
          <p:cNvPr id="17" name="Rectangle 16">
            <a:extLst>
              <a:ext uri="{FF2B5EF4-FFF2-40B4-BE49-F238E27FC236}">
                <a16:creationId xmlns:a16="http://schemas.microsoft.com/office/drawing/2014/main" id="{BE9CB645-7585-3980-08F3-8714FFC9872F}"/>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273703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apitel ohne Bi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1361354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6" name="Text Placeholder 5">
            <a:extLst>
              <a:ext uri="{FF2B5EF4-FFF2-40B4-BE49-F238E27FC236}">
                <a16:creationId xmlns:a16="http://schemas.microsoft.com/office/drawing/2014/main" id="{C3B758A6-7D2E-CBDE-99DC-B5E2CA1B38EA}"/>
              </a:ext>
            </a:extLst>
          </p:cNvPr>
          <p:cNvSpPr>
            <a:spLocks noGrp="1"/>
          </p:cNvSpPr>
          <p:nvPr>
            <p:ph type="body" sz="quarter" idx="10" hasCustomPrompt="1"/>
          </p:nvPr>
        </p:nvSpPr>
        <p:spPr>
          <a:xfrm>
            <a:off x="943918" y="3526579"/>
            <a:ext cx="6111790" cy="660758"/>
          </a:xfrm>
          <a:prstGeom prst="rect">
            <a:avLst/>
          </a:prstGeom>
        </p:spPr>
        <p:txBody>
          <a:bodyPr wrap="square" lIns="0" rIns="0">
            <a:noAutofit/>
          </a:bodyPr>
          <a:lstStyle>
            <a:lvl1pPr marL="0" indent="0" algn="l" defTabSz="914400" rtl="0" eaLnBrk="1" latinLnBrk="0" hangingPunct="1">
              <a:buNone/>
              <a:defRPr lang="en-GB" sz="40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Titel</a:t>
            </a:r>
            <a:endParaRPr lang="en-GB" dirty="0"/>
          </a:p>
        </p:txBody>
      </p:sp>
      <p:sp>
        <p:nvSpPr>
          <p:cNvPr id="7" name="Text Placeholder 5">
            <a:extLst>
              <a:ext uri="{FF2B5EF4-FFF2-40B4-BE49-F238E27FC236}">
                <a16:creationId xmlns:a16="http://schemas.microsoft.com/office/drawing/2014/main" id="{B86F2886-3316-70C6-D8BC-F45B81909644}"/>
              </a:ext>
            </a:extLst>
          </p:cNvPr>
          <p:cNvSpPr>
            <a:spLocks noGrp="1"/>
          </p:cNvSpPr>
          <p:nvPr>
            <p:ph type="body" sz="quarter" idx="11" hasCustomPrompt="1"/>
          </p:nvPr>
        </p:nvSpPr>
        <p:spPr>
          <a:xfrm>
            <a:off x="943918" y="2914920"/>
            <a:ext cx="4714789" cy="348109"/>
          </a:xfrm>
          <a:prstGeom prst="rect">
            <a:avLst/>
          </a:prstGeom>
        </p:spPr>
        <p:txBody>
          <a:bodyPr wrap="square" lIns="0" rIns="0">
            <a:noAutofit/>
          </a:bodyPr>
          <a:lstStyle>
            <a:lvl1pPr marL="0" indent="0" algn="l" defTabSz="914400" rtl="0" eaLnBrk="1" latinLnBrk="0" hangingPunct="1">
              <a:buNone/>
              <a:defRPr lang="en-GB" sz="1800" b="0" kern="1200" dirty="0">
                <a:solidFill>
                  <a:schemeClr val="accent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err="1"/>
              <a:t>Abschnitt</a:t>
            </a:r>
            <a:endParaRPr lang="en-GB" dirty="0"/>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43918" y="5476906"/>
            <a:ext cx="1904194" cy="666719"/>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9" name="Rectangle 8">
            <a:extLst>
              <a:ext uri="{FF2B5EF4-FFF2-40B4-BE49-F238E27FC236}">
                <a16:creationId xmlns:a16="http://schemas.microsoft.com/office/drawing/2014/main" id="{F1FD5997-B537-7BD8-0398-9FD96E751E3A}"/>
              </a:ext>
            </a:extLst>
          </p:cNvPr>
          <p:cNvSpPr/>
          <p:nvPr userDrawn="1"/>
        </p:nvSpPr>
        <p:spPr>
          <a:xfrm rot="16200000">
            <a:off x="83345" y="3662736"/>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118013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8 Agendapunkte + Unterpunkt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139927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4" name="Text Placeholder 43">
            <a:extLst>
              <a:ext uri="{FF2B5EF4-FFF2-40B4-BE49-F238E27FC236}">
                <a16:creationId xmlns:a16="http://schemas.microsoft.com/office/drawing/2014/main" id="{8FFA0FAB-1EB2-34EA-D784-F84FFEAF63C9}"/>
              </a:ext>
            </a:extLst>
          </p:cNvPr>
          <p:cNvSpPr>
            <a:spLocks noGrp="1"/>
          </p:cNvSpPr>
          <p:nvPr>
            <p:ph type="body" sz="quarter" idx="56"/>
          </p:nvPr>
        </p:nvSpPr>
        <p:spPr>
          <a:xfrm>
            <a:off x="8348562" y="617757"/>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5" name="Text Placeholder 44">
            <a:extLst>
              <a:ext uri="{FF2B5EF4-FFF2-40B4-BE49-F238E27FC236}">
                <a16:creationId xmlns:a16="http://schemas.microsoft.com/office/drawing/2014/main" id="{DCEE6936-9BCD-E0AC-CF24-48D0E6F4A4CD}"/>
              </a:ext>
            </a:extLst>
          </p:cNvPr>
          <p:cNvSpPr>
            <a:spLocks noGrp="1"/>
          </p:cNvSpPr>
          <p:nvPr>
            <p:ph type="body" sz="quarter" idx="57"/>
          </p:nvPr>
        </p:nvSpPr>
        <p:spPr>
          <a:xfrm>
            <a:off x="8348562" y="2081805"/>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6" name="Text Placeholder 45">
            <a:extLst>
              <a:ext uri="{FF2B5EF4-FFF2-40B4-BE49-F238E27FC236}">
                <a16:creationId xmlns:a16="http://schemas.microsoft.com/office/drawing/2014/main" id="{4D94D953-98BB-6DF8-6B12-E4DEF1C8F98B}"/>
              </a:ext>
            </a:extLst>
          </p:cNvPr>
          <p:cNvSpPr>
            <a:spLocks noGrp="1"/>
          </p:cNvSpPr>
          <p:nvPr>
            <p:ph type="body" sz="quarter" idx="58"/>
          </p:nvPr>
        </p:nvSpPr>
        <p:spPr>
          <a:xfrm>
            <a:off x="8348562" y="3545853"/>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7" name="Text Placeholder 46">
            <a:extLst>
              <a:ext uri="{FF2B5EF4-FFF2-40B4-BE49-F238E27FC236}">
                <a16:creationId xmlns:a16="http://schemas.microsoft.com/office/drawing/2014/main" id="{88975DAF-B54A-2D2F-CDC5-6D7FA91D00BE}"/>
              </a:ext>
            </a:extLst>
          </p:cNvPr>
          <p:cNvSpPr>
            <a:spLocks noGrp="1"/>
          </p:cNvSpPr>
          <p:nvPr>
            <p:ph type="body" sz="quarter" idx="59"/>
          </p:nvPr>
        </p:nvSpPr>
        <p:spPr>
          <a:xfrm>
            <a:off x="8348562" y="5009902"/>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0" name="Text Placeholder 39">
            <a:extLst>
              <a:ext uri="{FF2B5EF4-FFF2-40B4-BE49-F238E27FC236}">
                <a16:creationId xmlns:a16="http://schemas.microsoft.com/office/drawing/2014/main" id="{240F3344-3A1D-0A57-36FB-0BB60B662456}"/>
              </a:ext>
            </a:extLst>
          </p:cNvPr>
          <p:cNvSpPr>
            <a:spLocks noGrp="1"/>
          </p:cNvSpPr>
          <p:nvPr>
            <p:ph type="body" sz="quarter" idx="52"/>
          </p:nvPr>
        </p:nvSpPr>
        <p:spPr>
          <a:xfrm>
            <a:off x="4670565" y="617757"/>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1" name="Text Placeholder 40">
            <a:extLst>
              <a:ext uri="{FF2B5EF4-FFF2-40B4-BE49-F238E27FC236}">
                <a16:creationId xmlns:a16="http://schemas.microsoft.com/office/drawing/2014/main" id="{854E2587-C5C8-6AEC-7271-C8FC9ABE1D5C}"/>
              </a:ext>
            </a:extLst>
          </p:cNvPr>
          <p:cNvSpPr>
            <a:spLocks noGrp="1"/>
          </p:cNvSpPr>
          <p:nvPr>
            <p:ph type="body" sz="quarter" idx="53"/>
          </p:nvPr>
        </p:nvSpPr>
        <p:spPr>
          <a:xfrm>
            <a:off x="4670565" y="2081805"/>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2" name="Text Placeholder 41">
            <a:extLst>
              <a:ext uri="{FF2B5EF4-FFF2-40B4-BE49-F238E27FC236}">
                <a16:creationId xmlns:a16="http://schemas.microsoft.com/office/drawing/2014/main" id="{1AB84A7C-E871-57DE-22A0-0B9761BE6840}"/>
              </a:ext>
            </a:extLst>
          </p:cNvPr>
          <p:cNvSpPr>
            <a:spLocks noGrp="1"/>
          </p:cNvSpPr>
          <p:nvPr>
            <p:ph type="body" sz="quarter" idx="54"/>
          </p:nvPr>
        </p:nvSpPr>
        <p:spPr>
          <a:xfrm>
            <a:off x="4670565" y="3545853"/>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3" name="Text Placeholder 42">
            <a:extLst>
              <a:ext uri="{FF2B5EF4-FFF2-40B4-BE49-F238E27FC236}">
                <a16:creationId xmlns:a16="http://schemas.microsoft.com/office/drawing/2014/main" id="{4211705B-AC80-3E50-D9BD-B05FE51A5142}"/>
              </a:ext>
            </a:extLst>
          </p:cNvPr>
          <p:cNvSpPr>
            <a:spLocks noGrp="1"/>
          </p:cNvSpPr>
          <p:nvPr>
            <p:ph type="body" sz="quarter" idx="55"/>
          </p:nvPr>
        </p:nvSpPr>
        <p:spPr>
          <a:xfrm>
            <a:off x="4670565" y="5009902"/>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8" name="Rectangle 7">
            <a:extLst>
              <a:ext uri="{FF2B5EF4-FFF2-40B4-BE49-F238E27FC236}">
                <a16:creationId xmlns:a16="http://schemas.microsoft.com/office/drawing/2014/main" id="{C982863A-576C-B743-19BD-63586F59C00F}"/>
              </a:ext>
            </a:extLst>
          </p:cNvPr>
          <p:cNvSpPr/>
          <p:nvPr userDrawn="1"/>
        </p:nvSpPr>
        <p:spPr>
          <a:xfrm>
            <a:off x="-8873" y="-1"/>
            <a:ext cx="3744000" cy="682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0" name="Rectangle 9">
            <a:extLst>
              <a:ext uri="{FF2B5EF4-FFF2-40B4-BE49-F238E27FC236}">
                <a16:creationId xmlns:a16="http://schemas.microsoft.com/office/drawing/2014/main" id="{1069F9EB-4E05-53D8-ED88-D4C8E63F70AE}"/>
              </a:ext>
            </a:extLst>
          </p:cNvPr>
          <p:cNvSpPr/>
          <p:nvPr userDrawn="1"/>
        </p:nvSpPr>
        <p:spPr>
          <a:xfrm rot="16200000">
            <a:off x="1805527" y="4928399"/>
            <a:ext cx="115200" cy="374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33" name="Picture 32" descr="A black background with a black square&#10;&#10;AI-generated content may be incorrect.">
            <a:extLst>
              <a:ext uri="{FF2B5EF4-FFF2-40B4-BE49-F238E27FC236}">
                <a16:creationId xmlns:a16="http://schemas.microsoft.com/office/drawing/2014/main" id="{9404447E-D422-DC8E-CB34-4D3D8B7617E9}"/>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5">
            <a:extLst>
              <a:ext uri="{FF2B5EF4-FFF2-40B4-BE49-F238E27FC236}">
                <a16:creationId xmlns:a16="http://schemas.microsoft.com/office/drawing/2014/main" id="{E5C49DB8-5A0D-5147-2D20-4AB7DE536553}"/>
              </a:ext>
            </a:extLst>
          </p:cNvPr>
          <p:cNvSpPr>
            <a:spLocks noGrp="1"/>
          </p:cNvSpPr>
          <p:nvPr>
            <p:ph type="body" sz="quarter" idx="10" hasCustomPrompt="1"/>
          </p:nvPr>
        </p:nvSpPr>
        <p:spPr>
          <a:xfrm>
            <a:off x="467669" y="2999169"/>
            <a:ext cx="2796403" cy="859659"/>
          </a:xfrm>
          <a:prstGeom prst="rect">
            <a:avLst/>
          </a:prstGeom>
        </p:spPr>
        <p:txBody>
          <a:bodyPr wrap="square" lIns="0" rIns="0" anchor="ctr">
            <a:noAutofit/>
          </a:bodyPr>
          <a:lstStyle>
            <a:lvl1pPr marL="0" indent="0" algn="l" defTabSz="914400" rtl="0" eaLnBrk="1" latinLnBrk="0" hangingPunct="1">
              <a:buNone/>
              <a:defRPr lang="en-GB" sz="5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Agenda</a:t>
            </a:r>
            <a:endParaRPr lang="en-GB" dirty="0"/>
          </a:p>
        </p:txBody>
      </p:sp>
      <p:sp>
        <p:nvSpPr>
          <p:cNvPr id="15" name="Textplatzhalter 14">
            <a:extLst>
              <a:ext uri="{FF2B5EF4-FFF2-40B4-BE49-F238E27FC236}">
                <a16:creationId xmlns:a16="http://schemas.microsoft.com/office/drawing/2014/main" id="{75D479EC-F331-226D-8D79-C8B0E40B1644}"/>
              </a:ext>
            </a:extLst>
          </p:cNvPr>
          <p:cNvSpPr>
            <a:spLocks noGrp="1"/>
          </p:cNvSpPr>
          <p:nvPr>
            <p:ph type="body" sz="quarter" idx="36" hasCustomPrompt="1"/>
          </p:nvPr>
        </p:nvSpPr>
        <p:spPr>
          <a:xfrm>
            <a:off x="5174565" y="836864"/>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16" name="Textplatzhalter 14">
            <a:extLst>
              <a:ext uri="{FF2B5EF4-FFF2-40B4-BE49-F238E27FC236}">
                <a16:creationId xmlns:a16="http://schemas.microsoft.com/office/drawing/2014/main" id="{E6C848D4-E918-26BA-380C-CFBEF2DDCCEA}"/>
              </a:ext>
            </a:extLst>
          </p:cNvPr>
          <p:cNvSpPr>
            <a:spLocks noGrp="1"/>
          </p:cNvSpPr>
          <p:nvPr>
            <p:ph type="body" sz="quarter" idx="37" hasCustomPrompt="1"/>
          </p:nvPr>
        </p:nvSpPr>
        <p:spPr>
          <a:xfrm>
            <a:off x="5174565" y="1190334"/>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17" name="Textplatzhalter 14">
            <a:extLst>
              <a:ext uri="{FF2B5EF4-FFF2-40B4-BE49-F238E27FC236}">
                <a16:creationId xmlns:a16="http://schemas.microsoft.com/office/drawing/2014/main" id="{694367A9-FA80-977C-EFED-BFA658BA3A21}"/>
              </a:ext>
            </a:extLst>
          </p:cNvPr>
          <p:cNvSpPr>
            <a:spLocks noGrp="1"/>
          </p:cNvSpPr>
          <p:nvPr>
            <p:ph type="body" sz="quarter" idx="38" hasCustomPrompt="1"/>
          </p:nvPr>
        </p:nvSpPr>
        <p:spPr>
          <a:xfrm>
            <a:off x="8885790" y="836242"/>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18" name="Textplatzhalter 14">
            <a:extLst>
              <a:ext uri="{FF2B5EF4-FFF2-40B4-BE49-F238E27FC236}">
                <a16:creationId xmlns:a16="http://schemas.microsoft.com/office/drawing/2014/main" id="{7511AC7E-A82B-DB4F-7258-080B3395135D}"/>
              </a:ext>
            </a:extLst>
          </p:cNvPr>
          <p:cNvSpPr>
            <a:spLocks noGrp="1"/>
          </p:cNvSpPr>
          <p:nvPr>
            <p:ph type="body" sz="quarter" idx="39" hasCustomPrompt="1"/>
          </p:nvPr>
        </p:nvSpPr>
        <p:spPr>
          <a:xfrm>
            <a:off x="8885790" y="1189712"/>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19" name="Textplatzhalter 14">
            <a:extLst>
              <a:ext uri="{FF2B5EF4-FFF2-40B4-BE49-F238E27FC236}">
                <a16:creationId xmlns:a16="http://schemas.microsoft.com/office/drawing/2014/main" id="{56A67A96-3BD9-E4DC-52F6-601BE540C6AC}"/>
              </a:ext>
            </a:extLst>
          </p:cNvPr>
          <p:cNvSpPr>
            <a:spLocks noGrp="1"/>
          </p:cNvSpPr>
          <p:nvPr>
            <p:ph type="body" sz="quarter" idx="40" hasCustomPrompt="1"/>
          </p:nvPr>
        </p:nvSpPr>
        <p:spPr>
          <a:xfrm>
            <a:off x="5174565" y="2290358"/>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0" name="Textplatzhalter 14">
            <a:extLst>
              <a:ext uri="{FF2B5EF4-FFF2-40B4-BE49-F238E27FC236}">
                <a16:creationId xmlns:a16="http://schemas.microsoft.com/office/drawing/2014/main" id="{C29C9D9D-4619-BC6C-17A9-9256CACDF789}"/>
              </a:ext>
            </a:extLst>
          </p:cNvPr>
          <p:cNvSpPr>
            <a:spLocks noGrp="1"/>
          </p:cNvSpPr>
          <p:nvPr>
            <p:ph type="body" sz="quarter" idx="41" hasCustomPrompt="1"/>
          </p:nvPr>
        </p:nvSpPr>
        <p:spPr>
          <a:xfrm>
            <a:off x="5174565" y="2643828"/>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1" name="Textplatzhalter 14">
            <a:extLst>
              <a:ext uri="{FF2B5EF4-FFF2-40B4-BE49-F238E27FC236}">
                <a16:creationId xmlns:a16="http://schemas.microsoft.com/office/drawing/2014/main" id="{5CAF742A-F533-BF3B-5944-369047CBCD94}"/>
              </a:ext>
            </a:extLst>
          </p:cNvPr>
          <p:cNvSpPr>
            <a:spLocks noGrp="1"/>
          </p:cNvSpPr>
          <p:nvPr>
            <p:ph type="body" sz="quarter" idx="42" hasCustomPrompt="1"/>
          </p:nvPr>
        </p:nvSpPr>
        <p:spPr>
          <a:xfrm>
            <a:off x="5172246" y="3757828"/>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2" name="Textplatzhalter 14">
            <a:extLst>
              <a:ext uri="{FF2B5EF4-FFF2-40B4-BE49-F238E27FC236}">
                <a16:creationId xmlns:a16="http://schemas.microsoft.com/office/drawing/2014/main" id="{9BECD1F4-F796-6BF7-8EA7-CB888A7C3067}"/>
              </a:ext>
            </a:extLst>
          </p:cNvPr>
          <p:cNvSpPr>
            <a:spLocks noGrp="1"/>
          </p:cNvSpPr>
          <p:nvPr>
            <p:ph type="body" sz="quarter" idx="43" hasCustomPrompt="1"/>
          </p:nvPr>
        </p:nvSpPr>
        <p:spPr>
          <a:xfrm>
            <a:off x="5172246" y="4111298"/>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3" name="Textplatzhalter 14">
            <a:extLst>
              <a:ext uri="{FF2B5EF4-FFF2-40B4-BE49-F238E27FC236}">
                <a16:creationId xmlns:a16="http://schemas.microsoft.com/office/drawing/2014/main" id="{77B7BF23-5D20-4A7B-BD1F-F63BDFDEFFAB}"/>
              </a:ext>
            </a:extLst>
          </p:cNvPr>
          <p:cNvSpPr>
            <a:spLocks noGrp="1"/>
          </p:cNvSpPr>
          <p:nvPr>
            <p:ph type="body" sz="quarter" idx="44" hasCustomPrompt="1"/>
          </p:nvPr>
        </p:nvSpPr>
        <p:spPr>
          <a:xfrm>
            <a:off x="5172246" y="5218575"/>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4" name="Textplatzhalter 14">
            <a:extLst>
              <a:ext uri="{FF2B5EF4-FFF2-40B4-BE49-F238E27FC236}">
                <a16:creationId xmlns:a16="http://schemas.microsoft.com/office/drawing/2014/main" id="{AB331D77-4D35-C034-9E2F-9857011A2B99}"/>
              </a:ext>
            </a:extLst>
          </p:cNvPr>
          <p:cNvSpPr>
            <a:spLocks noGrp="1"/>
          </p:cNvSpPr>
          <p:nvPr>
            <p:ph type="body" sz="quarter" idx="45" hasCustomPrompt="1"/>
          </p:nvPr>
        </p:nvSpPr>
        <p:spPr>
          <a:xfrm>
            <a:off x="5172246" y="5572045"/>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5" name="Textplatzhalter 14">
            <a:extLst>
              <a:ext uri="{FF2B5EF4-FFF2-40B4-BE49-F238E27FC236}">
                <a16:creationId xmlns:a16="http://schemas.microsoft.com/office/drawing/2014/main" id="{5128863B-D7E2-17D6-FFC4-B7DE71378117}"/>
              </a:ext>
            </a:extLst>
          </p:cNvPr>
          <p:cNvSpPr>
            <a:spLocks noGrp="1"/>
          </p:cNvSpPr>
          <p:nvPr>
            <p:ph type="body" sz="quarter" idx="46" hasCustomPrompt="1"/>
          </p:nvPr>
        </p:nvSpPr>
        <p:spPr>
          <a:xfrm>
            <a:off x="8885790" y="2290358"/>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6" name="Textplatzhalter 14">
            <a:extLst>
              <a:ext uri="{FF2B5EF4-FFF2-40B4-BE49-F238E27FC236}">
                <a16:creationId xmlns:a16="http://schemas.microsoft.com/office/drawing/2014/main" id="{2A45C55B-83FC-E695-255E-38F3D2BB76AA}"/>
              </a:ext>
            </a:extLst>
          </p:cNvPr>
          <p:cNvSpPr>
            <a:spLocks noGrp="1"/>
          </p:cNvSpPr>
          <p:nvPr>
            <p:ph type="body" sz="quarter" idx="47" hasCustomPrompt="1"/>
          </p:nvPr>
        </p:nvSpPr>
        <p:spPr>
          <a:xfrm>
            <a:off x="8885790" y="2643828"/>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7" name="Textplatzhalter 14">
            <a:extLst>
              <a:ext uri="{FF2B5EF4-FFF2-40B4-BE49-F238E27FC236}">
                <a16:creationId xmlns:a16="http://schemas.microsoft.com/office/drawing/2014/main" id="{019049ED-310C-EF93-CF7B-D5B4F7CF98A3}"/>
              </a:ext>
            </a:extLst>
          </p:cNvPr>
          <p:cNvSpPr>
            <a:spLocks noGrp="1"/>
          </p:cNvSpPr>
          <p:nvPr>
            <p:ph type="body" sz="quarter" idx="48" hasCustomPrompt="1"/>
          </p:nvPr>
        </p:nvSpPr>
        <p:spPr>
          <a:xfrm>
            <a:off x="8883471" y="3757828"/>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28" name="Textplatzhalter 14">
            <a:extLst>
              <a:ext uri="{FF2B5EF4-FFF2-40B4-BE49-F238E27FC236}">
                <a16:creationId xmlns:a16="http://schemas.microsoft.com/office/drawing/2014/main" id="{48C9FA92-BA99-E4FD-87F6-3D14631E182A}"/>
              </a:ext>
            </a:extLst>
          </p:cNvPr>
          <p:cNvSpPr>
            <a:spLocks noGrp="1"/>
          </p:cNvSpPr>
          <p:nvPr>
            <p:ph type="body" sz="quarter" idx="49" hasCustomPrompt="1"/>
          </p:nvPr>
        </p:nvSpPr>
        <p:spPr>
          <a:xfrm>
            <a:off x="8883471" y="4111298"/>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9" name="Textplatzhalter 14">
            <a:extLst>
              <a:ext uri="{FF2B5EF4-FFF2-40B4-BE49-F238E27FC236}">
                <a16:creationId xmlns:a16="http://schemas.microsoft.com/office/drawing/2014/main" id="{883EC8D8-817B-C098-DDA1-1A4A2A2DD9BE}"/>
              </a:ext>
            </a:extLst>
          </p:cNvPr>
          <p:cNvSpPr>
            <a:spLocks noGrp="1"/>
          </p:cNvSpPr>
          <p:nvPr>
            <p:ph type="body" sz="quarter" idx="50" hasCustomPrompt="1"/>
          </p:nvPr>
        </p:nvSpPr>
        <p:spPr>
          <a:xfrm>
            <a:off x="8883471" y="5218575"/>
            <a:ext cx="2425643" cy="341632"/>
          </a:xfrm>
        </p:spPr>
        <p:txBody>
          <a:bodyPr anchor="ctr">
            <a:noAutofit/>
          </a:bodyPr>
          <a:lstStyle>
            <a:lvl1pPr>
              <a:buNone/>
              <a:defRPr sz="1800">
                <a:solidFill>
                  <a:schemeClr val="accent1"/>
                </a:solidFill>
              </a:defRPr>
            </a:lvl1pPr>
          </a:lstStyle>
          <a:p>
            <a:pPr lvl="0"/>
            <a:r>
              <a:rPr lang="de-DE" dirty="0"/>
              <a:t>Titel</a:t>
            </a:r>
          </a:p>
        </p:txBody>
      </p:sp>
      <p:sp>
        <p:nvSpPr>
          <p:cNvPr id="30" name="Textplatzhalter 14">
            <a:extLst>
              <a:ext uri="{FF2B5EF4-FFF2-40B4-BE49-F238E27FC236}">
                <a16:creationId xmlns:a16="http://schemas.microsoft.com/office/drawing/2014/main" id="{B162B786-8DD9-06BA-578D-80B47A88EAA8}"/>
              </a:ext>
            </a:extLst>
          </p:cNvPr>
          <p:cNvSpPr>
            <a:spLocks noGrp="1"/>
          </p:cNvSpPr>
          <p:nvPr>
            <p:ph type="body" sz="quarter" idx="51" hasCustomPrompt="1"/>
          </p:nvPr>
        </p:nvSpPr>
        <p:spPr>
          <a:xfrm>
            <a:off x="8883471" y="5572045"/>
            <a:ext cx="2425643"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Tree>
    <p:extLst>
      <p:ext uri="{BB962C8B-B14F-4D97-AF65-F5344CB8AC3E}">
        <p14:creationId xmlns:p14="http://schemas.microsoft.com/office/powerpoint/2010/main" val="17523919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8 Agendapunkte nur Titel">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139927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4" name="Text Placeholder 43">
            <a:extLst>
              <a:ext uri="{FF2B5EF4-FFF2-40B4-BE49-F238E27FC236}">
                <a16:creationId xmlns:a16="http://schemas.microsoft.com/office/drawing/2014/main" id="{8FFA0FAB-1EB2-34EA-D784-F84FFEAF63C9}"/>
              </a:ext>
            </a:extLst>
          </p:cNvPr>
          <p:cNvSpPr>
            <a:spLocks noGrp="1"/>
          </p:cNvSpPr>
          <p:nvPr>
            <p:ph type="body" sz="quarter" idx="56"/>
          </p:nvPr>
        </p:nvSpPr>
        <p:spPr>
          <a:xfrm>
            <a:off x="8348562" y="617757"/>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5" name="Text Placeholder 44">
            <a:extLst>
              <a:ext uri="{FF2B5EF4-FFF2-40B4-BE49-F238E27FC236}">
                <a16:creationId xmlns:a16="http://schemas.microsoft.com/office/drawing/2014/main" id="{DCEE6936-9BCD-E0AC-CF24-48D0E6F4A4CD}"/>
              </a:ext>
            </a:extLst>
          </p:cNvPr>
          <p:cNvSpPr>
            <a:spLocks noGrp="1"/>
          </p:cNvSpPr>
          <p:nvPr>
            <p:ph type="body" sz="quarter" idx="57"/>
          </p:nvPr>
        </p:nvSpPr>
        <p:spPr>
          <a:xfrm>
            <a:off x="8348562" y="2081805"/>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6" name="Text Placeholder 45">
            <a:extLst>
              <a:ext uri="{FF2B5EF4-FFF2-40B4-BE49-F238E27FC236}">
                <a16:creationId xmlns:a16="http://schemas.microsoft.com/office/drawing/2014/main" id="{4D94D953-98BB-6DF8-6B12-E4DEF1C8F98B}"/>
              </a:ext>
            </a:extLst>
          </p:cNvPr>
          <p:cNvSpPr>
            <a:spLocks noGrp="1"/>
          </p:cNvSpPr>
          <p:nvPr>
            <p:ph type="body" sz="quarter" idx="58"/>
          </p:nvPr>
        </p:nvSpPr>
        <p:spPr>
          <a:xfrm>
            <a:off x="8348562" y="3545853"/>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7" name="Text Placeholder 46">
            <a:extLst>
              <a:ext uri="{FF2B5EF4-FFF2-40B4-BE49-F238E27FC236}">
                <a16:creationId xmlns:a16="http://schemas.microsoft.com/office/drawing/2014/main" id="{88975DAF-B54A-2D2F-CDC5-6D7FA91D00BE}"/>
              </a:ext>
            </a:extLst>
          </p:cNvPr>
          <p:cNvSpPr>
            <a:spLocks noGrp="1"/>
          </p:cNvSpPr>
          <p:nvPr>
            <p:ph type="body" sz="quarter" idx="59"/>
          </p:nvPr>
        </p:nvSpPr>
        <p:spPr>
          <a:xfrm>
            <a:off x="8348562" y="5009902"/>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0" name="Text Placeholder 39">
            <a:extLst>
              <a:ext uri="{FF2B5EF4-FFF2-40B4-BE49-F238E27FC236}">
                <a16:creationId xmlns:a16="http://schemas.microsoft.com/office/drawing/2014/main" id="{240F3344-3A1D-0A57-36FB-0BB60B662456}"/>
              </a:ext>
            </a:extLst>
          </p:cNvPr>
          <p:cNvSpPr>
            <a:spLocks noGrp="1"/>
          </p:cNvSpPr>
          <p:nvPr>
            <p:ph type="body" sz="quarter" idx="52"/>
          </p:nvPr>
        </p:nvSpPr>
        <p:spPr>
          <a:xfrm>
            <a:off x="4670565" y="617757"/>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1" name="Text Placeholder 40">
            <a:extLst>
              <a:ext uri="{FF2B5EF4-FFF2-40B4-BE49-F238E27FC236}">
                <a16:creationId xmlns:a16="http://schemas.microsoft.com/office/drawing/2014/main" id="{854E2587-C5C8-6AEC-7271-C8FC9ABE1D5C}"/>
              </a:ext>
            </a:extLst>
          </p:cNvPr>
          <p:cNvSpPr>
            <a:spLocks noGrp="1"/>
          </p:cNvSpPr>
          <p:nvPr>
            <p:ph type="body" sz="quarter" idx="53"/>
          </p:nvPr>
        </p:nvSpPr>
        <p:spPr>
          <a:xfrm>
            <a:off x="4670565" y="2081805"/>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2" name="Text Placeholder 41">
            <a:extLst>
              <a:ext uri="{FF2B5EF4-FFF2-40B4-BE49-F238E27FC236}">
                <a16:creationId xmlns:a16="http://schemas.microsoft.com/office/drawing/2014/main" id="{1AB84A7C-E871-57DE-22A0-0B9761BE6840}"/>
              </a:ext>
            </a:extLst>
          </p:cNvPr>
          <p:cNvSpPr>
            <a:spLocks noGrp="1"/>
          </p:cNvSpPr>
          <p:nvPr>
            <p:ph type="body" sz="quarter" idx="54"/>
          </p:nvPr>
        </p:nvSpPr>
        <p:spPr>
          <a:xfrm>
            <a:off x="4670565" y="3545853"/>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3" name="Text Placeholder 42">
            <a:extLst>
              <a:ext uri="{FF2B5EF4-FFF2-40B4-BE49-F238E27FC236}">
                <a16:creationId xmlns:a16="http://schemas.microsoft.com/office/drawing/2014/main" id="{4211705B-AC80-3E50-D9BD-B05FE51A5142}"/>
              </a:ext>
            </a:extLst>
          </p:cNvPr>
          <p:cNvSpPr>
            <a:spLocks noGrp="1"/>
          </p:cNvSpPr>
          <p:nvPr>
            <p:ph type="body" sz="quarter" idx="55"/>
          </p:nvPr>
        </p:nvSpPr>
        <p:spPr>
          <a:xfrm>
            <a:off x="4670565" y="5009902"/>
            <a:ext cx="3177006" cy="1234172"/>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8" name="Rectangle 7">
            <a:extLst>
              <a:ext uri="{FF2B5EF4-FFF2-40B4-BE49-F238E27FC236}">
                <a16:creationId xmlns:a16="http://schemas.microsoft.com/office/drawing/2014/main" id="{C982863A-576C-B743-19BD-63586F59C00F}"/>
              </a:ext>
            </a:extLst>
          </p:cNvPr>
          <p:cNvSpPr/>
          <p:nvPr userDrawn="1"/>
        </p:nvSpPr>
        <p:spPr>
          <a:xfrm>
            <a:off x="-8873" y="-1"/>
            <a:ext cx="3744000" cy="682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0" name="Rectangle 9">
            <a:extLst>
              <a:ext uri="{FF2B5EF4-FFF2-40B4-BE49-F238E27FC236}">
                <a16:creationId xmlns:a16="http://schemas.microsoft.com/office/drawing/2014/main" id="{1069F9EB-4E05-53D8-ED88-D4C8E63F70AE}"/>
              </a:ext>
            </a:extLst>
          </p:cNvPr>
          <p:cNvSpPr/>
          <p:nvPr userDrawn="1"/>
        </p:nvSpPr>
        <p:spPr>
          <a:xfrm rot="16200000">
            <a:off x="1805527" y="4928399"/>
            <a:ext cx="115200" cy="374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33" name="Picture 32" descr="A black background with a black square&#10;&#10;AI-generated content may be incorrect.">
            <a:extLst>
              <a:ext uri="{FF2B5EF4-FFF2-40B4-BE49-F238E27FC236}">
                <a16:creationId xmlns:a16="http://schemas.microsoft.com/office/drawing/2014/main" id="{9404447E-D422-DC8E-CB34-4D3D8B7617E9}"/>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5">
            <a:extLst>
              <a:ext uri="{FF2B5EF4-FFF2-40B4-BE49-F238E27FC236}">
                <a16:creationId xmlns:a16="http://schemas.microsoft.com/office/drawing/2014/main" id="{E5C49DB8-5A0D-5147-2D20-4AB7DE536553}"/>
              </a:ext>
            </a:extLst>
          </p:cNvPr>
          <p:cNvSpPr>
            <a:spLocks noGrp="1"/>
          </p:cNvSpPr>
          <p:nvPr>
            <p:ph type="body" sz="quarter" idx="10" hasCustomPrompt="1"/>
          </p:nvPr>
        </p:nvSpPr>
        <p:spPr>
          <a:xfrm>
            <a:off x="467669" y="2999169"/>
            <a:ext cx="2796403" cy="859659"/>
          </a:xfrm>
          <a:prstGeom prst="rect">
            <a:avLst/>
          </a:prstGeom>
        </p:spPr>
        <p:txBody>
          <a:bodyPr wrap="square" lIns="0" rIns="0" anchor="ctr">
            <a:noAutofit/>
          </a:bodyPr>
          <a:lstStyle>
            <a:lvl1pPr marL="0" indent="0" algn="l" defTabSz="914400" rtl="0" eaLnBrk="1" latinLnBrk="0" hangingPunct="1">
              <a:buNone/>
              <a:defRPr lang="en-GB" sz="5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Agenda</a:t>
            </a:r>
            <a:endParaRPr lang="en-GB" dirty="0"/>
          </a:p>
        </p:txBody>
      </p:sp>
      <p:sp>
        <p:nvSpPr>
          <p:cNvPr id="15" name="Textplatzhalter 14">
            <a:extLst>
              <a:ext uri="{FF2B5EF4-FFF2-40B4-BE49-F238E27FC236}">
                <a16:creationId xmlns:a16="http://schemas.microsoft.com/office/drawing/2014/main" id="{75D479EC-F331-226D-8D79-C8B0E40B1644}"/>
              </a:ext>
            </a:extLst>
          </p:cNvPr>
          <p:cNvSpPr>
            <a:spLocks noGrp="1"/>
          </p:cNvSpPr>
          <p:nvPr>
            <p:ph type="body" sz="quarter" idx="36" hasCustomPrompt="1"/>
          </p:nvPr>
        </p:nvSpPr>
        <p:spPr>
          <a:xfrm>
            <a:off x="5174565" y="1086588"/>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17" name="Textplatzhalter 14">
            <a:extLst>
              <a:ext uri="{FF2B5EF4-FFF2-40B4-BE49-F238E27FC236}">
                <a16:creationId xmlns:a16="http://schemas.microsoft.com/office/drawing/2014/main" id="{694367A9-FA80-977C-EFED-BFA658BA3A21}"/>
              </a:ext>
            </a:extLst>
          </p:cNvPr>
          <p:cNvSpPr>
            <a:spLocks noGrp="1"/>
          </p:cNvSpPr>
          <p:nvPr>
            <p:ph type="body" sz="quarter" idx="38" hasCustomPrompt="1"/>
          </p:nvPr>
        </p:nvSpPr>
        <p:spPr>
          <a:xfrm>
            <a:off x="8885790" y="1086588"/>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19" name="Textplatzhalter 14">
            <a:extLst>
              <a:ext uri="{FF2B5EF4-FFF2-40B4-BE49-F238E27FC236}">
                <a16:creationId xmlns:a16="http://schemas.microsoft.com/office/drawing/2014/main" id="{56A67A96-3BD9-E4DC-52F6-601BE540C6AC}"/>
              </a:ext>
            </a:extLst>
          </p:cNvPr>
          <p:cNvSpPr>
            <a:spLocks noGrp="1"/>
          </p:cNvSpPr>
          <p:nvPr>
            <p:ph type="body" sz="quarter" idx="40" hasCustomPrompt="1"/>
          </p:nvPr>
        </p:nvSpPr>
        <p:spPr>
          <a:xfrm>
            <a:off x="5174565" y="2550636"/>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1" name="Textplatzhalter 14">
            <a:extLst>
              <a:ext uri="{FF2B5EF4-FFF2-40B4-BE49-F238E27FC236}">
                <a16:creationId xmlns:a16="http://schemas.microsoft.com/office/drawing/2014/main" id="{5CAF742A-F533-BF3B-5944-369047CBCD94}"/>
              </a:ext>
            </a:extLst>
          </p:cNvPr>
          <p:cNvSpPr>
            <a:spLocks noGrp="1"/>
          </p:cNvSpPr>
          <p:nvPr>
            <p:ph type="body" sz="quarter" idx="42" hasCustomPrompt="1"/>
          </p:nvPr>
        </p:nvSpPr>
        <p:spPr>
          <a:xfrm>
            <a:off x="5172246" y="4014684"/>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3" name="Textplatzhalter 14">
            <a:extLst>
              <a:ext uri="{FF2B5EF4-FFF2-40B4-BE49-F238E27FC236}">
                <a16:creationId xmlns:a16="http://schemas.microsoft.com/office/drawing/2014/main" id="{77B7BF23-5D20-4A7B-BD1F-F63BDFDEFFAB}"/>
              </a:ext>
            </a:extLst>
          </p:cNvPr>
          <p:cNvSpPr>
            <a:spLocks noGrp="1"/>
          </p:cNvSpPr>
          <p:nvPr>
            <p:ph type="body" sz="quarter" idx="44" hasCustomPrompt="1"/>
          </p:nvPr>
        </p:nvSpPr>
        <p:spPr>
          <a:xfrm>
            <a:off x="5172246" y="5478733"/>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5" name="Textplatzhalter 14">
            <a:extLst>
              <a:ext uri="{FF2B5EF4-FFF2-40B4-BE49-F238E27FC236}">
                <a16:creationId xmlns:a16="http://schemas.microsoft.com/office/drawing/2014/main" id="{5128863B-D7E2-17D6-FFC4-B7DE71378117}"/>
              </a:ext>
            </a:extLst>
          </p:cNvPr>
          <p:cNvSpPr>
            <a:spLocks noGrp="1"/>
          </p:cNvSpPr>
          <p:nvPr>
            <p:ph type="body" sz="quarter" idx="46" hasCustomPrompt="1"/>
          </p:nvPr>
        </p:nvSpPr>
        <p:spPr>
          <a:xfrm>
            <a:off x="8885790" y="2550636"/>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7" name="Textplatzhalter 14">
            <a:extLst>
              <a:ext uri="{FF2B5EF4-FFF2-40B4-BE49-F238E27FC236}">
                <a16:creationId xmlns:a16="http://schemas.microsoft.com/office/drawing/2014/main" id="{019049ED-310C-EF93-CF7B-D5B4F7CF98A3}"/>
              </a:ext>
            </a:extLst>
          </p:cNvPr>
          <p:cNvSpPr>
            <a:spLocks noGrp="1"/>
          </p:cNvSpPr>
          <p:nvPr>
            <p:ph type="body" sz="quarter" idx="48" hasCustomPrompt="1"/>
          </p:nvPr>
        </p:nvSpPr>
        <p:spPr>
          <a:xfrm>
            <a:off x="8883471" y="4014684"/>
            <a:ext cx="2425643" cy="296511"/>
          </a:xfrm>
        </p:spPr>
        <p:txBody>
          <a:bodyPr anchor="ctr">
            <a:noAutofit/>
          </a:bodyPr>
          <a:lstStyle>
            <a:lvl1pPr>
              <a:buNone/>
              <a:defRPr sz="1800">
                <a:solidFill>
                  <a:schemeClr val="accent1"/>
                </a:solidFill>
              </a:defRPr>
            </a:lvl1pPr>
          </a:lstStyle>
          <a:p>
            <a:pPr lvl="0"/>
            <a:r>
              <a:rPr lang="de-DE" dirty="0"/>
              <a:t>Titel</a:t>
            </a:r>
          </a:p>
        </p:txBody>
      </p:sp>
      <p:sp>
        <p:nvSpPr>
          <p:cNvPr id="29" name="Textplatzhalter 14">
            <a:extLst>
              <a:ext uri="{FF2B5EF4-FFF2-40B4-BE49-F238E27FC236}">
                <a16:creationId xmlns:a16="http://schemas.microsoft.com/office/drawing/2014/main" id="{883EC8D8-817B-C098-DDA1-1A4A2A2DD9BE}"/>
              </a:ext>
            </a:extLst>
          </p:cNvPr>
          <p:cNvSpPr>
            <a:spLocks noGrp="1"/>
          </p:cNvSpPr>
          <p:nvPr>
            <p:ph type="body" sz="quarter" idx="50" hasCustomPrompt="1"/>
          </p:nvPr>
        </p:nvSpPr>
        <p:spPr>
          <a:xfrm>
            <a:off x="8883471" y="5478733"/>
            <a:ext cx="2425643" cy="296511"/>
          </a:xfrm>
        </p:spPr>
        <p:txBody>
          <a:bodyPr anchor="ctr">
            <a:noAutofit/>
          </a:bodyPr>
          <a:lstStyle>
            <a:lvl1pPr>
              <a:buNone/>
              <a:defRPr sz="1800">
                <a:solidFill>
                  <a:schemeClr val="accent1"/>
                </a:solidFill>
              </a:defRPr>
            </a:lvl1pPr>
          </a:lstStyle>
          <a:p>
            <a:pPr lvl="0"/>
            <a:r>
              <a:rPr lang="de-DE" dirty="0"/>
              <a:t>Titel</a:t>
            </a:r>
          </a:p>
        </p:txBody>
      </p:sp>
    </p:spTree>
    <p:extLst>
      <p:ext uri="{BB962C8B-B14F-4D97-AF65-F5344CB8AC3E}">
        <p14:creationId xmlns:p14="http://schemas.microsoft.com/office/powerpoint/2010/main" val="3361490346"/>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 Agendapunkte mit Unterpunkten">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59984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9" name="Text Placeholder 38">
            <a:extLst>
              <a:ext uri="{FF2B5EF4-FFF2-40B4-BE49-F238E27FC236}">
                <a16:creationId xmlns:a16="http://schemas.microsoft.com/office/drawing/2014/main" id="{A9DF3CBC-B5F4-95C0-BBD6-C818D4D1DF28}"/>
              </a:ext>
            </a:extLst>
          </p:cNvPr>
          <p:cNvSpPr>
            <a:spLocks noGrp="1"/>
          </p:cNvSpPr>
          <p:nvPr>
            <p:ph type="body" sz="quarter" idx="52"/>
          </p:nvPr>
        </p:nvSpPr>
        <p:spPr>
          <a:xfrm>
            <a:off x="4670564" y="617757"/>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0" name="Text Placeholder 39">
            <a:extLst>
              <a:ext uri="{FF2B5EF4-FFF2-40B4-BE49-F238E27FC236}">
                <a16:creationId xmlns:a16="http://schemas.microsoft.com/office/drawing/2014/main" id="{6889918C-B7F5-261E-3FE3-E4C08565807E}"/>
              </a:ext>
            </a:extLst>
          </p:cNvPr>
          <p:cNvSpPr>
            <a:spLocks noGrp="1"/>
          </p:cNvSpPr>
          <p:nvPr>
            <p:ph type="body" sz="quarter" idx="53"/>
          </p:nvPr>
        </p:nvSpPr>
        <p:spPr>
          <a:xfrm>
            <a:off x="4670564" y="2522202"/>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1" name="Text Placeholder 40">
            <a:extLst>
              <a:ext uri="{FF2B5EF4-FFF2-40B4-BE49-F238E27FC236}">
                <a16:creationId xmlns:a16="http://schemas.microsoft.com/office/drawing/2014/main" id="{55C187A2-22A6-E3FA-A86B-D7345FA5BA92}"/>
              </a:ext>
            </a:extLst>
          </p:cNvPr>
          <p:cNvSpPr>
            <a:spLocks noGrp="1"/>
          </p:cNvSpPr>
          <p:nvPr>
            <p:ph type="body" sz="quarter" idx="54"/>
          </p:nvPr>
        </p:nvSpPr>
        <p:spPr>
          <a:xfrm>
            <a:off x="4670564" y="4426647"/>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8" name="Rectangle 7">
            <a:extLst>
              <a:ext uri="{FF2B5EF4-FFF2-40B4-BE49-F238E27FC236}">
                <a16:creationId xmlns:a16="http://schemas.microsoft.com/office/drawing/2014/main" id="{C982863A-576C-B743-19BD-63586F59C00F}"/>
              </a:ext>
            </a:extLst>
          </p:cNvPr>
          <p:cNvSpPr/>
          <p:nvPr userDrawn="1"/>
        </p:nvSpPr>
        <p:spPr>
          <a:xfrm>
            <a:off x="-8873" y="-1"/>
            <a:ext cx="3744000" cy="682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0" name="Rectangle 9">
            <a:extLst>
              <a:ext uri="{FF2B5EF4-FFF2-40B4-BE49-F238E27FC236}">
                <a16:creationId xmlns:a16="http://schemas.microsoft.com/office/drawing/2014/main" id="{1069F9EB-4E05-53D8-ED88-D4C8E63F70AE}"/>
              </a:ext>
            </a:extLst>
          </p:cNvPr>
          <p:cNvSpPr/>
          <p:nvPr userDrawn="1"/>
        </p:nvSpPr>
        <p:spPr>
          <a:xfrm rot="16200000">
            <a:off x="1805527" y="4928399"/>
            <a:ext cx="115200" cy="374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33" name="Picture 32" descr="A black background with a black square&#10;&#10;AI-generated content may be incorrect.">
            <a:extLst>
              <a:ext uri="{FF2B5EF4-FFF2-40B4-BE49-F238E27FC236}">
                <a16:creationId xmlns:a16="http://schemas.microsoft.com/office/drawing/2014/main" id="{9404447E-D422-DC8E-CB34-4D3D8B7617E9}"/>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5">
            <a:extLst>
              <a:ext uri="{FF2B5EF4-FFF2-40B4-BE49-F238E27FC236}">
                <a16:creationId xmlns:a16="http://schemas.microsoft.com/office/drawing/2014/main" id="{E5C49DB8-5A0D-5147-2D20-4AB7DE536553}"/>
              </a:ext>
            </a:extLst>
          </p:cNvPr>
          <p:cNvSpPr>
            <a:spLocks noGrp="1"/>
          </p:cNvSpPr>
          <p:nvPr>
            <p:ph type="body" sz="quarter" idx="10" hasCustomPrompt="1"/>
          </p:nvPr>
        </p:nvSpPr>
        <p:spPr>
          <a:xfrm>
            <a:off x="467669" y="2999169"/>
            <a:ext cx="2796403" cy="859659"/>
          </a:xfrm>
          <a:prstGeom prst="rect">
            <a:avLst/>
          </a:prstGeom>
        </p:spPr>
        <p:txBody>
          <a:bodyPr wrap="square" lIns="0" rIns="0" anchor="ctr">
            <a:noAutofit/>
          </a:bodyPr>
          <a:lstStyle>
            <a:lvl1pPr marL="0" indent="0" algn="l" defTabSz="914400" rtl="0" eaLnBrk="1" latinLnBrk="0" hangingPunct="1">
              <a:buNone/>
              <a:defRPr lang="en-GB" sz="5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Agenda</a:t>
            </a:r>
            <a:endParaRPr lang="en-GB" dirty="0"/>
          </a:p>
        </p:txBody>
      </p:sp>
      <p:sp>
        <p:nvSpPr>
          <p:cNvPr id="15" name="Textplatzhalter 14">
            <a:extLst>
              <a:ext uri="{FF2B5EF4-FFF2-40B4-BE49-F238E27FC236}">
                <a16:creationId xmlns:a16="http://schemas.microsoft.com/office/drawing/2014/main" id="{75D479EC-F331-226D-8D79-C8B0E40B1644}"/>
              </a:ext>
            </a:extLst>
          </p:cNvPr>
          <p:cNvSpPr>
            <a:spLocks noGrp="1"/>
          </p:cNvSpPr>
          <p:nvPr>
            <p:ph type="body" sz="quarter" idx="36" hasCustomPrompt="1"/>
          </p:nvPr>
        </p:nvSpPr>
        <p:spPr>
          <a:xfrm>
            <a:off x="5174565" y="1057984"/>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16" name="Textplatzhalter 14">
            <a:extLst>
              <a:ext uri="{FF2B5EF4-FFF2-40B4-BE49-F238E27FC236}">
                <a16:creationId xmlns:a16="http://schemas.microsoft.com/office/drawing/2014/main" id="{E6C848D4-E918-26BA-380C-CFBEF2DDCCEA}"/>
              </a:ext>
            </a:extLst>
          </p:cNvPr>
          <p:cNvSpPr>
            <a:spLocks noGrp="1"/>
          </p:cNvSpPr>
          <p:nvPr>
            <p:ph type="body" sz="quarter" idx="37" hasCustomPrompt="1"/>
          </p:nvPr>
        </p:nvSpPr>
        <p:spPr>
          <a:xfrm>
            <a:off x="5174565" y="1388894"/>
            <a:ext cx="6341975"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19" name="Textplatzhalter 14">
            <a:extLst>
              <a:ext uri="{FF2B5EF4-FFF2-40B4-BE49-F238E27FC236}">
                <a16:creationId xmlns:a16="http://schemas.microsoft.com/office/drawing/2014/main" id="{56A67A96-3BD9-E4DC-52F6-601BE540C6AC}"/>
              </a:ext>
            </a:extLst>
          </p:cNvPr>
          <p:cNvSpPr>
            <a:spLocks noGrp="1"/>
          </p:cNvSpPr>
          <p:nvPr>
            <p:ph type="body" sz="quarter" idx="40" hasCustomPrompt="1"/>
          </p:nvPr>
        </p:nvSpPr>
        <p:spPr>
          <a:xfrm>
            <a:off x="5174565" y="2963236"/>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20" name="Textplatzhalter 14">
            <a:extLst>
              <a:ext uri="{FF2B5EF4-FFF2-40B4-BE49-F238E27FC236}">
                <a16:creationId xmlns:a16="http://schemas.microsoft.com/office/drawing/2014/main" id="{C29C9D9D-4619-BC6C-17A9-9256CACDF789}"/>
              </a:ext>
            </a:extLst>
          </p:cNvPr>
          <p:cNvSpPr>
            <a:spLocks noGrp="1"/>
          </p:cNvSpPr>
          <p:nvPr>
            <p:ph type="body" sz="quarter" idx="41" hasCustomPrompt="1"/>
          </p:nvPr>
        </p:nvSpPr>
        <p:spPr>
          <a:xfrm>
            <a:off x="5174565" y="3294146"/>
            <a:ext cx="6341975"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
        <p:nvSpPr>
          <p:cNvPr id="21" name="Textplatzhalter 14">
            <a:extLst>
              <a:ext uri="{FF2B5EF4-FFF2-40B4-BE49-F238E27FC236}">
                <a16:creationId xmlns:a16="http://schemas.microsoft.com/office/drawing/2014/main" id="{5CAF742A-F533-BF3B-5944-369047CBCD94}"/>
              </a:ext>
            </a:extLst>
          </p:cNvPr>
          <p:cNvSpPr>
            <a:spLocks noGrp="1"/>
          </p:cNvSpPr>
          <p:nvPr>
            <p:ph type="body" sz="quarter" idx="42" hasCustomPrompt="1"/>
          </p:nvPr>
        </p:nvSpPr>
        <p:spPr>
          <a:xfrm>
            <a:off x="5172246" y="4867681"/>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22" name="Textplatzhalter 14">
            <a:extLst>
              <a:ext uri="{FF2B5EF4-FFF2-40B4-BE49-F238E27FC236}">
                <a16:creationId xmlns:a16="http://schemas.microsoft.com/office/drawing/2014/main" id="{9BECD1F4-F796-6BF7-8EA7-CB888A7C3067}"/>
              </a:ext>
            </a:extLst>
          </p:cNvPr>
          <p:cNvSpPr>
            <a:spLocks noGrp="1"/>
          </p:cNvSpPr>
          <p:nvPr>
            <p:ph type="body" sz="quarter" idx="43" hasCustomPrompt="1"/>
          </p:nvPr>
        </p:nvSpPr>
        <p:spPr>
          <a:xfrm>
            <a:off x="5172246" y="5198591"/>
            <a:ext cx="6341975" cy="504000"/>
          </a:xfrm>
        </p:spPr>
        <p:txBody>
          <a:bodyPr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a:latin typeface="Abadi ExtraLight" panose="020B0204020104020204" pitchFamily="34" charset="77"/>
              </a:defRPr>
            </a:lvl1pPr>
          </a:lstStyle>
          <a:p>
            <a:pPr lvl="0"/>
            <a:r>
              <a:rPr lang="de-DE" dirty="0"/>
              <a:t>Unterpunkt </a:t>
            </a:r>
          </a:p>
          <a:p>
            <a:pPr lvl="0"/>
            <a:r>
              <a:rPr lang="de-DE" dirty="0"/>
              <a:t>Unterpunkt</a:t>
            </a:r>
          </a:p>
        </p:txBody>
      </p:sp>
    </p:spTree>
    <p:extLst>
      <p:ext uri="{BB962C8B-B14F-4D97-AF65-F5344CB8AC3E}">
        <p14:creationId xmlns:p14="http://schemas.microsoft.com/office/powerpoint/2010/main" val="198347948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 Agendapunkte nur Titel">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59984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9" name="Text Placeholder 38">
            <a:extLst>
              <a:ext uri="{FF2B5EF4-FFF2-40B4-BE49-F238E27FC236}">
                <a16:creationId xmlns:a16="http://schemas.microsoft.com/office/drawing/2014/main" id="{A9DF3CBC-B5F4-95C0-BBD6-C818D4D1DF28}"/>
              </a:ext>
            </a:extLst>
          </p:cNvPr>
          <p:cNvSpPr>
            <a:spLocks noGrp="1"/>
          </p:cNvSpPr>
          <p:nvPr>
            <p:ph type="body" sz="quarter" idx="52"/>
          </p:nvPr>
        </p:nvSpPr>
        <p:spPr>
          <a:xfrm>
            <a:off x="4670564" y="617757"/>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0" name="Text Placeholder 39">
            <a:extLst>
              <a:ext uri="{FF2B5EF4-FFF2-40B4-BE49-F238E27FC236}">
                <a16:creationId xmlns:a16="http://schemas.microsoft.com/office/drawing/2014/main" id="{6889918C-B7F5-261E-3FE3-E4C08565807E}"/>
              </a:ext>
            </a:extLst>
          </p:cNvPr>
          <p:cNvSpPr>
            <a:spLocks noGrp="1"/>
          </p:cNvSpPr>
          <p:nvPr>
            <p:ph type="body" sz="quarter" idx="53"/>
          </p:nvPr>
        </p:nvSpPr>
        <p:spPr>
          <a:xfrm>
            <a:off x="4670564" y="2522202"/>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41" name="Text Placeholder 40">
            <a:extLst>
              <a:ext uri="{FF2B5EF4-FFF2-40B4-BE49-F238E27FC236}">
                <a16:creationId xmlns:a16="http://schemas.microsoft.com/office/drawing/2014/main" id="{55C187A2-22A6-E3FA-A86B-D7345FA5BA92}"/>
              </a:ext>
            </a:extLst>
          </p:cNvPr>
          <p:cNvSpPr>
            <a:spLocks noGrp="1"/>
          </p:cNvSpPr>
          <p:nvPr>
            <p:ph type="body" sz="quarter" idx="54"/>
          </p:nvPr>
        </p:nvSpPr>
        <p:spPr>
          <a:xfrm>
            <a:off x="4670564" y="4426647"/>
            <a:ext cx="7083284" cy="1716978"/>
          </a:xfrm>
          <a:custGeom>
            <a:avLst/>
            <a:gdLst>
              <a:gd name="csX0" fmla="*/ 0 w 3177006"/>
              <a:gd name="csY0" fmla="*/ 0 h 1234172"/>
              <a:gd name="csX1" fmla="*/ 3177006 w 3177006"/>
              <a:gd name="csY1" fmla="*/ 0 h 1234172"/>
              <a:gd name="csX2" fmla="*/ 3177006 w 3177006"/>
              <a:gd name="csY2" fmla="*/ 1234172 h 1234172"/>
              <a:gd name="csX3" fmla="*/ 0 w 3177006"/>
              <a:gd name="csY3" fmla="*/ 1234172 h 1234172"/>
            </a:gdLst>
            <a:ahLst/>
            <a:cxnLst>
              <a:cxn ang="0">
                <a:pos x="csX0" y="csY0"/>
              </a:cxn>
              <a:cxn ang="0">
                <a:pos x="csX1" y="csY1"/>
              </a:cxn>
              <a:cxn ang="0">
                <a:pos x="csX2" y="csY2"/>
              </a:cxn>
              <a:cxn ang="0">
                <a:pos x="csX3" y="csY3"/>
              </a:cxn>
            </a:cxnLst>
            <a:rect l="l" t="t" r="r" b="b"/>
            <a:pathLst>
              <a:path w="3177006" h="1234172">
                <a:moveTo>
                  <a:pt x="0" y="0"/>
                </a:moveTo>
                <a:lnTo>
                  <a:pt x="3177006" y="0"/>
                </a:lnTo>
                <a:lnTo>
                  <a:pt x="3177006" y="1234172"/>
                </a:lnTo>
                <a:lnTo>
                  <a:pt x="0" y="1234172"/>
                </a:ln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8" name="Rectangle 7">
            <a:extLst>
              <a:ext uri="{FF2B5EF4-FFF2-40B4-BE49-F238E27FC236}">
                <a16:creationId xmlns:a16="http://schemas.microsoft.com/office/drawing/2014/main" id="{C982863A-576C-B743-19BD-63586F59C00F}"/>
              </a:ext>
            </a:extLst>
          </p:cNvPr>
          <p:cNvSpPr/>
          <p:nvPr userDrawn="1"/>
        </p:nvSpPr>
        <p:spPr>
          <a:xfrm>
            <a:off x="-8873" y="-1"/>
            <a:ext cx="3744000" cy="682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0" name="Rectangle 9">
            <a:extLst>
              <a:ext uri="{FF2B5EF4-FFF2-40B4-BE49-F238E27FC236}">
                <a16:creationId xmlns:a16="http://schemas.microsoft.com/office/drawing/2014/main" id="{1069F9EB-4E05-53D8-ED88-D4C8E63F70AE}"/>
              </a:ext>
            </a:extLst>
          </p:cNvPr>
          <p:cNvSpPr/>
          <p:nvPr userDrawn="1"/>
        </p:nvSpPr>
        <p:spPr>
          <a:xfrm rot="16200000">
            <a:off x="1805527" y="4928399"/>
            <a:ext cx="115200" cy="374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33" name="Picture 32" descr="A black background with a black square&#10;&#10;AI-generated content may be incorrect.">
            <a:extLst>
              <a:ext uri="{FF2B5EF4-FFF2-40B4-BE49-F238E27FC236}">
                <a16:creationId xmlns:a16="http://schemas.microsoft.com/office/drawing/2014/main" id="{9404447E-D422-DC8E-CB34-4D3D8B7617E9}"/>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5">
            <a:extLst>
              <a:ext uri="{FF2B5EF4-FFF2-40B4-BE49-F238E27FC236}">
                <a16:creationId xmlns:a16="http://schemas.microsoft.com/office/drawing/2014/main" id="{E5C49DB8-5A0D-5147-2D20-4AB7DE536553}"/>
              </a:ext>
            </a:extLst>
          </p:cNvPr>
          <p:cNvSpPr>
            <a:spLocks noGrp="1"/>
          </p:cNvSpPr>
          <p:nvPr>
            <p:ph type="body" sz="quarter" idx="10" hasCustomPrompt="1"/>
          </p:nvPr>
        </p:nvSpPr>
        <p:spPr>
          <a:xfrm>
            <a:off x="467669" y="2999169"/>
            <a:ext cx="2796403" cy="859659"/>
          </a:xfrm>
          <a:prstGeom prst="rect">
            <a:avLst/>
          </a:prstGeom>
        </p:spPr>
        <p:txBody>
          <a:bodyPr wrap="square" lIns="0" rIns="0" anchor="ctr">
            <a:noAutofit/>
          </a:bodyPr>
          <a:lstStyle>
            <a:lvl1pPr marL="0" indent="0" algn="l" defTabSz="914400" rtl="0" eaLnBrk="1" latinLnBrk="0" hangingPunct="1">
              <a:buNone/>
              <a:defRPr lang="en-GB" sz="5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a:t>Agenda</a:t>
            </a:r>
            <a:endParaRPr lang="en-GB" dirty="0"/>
          </a:p>
        </p:txBody>
      </p:sp>
      <p:sp>
        <p:nvSpPr>
          <p:cNvPr id="15" name="Textplatzhalter 14">
            <a:extLst>
              <a:ext uri="{FF2B5EF4-FFF2-40B4-BE49-F238E27FC236}">
                <a16:creationId xmlns:a16="http://schemas.microsoft.com/office/drawing/2014/main" id="{75D479EC-F331-226D-8D79-C8B0E40B1644}"/>
              </a:ext>
            </a:extLst>
          </p:cNvPr>
          <p:cNvSpPr>
            <a:spLocks noGrp="1"/>
          </p:cNvSpPr>
          <p:nvPr>
            <p:ph type="body" sz="quarter" idx="36" hasCustomPrompt="1"/>
          </p:nvPr>
        </p:nvSpPr>
        <p:spPr>
          <a:xfrm>
            <a:off x="5174565" y="1327991"/>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19" name="Textplatzhalter 14">
            <a:extLst>
              <a:ext uri="{FF2B5EF4-FFF2-40B4-BE49-F238E27FC236}">
                <a16:creationId xmlns:a16="http://schemas.microsoft.com/office/drawing/2014/main" id="{56A67A96-3BD9-E4DC-52F6-601BE540C6AC}"/>
              </a:ext>
            </a:extLst>
          </p:cNvPr>
          <p:cNvSpPr>
            <a:spLocks noGrp="1"/>
          </p:cNvSpPr>
          <p:nvPr>
            <p:ph type="body" sz="quarter" idx="40" hasCustomPrompt="1"/>
          </p:nvPr>
        </p:nvSpPr>
        <p:spPr>
          <a:xfrm>
            <a:off x="5174565" y="3232436"/>
            <a:ext cx="6341975" cy="296511"/>
          </a:xfrm>
        </p:spPr>
        <p:txBody>
          <a:bodyPr anchor="ctr">
            <a:noAutofit/>
          </a:bodyPr>
          <a:lstStyle>
            <a:lvl1pPr>
              <a:buNone/>
              <a:defRPr sz="1800">
                <a:solidFill>
                  <a:schemeClr val="accent1"/>
                </a:solidFill>
              </a:defRPr>
            </a:lvl1pPr>
          </a:lstStyle>
          <a:p>
            <a:pPr lvl="0"/>
            <a:r>
              <a:rPr lang="de-DE" dirty="0"/>
              <a:t>Titel</a:t>
            </a:r>
          </a:p>
        </p:txBody>
      </p:sp>
      <p:sp>
        <p:nvSpPr>
          <p:cNvPr id="21" name="Textplatzhalter 14">
            <a:extLst>
              <a:ext uri="{FF2B5EF4-FFF2-40B4-BE49-F238E27FC236}">
                <a16:creationId xmlns:a16="http://schemas.microsoft.com/office/drawing/2014/main" id="{5CAF742A-F533-BF3B-5944-369047CBCD94}"/>
              </a:ext>
            </a:extLst>
          </p:cNvPr>
          <p:cNvSpPr>
            <a:spLocks noGrp="1"/>
          </p:cNvSpPr>
          <p:nvPr>
            <p:ph type="body" sz="quarter" idx="42" hasCustomPrompt="1"/>
          </p:nvPr>
        </p:nvSpPr>
        <p:spPr>
          <a:xfrm>
            <a:off x="5172246" y="5136881"/>
            <a:ext cx="6341975" cy="296511"/>
          </a:xfrm>
        </p:spPr>
        <p:txBody>
          <a:bodyPr anchor="ctr">
            <a:noAutofit/>
          </a:bodyPr>
          <a:lstStyle>
            <a:lvl1pPr>
              <a:buNone/>
              <a:defRPr sz="1800">
                <a:solidFill>
                  <a:schemeClr val="accent1"/>
                </a:solidFill>
              </a:defRPr>
            </a:lvl1pPr>
          </a:lstStyle>
          <a:p>
            <a:pPr lvl="0"/>
            <a:r>
              <a:rPr lang="de-DE" dirty="0"/>
              <a:t>Titel</a:t>
            </a:r>
          </a:p>
        </p:txBody>
      </p:sp>
    </p:spTree>
    <p:extLst>
      <p:ext uri="{BB962C8B-B14F-4D97-AF65-F5344CB8AC3E}">
        <p14:creationId xmlns:p14="http://schemas.microsoft.com/office/powerpoint/2010/main" val="138352297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 Themen mit Icon/Zahl">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668352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7">
            <a:extLst>
              <a:ext uri="{FF2B5EF4-FFF2-40B4-BE49-F238E27FC236}">
                <a16:creationId xmlns:a16="http://schemas.microsoft.com/office/drawing/2014/main" id="{81C72DB1-BC26-8BD4-0A85-427C06185F4E}"/>
              </a:ext>
            </a:extLst>
          </p:cNvPr>
          <p:cNvSpPr>
            <a:spLocks noGrp="1"/>
          </p:cNvSpPr>
          <p:nvPr>
            <p:ph type="body" sz="quarter" idx="20"/>
          </p:nvPr>
        </p:nvSpPr>
        <p:spPr>
          <a:xfrm>
            <a:off x="431799" y="1875453"/>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5" name="Text Placeholder 10">
            <a:extLst>
              <a:ext uri="{FF2B5EF4-FFF2-40B4-BE49-F238E27FC236}">
                <a16:creationId xmlns:a16="http://schemas.microsoft.com/office/drawing/2014/main" id="{669CB813-57AE-41DB-794F-8DA9DA270FBB}"/>
              </a:ext>
            </a:extLst>
          </p:cNvPr>
          <p:cNvSpPr>
            <a:spLocks noGrp="1"/>
          </p:cNvSpPr>
          <p:nvPr>
            <p:ph type="body" sz="quarter" idx="26" hasCustomPrompt="1"/>
          </p:nvPr>
        </p:nvSpPr>
        <p:spPr>
          <a:xfrm>
            <a:off x="3267075" y="1580651"/>
            <a:ext cx="553261" cy="553261"/>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noAutofit/>
          </a:bodyPr>
          <a:lstStyle>
            <a:lvl1pPr marL="0" indent="0" algn="ctr">
              <a:lnSpc>
                <a:spcPct val="100000"/>
              </a:lnSpc>
              <a:spcBef>
                <a:spcPts val="0"/>
              </a:spcBef>
              <a:buNone/>
              <a:defRPr lang="en-US" sz="1400" smtClean="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8" name="Text Placeholder 17">
            <a:extLst>
              <a:ext uri="{FF2B5EF4-FFF2-40B4-BE49-F238E27FC236}">
                <a16:creationId xmlns:a16="http://schemas.microsoft.com/office/drawing/2014/main" id="{D3D84BD9-EBBA-4579-1F37-D2A167276E5F}"/>
              </a:ext>
            </a:extLst>
          </p:cNvPr>
          <p:cNvSpPr>
            <a:spLocks noGrp="1"/>
          </p:cNvSpPr>
          <p:nvPr>
            <p:ph type="body" sz="quarter" idx="31"/>
          </p:nvPr>
        </p:nvSpPr>
        <p:spPr>
          <a:xfrm>
            <a:off x="431799" y="4222090"/>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0" name="Text Placeholder 10">
            <a:extLst>
              <a:ext uri="{FF2B5EF4-FFF2-40B4-BE49-F238E27FC236}">
                <a16:creationId xmlns:a16="http://schemas.microsoft.com/office/drawing/2014/main" id="{A9B98E2E-4FF7-E5A0-6EC8-23F282E94318}"/>
              </a:ext>
            </a:extLst>
          </p:cNvPr>
          <p:cNvSpPr>
            <a:spLocks noGrp="1"/>
          </p:cNvSpPr>
          <p:nvPr>
            <p:ph type="body" sz="quarter" idx="32" hasCustomPrompt="1"/>
          </p:nvPr>
        </p:nvSpPr>
        <p:spPr>
          <a:xfrm>
            <a:off x="3267075" y="3927288"/>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2" name="Text Placeholder 17">
            <a:extLst>
              <a:ext uri="{FF2B5EF4-FFF2-40B4-BE49-F238E27FC236}">
                <a16:creationId xmlns:a16="http://schemas.microsoft.com/office/drawing/2014/main" id="{0FEA6644-01FA-112A-E4AE-888A00111999}"/>
              </a:ext>
            </a:extLst>
          </p:cNvPr>
          <p:cNvSpPr>
            <a:spLocks noGrp="1"/>
          </p:cNvSpPr>
          <p:nvPr>
            <p:ph type="body" sz="quarter" idx="34"/>
          </p:nvPr>
        </p:nvSpPr>
        <p:spPr>
          <a:xfrm>
            <a:off x="4270482" y="1875453"/>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3" name="Text Placeholder 10">
            <a:extLst>
              <a:ext uri="{FF2B5EF4-FFF2-40B4-BE49-F238E27FC236}">
                <a16:creationId xmlns:a16="http://schemas.microsoft.com/office/drawing/2014/main" id="{7CD05733-EE02-3419-3334-09A1B09380C1}"/>
              </a:ext>
            </a:extLst>
          </p:cNvPr>
          <p:cNvSpPr>
            <a:spLocks noGrp="1"/>
          </p:cNvSpPr>
          <p:nvPr>
            <p:ph type="body" sz="quarter" idx="35" hasCustomPrompt="1"/>
          </p:nvPr>
        </p:nvSpPr>
        <p:spPr>
          <a:xfrm>
            <a:off x="7105758" y="1580651"/>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5" name="Text Placeholder 17">
            <a:extLst>
              <a:ext uri="{FF2B5EF4-FFF2-40B4-BE49-F238E27FC236}">
                <a16:creationId xmlns:a16="http://schemas.microsoft.com/office/drawing/2014/main" id="{A3BBC502-50B4-8628-FDAD-0CE3C67B8137}"/>
              </a:ext>
            </a:extLst>
          </p:cNvPr>
          <p:cNvSpPr>
            <a:spLocks noGrp="1"/>
          </p:cNvSpPr>
          <p:nvPr>
            <p:ph type="body" sz="quarter" idx="37"/>
          </p:nvPr>
        </p:nvSpPr>
        <p:spPr>
          <a:xfrm>
            <a:off x="4270482" y="4222090"/>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6" name="Text Placeholder 10">
            <a:extLst>
              <a:ext uri="{FF2B5EF4-FFF2-40B4-BE49-F238E27FC236}">
                <a16:creationId xmlns:a16="http://schemas.microsoft.com/office/drawing/2014/main" id="{8B5C8C4C-FA06-3D26-842C-EDDE3098B991}"/>
              </a:ext>
            </a:extLst>
          </p:cNvPr>
          <p:cNvSpPr>
            <a:spLocks noGrp="1"/>
          </p:cNvSpPr>
          <p:nvPr>
            <p:ph type="body" sz="quarter" idx="38" hasCustomPrompt="1"/>
          </p:nvPr>
        </p:nvSpPr>
        <p:spPr>
          <a:xfrm>
            <a:off x="7105758" y="3927288"/>
            <a:ext cx="553261" cy="553261"/>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8" name="Text Placeholder 17">
            <a:extLst>
              <a:ext uri="{FF2B5EF4-FFF2-40B4-BE49-F238E27FC236}">
                <a16:creationId xmlns:a16="http://schemas.microsoft.com/office/drawing/2014/main" id="{648FBF16-B467-365D-346D-E149B42B18D1}"/>
              </a:ext>
            </a:extLst>
          </p:cNvPr>
          <p:cNvSpPr>
            <a:spLocks noGrp="1"/>
          </p:cNvSpPr>
          <p:nvPr>
            <p:ph type="body" sz="quarter" idx="40"/>
          </p:nvPr>
        </p:nvSpPr>
        <p:spPr>
          <a:xfrm>
            <a:off x="8109165" y="1875453"/>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9" name="Text Placeholder 10">
            <a:extLst>
              <a:ext uri="{FF2B5EF4-FFF2-40B4-BE49-F238E27FC236}">
                <a16:creationId xmlns:a16="http://schemas.microsoft.com/office/drawing/2014/main" id="{196502F4-2C4D-314D-891C-27AECACE6395}"/>
              </a:ext>
            </a:extLst>
          </p:cNvPr>
          <p:cNvSpPr>
            <a:spLocks noGrp="1"/>
          </p:cNvSpPr>
          <p:nvPr>
            <p:ph type="body" sz="quarter" idx="41" hasCustomPrompt="1"/>
          </p:nvPr>
        </p:nvSpPr>
        <p:spPr>
          <a:xfrm>
            <a:off x="10944441" y="1580651"/>
            <a:ext cx="553261" cy="553261"/>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1" name="Text Placeholder 17">
            <a:extLst>
              <a:ext uri="{FF2B5EF4-FFF2-40B4-BE49-F238E27FC236}">
                <a16:creationId xmlns:a16="http://schemas.microsoft.com/office/drawing/2014/main" id="{6DB11B1B-09B9-407C-F0F6-9E3CC16AC625}"/>
              </a:ext>
            </a:extLst>
          </p:cNvPr>
          <p:cNvSpPr>
            <a:spLocks noGrp="1"/>
          </p:cNvSpPr>
          <p:nvPr>
            <p:ph type="body" sz="quarter" idx="43"/>
          </p:nvPr>
        </p:nvSpPr>
        <p:spPr>
          <a:xfrm>
            <a:off x="8109165" y="4222090"/>
            <a:ext cx="3651035" cy="18490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51999"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22" name="Text Placeholder 10">
            <a:extLst>
              <a:ext uri="{FF2B5EF4-FFF2-40B4-BE49-F238E27FC236}">
                <a16:creationId xmlns:a16="http://schemas.microsoft.com/office/drawing/2014/main" id="{11ACE51A-96AA-FA05-F861-01B0C90304B1}"/>
              </a:ext>
            </a:extLst>
          </p:cNvPr>
          <p:cNvSpPr>
            <a:spLocks noGrp="1"/>
          </p:cNvSpPr>
          <p:nvPr>
            <p:ph type="body" sz="quarter" idx="44" hasCustomPrompt="1"/>
          </p:nvPr>
        </p:nvSpPr>
        <p:spPr>
          <a:xfrm>
            <a:off x="10944441" y="3927288"/>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 name="Text Placeholder 8">
            <a:extLst>
              <a:ext uri="{FF2B5EF4-FFF2-40B4-BE49-F238E27FC236}">
                <a16:creationId xmlns:a16="http://schemas.microsoft.com/office/drawing/2014/main" id="{AC347211-769A-4210-BBA6-C02E4C63350E}"/>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33869470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ozess 8 Step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5291907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1" name="Text Placeholder 10">
            <a:extLst>
              <a:ext uri="{FF2B5EF4-FFF2-40B4-BE49-F238E27FC236}">
                <a16:creationId xmlns:a16="http://schemas.microsoft.com/office/drawing/2014/main" id="{E7565E42-36DC-F314-4D17-7E98C51473C7}"/>
              </a:ext>
            </a:extLst>
          </p:cNvPr>
          <p:cNvSpPr>
            <a:spLocks noGrp="1"/>
          </p:cNvSpPr>
          <p:nvPr>
            <p:ph type="body" sz="quarter" idx="11" hasCustomPrompt="1"/>
          </p:nvPr>
        </p:nvSpPr>
        <p:spPr>
          <a:xfrm>
            <a:off x="431799" y="2026507"/>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2" name="Text Placeholder 17">
            <a:extLst>
              <a:ext uri="{FF2B5EF4-FFF2-40B4-BE49-F238E27FC236}">
                <a16:creationId xmlns:a16="http://schemas.microsoft.com/office/drawing/2014/main" id="{9CE82C9B-3C9E-D87A-3067-E4CFBF48E0B3}"/>
              </a:ext>
            </a:extLst>
          </p:cNvPr>
          <p:cNvSpPr>
            <a:spLocks noGrp="1"/>
          </p:cNvSpPr>
          <p:nvPr>
            <p:ph type="body" sz="quarter" idx="20"/>
          </p:nvPr>
        </p:nvSpPr>
        <p:spPr>
          <a:xfrm>
            <a:off x="431799" y="2473325"/>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1" name="Text Placeholder 10">
            <a:extLst>
              <a:ext uri="{FF2B5EF4-FFF2-40B4-BE49-F238E27FC236}">
                <a16:creationId xmlns:a16="http://schemas.microsoft.com/office/drawing/2014/main" id="{DC379399-6B80-6A33-7483-617CCD2A867D}"/>
              </a:ext>
            </a:extLst>
          </p:cNvPr>
          <p:cNvSpPr>
            <a:spLocks noGrp="1"/>
          </p:cNvSpPr>
          <p:nvPr>
            <p:ph type="body" sz="quarter" idx="21" hasCustomPrompt="1"/>
          </p:nvPr>
        </p:nvSpPr>
        <p:spPr>
          <a:xfrm>
            <a:off x="431799" y="4486620"/>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62" name="Text Placeholder 17">
            <a:extLst>
              <a:ext uri="{FF2B5EF4-FFF2-40B4-BE49-F238E27FC236}">
                <a16:creationId xmlns:a16="http://schemas.microsoft.com/office/drawing/2014/main" id="{BB86899B-39B2-8E8C-6285-31AA56C02AA1}"/>
              </a:ext>
            </a:extLst>
          </p:cNvPr>
          <p:cNvSpPr>
            <a:spLocks noGrp="1"/>
          </p:cNvSpPr>
          <p:nvPr>
            <p:ph type="body" sz="quarter" idx="22"/>
          </p:nvPr>
        </p:nvSpPr>
        <p:spPr>
          <a:xfrm>
            <a:off x="431799" y="4933438"/>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3" name="Text Placeholder 10">
            <a:extLst>
              <a:ext uri="{FF2B5EF4-FFF2-40B4-BE49-F238E27FC236}">
                <a16:creationId xmlns:a16="http://schemas.microsoft.com/office/drawing/2014/main" id="{779E61F4-18BE-A741-5CC7-C5554C9DB323}"/>
              </a:ext>
            </a:extLst>
          </p:cNvPr>
          <p:cNvSpPr>
            <a:spLocks noGrp="1"/>
          </p:cNvSpPr>
          <p:nvPr>
            <p:ph type="body" sz="quarter" idx="23" hasCustomPrompt="1"/>
          </p:nvPr>
        </p:nvSpPr>
        <p:spPr>
          <a:xfrm>
            <a:off x="3262312" y="2026507"/>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64" name="Text Placeholder 17">
            <a:extLst>
              <a:ext uri="{FF2B5EF4-FFF2-40B4-BE49-F238E27FC236}">
                <a16:creationId xmlns:a16="http://schemas.microsoft.com/office/drawing/2014/main" id="{349B285F-877F-484D-837A-62BC66559DC7}"/>
              </a:ext>
            </a:extLst>
          </p:cNvPr>
          <p:cNvSpPr>
            <a:spLocks noGrp="1"/>
          </p:cNvSpPr>
          <p:nvPr>
            <p:ph type="body" sz="quarter" idx="24"/>
          </p:nvPr>
        </p:nvSpPr>
        <p:spPr>
          <a:xfrm>
            <a:off x="3262312" y="2473325"/>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7" name="Text Placeholder 10">
            <a:extLst>
              <a:ext uri="{FF2B5EF4-FFF2-40B4-BE49-F238E27FC236}">
                <a16:creationId xmlns:a16="http://schemas.microsoft.com/office/drawing/2014/main" id="{244048B9-9D9C-FEB3-88CA-354FCFA9BC25}"/>
              </a:ext>
            </a:extLst>
          </p:cNvPr>
          <p:cNvSpPr>
            <a:spLocks noGrp="1"/>
          </p:cNvSpPr>
          <p:nvPr>
            <p:ph type="body" sz="quarter" idx="25" hasCustomPrompt="1"/>
          </p:nvPr>
        </p:nvSpPr>
        <p:spPr>
          <a:xfrm>
            <a:off x="3262312" y="4486620"/>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68" name="Text Placeholder 17">
            <a:extLst>
              <a:ext uri="{FF2B5EF4-FFF2-40B4-BE49-F238E27FC236}">
                <a16:creationId xmlns:a16="http://schemas.microsoft.com/office/drawing/2014/main" id="{405289A4-F050-2C87-A381-683A883625A8}"/>
              </a:ext>
            </a:extLst>
          </p:cNvPr>
          <p:cNvSpPr>
            <a:spLocks noGrp="1"/>
          </p:cNvSpPr>
          <p:nvPr>
            <p:ph type="body" sz="quarter" idx="26"/>
          </p:nvPr>
        </p:nvSpPr>
        <p:spPr>
          <a:xfrm>
            <a:off x="3262312" y="4933438"/>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9" name="Text Placeholder 10">
            <a:extLst>
              <a:ext uri="{FF2B5EF4-FFF2-40B4-BE49-F238E27FC236}">
                <a16:creationId xmlns:a16="http://schemas.microsoft.com/office/drawing/2014/main" id="{B4A8A2FD-7D22-D804-537D-76C1D4D27516}"/>
              </a:ext>
            </a:extLst>
          </p:cNvPr>
          <p:cNvSpPr>
            <a:spLocks noGrp="1"/>
          </p:cNvSpPr>
          <p:nvPr>
            <p:ph type="body" sz="quarter" idx="27" hasCustomPrompt="1"/>
          </p:nvPr>
        </p:nvSpPr>
        <p:spPr>
          <a:xfrm>
            <a:off x="6092825" y="2026507"/>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70" name="Text Placeholder 17">
            <a:extLst>
              <a:ext uri="{FF2B5EF4-FFF2-40B4-BE49-F238E27FC236}">
                <a16:creationId xmlns:a16="http://schemas.microsoft.com/office/drawing/2014/main" id="{DED2B13C-542A-6D58-DDAE-6E0E2594BE48}"/>
              </a:ext>
            </a:extLst>
          </p:cNvPr>
          <p:cNvSpPr>
            <a:spLocks noGrp="1"/>
          </p:cNvSpPr>
          <p:nvPr>
            <p:ph type="body" sz="quarter" idx="28"/>
          </p:nvPr>
        </p:nvSpPr>
        <p:spPr>
          <a:xfrm>
            <a:off x="6092825" y="2473325"/>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73" name="Text Placeholder 10">
            <a:extLst>
              <a:ext uri="{FF2B5EF4-FFF2-40B4-BE49-F238E27FC236}">
                <a16:creationId xmlns:a16="http://schemas.microsoft.com/office/drawing/2014/main" id="{2390A411-AED7-AAC5-6BDE-FAE9CA14CED2}"/>
              </a:ext>
            </a:extLst>
          </p:cNvPr>
          <p:cNvSpPr>
            <a:spLocks noGrp="1"/>
          </p:cNvSpPr>
          <p:nvPr>
            <p:ph type="body" sz="quarter" idx="29" hasCustomPrompt="1"/>
          </p:nvPr>
        </p:nvSpPr>
        <p:spPr>
          <a:xfrm>
            <a:off x="6092825" y="4486620"/>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74" name="Text Placeholder 17">
            <a:extLst>
              <a:ext uri="{FF2B5EF4-FFF2-40B4-BE49-F238E27FC236}">
                <a16:creationId xmlns:a16="http://schemas.microsoft.com/office/drawing/2014/main" id="{063527A6-F4C2-7245-36AD-4F9DA7A100D8}"/>
              </a:ext>
            </a:extLst>
          </p:cNvPr>
          <p:cNvSpPr>
            <a:spLocks noGrp="1"/>
          </p:cNvSpPr>
          <p:nvPr>
            <p:ph type="body" sz="quarter" idx="30"/>
          </p:nvPr>
        </p:nvSpPr>
        <p:spPr>
          <a:xfrm>
            <a:off x="6092825" y="4933438"/>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75" name="Text Placeholder 10">
            <a:extLst>
              <a:ext uri="{FF2B5EF4-FFF2-40B4-BE49-F238E27FC236}">
                <a16:creationId xmlns:a16="http://schemas.microsoft.com/office/drawing/2014/main" id="{15931874-616A-06F3-ED19-723A53CB0C57}"/>
              </a:ext>
            </a:extLst>
          </p:cNvPr>
          <p:cNvSpPr>
            <a:spLocks noGrp="1"/>
          </p:cNvSpPr>
          <p:nvPr>
            <p:ph type="body" sz="quarter" idx="31" hasCustomPrompt="1"/>
          </p:nvPr>
        </p:nvSpPr>
        <p:spPr>
          <a:xfrm>
            <a:off x="8923338" y="2026507"/>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76" name="Text Placeholder 17">
            <a:extLst>
              <a:ext uri="{FF2B5EF4-FFF2-40B4-BE49-F238E27FC236}">
                <a16:creationId xmlns:a16="http://schemas.microsoft.com/office/drawing/2014/main" id="{8EA8F239-DB48-855D-7F68-888C488CE9BE}"/>
              </a:ext>
            </a:extLst>
          </p:cNvPr>
          <p:cNvSpPr>
            <a:spLocks noGrp="1"/>
          </p:cNvSpPr>
          <p:nvPr>
            <p:ph type="body" sz="quarter" idx="32"/>
          </p:nvPr>
        </p:nvSpPr>
        <p:spPr>
          <a:xfrm>
            <a:off x="8923338" y="2473325"/>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79" name="Text Placeholder 10">
            <a:extLst>
              <a:ext uri="{FF2B5EF4-FFF2-40B4-BE49-F238E27FC236}">
                <a16:creationId xmlns:a16="http://schemas.microsoft.com/office/drawing/2014/main" id="{EFE008AC-878E-C354-8ACB-5847B5C6139C}"/>
              </a:ext>
            </a:extLst>
          </p:cNvPr>
          <p:cNvSpPr>
            <a:spLocks noGrp="1"/>
          </p:cNvSpPr>
          <p:nvPr>
            <p:ph type="body" sz="quarter" idx="33" hasCustomPrompt="1"/>
          </p:nvPr>
        </p:nvSpPr>
        <p:spPr>
          <a:xfrm>
            <a:off x="8923338" y="4486620"/>
            <a:ext cx="26277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80" name="Text Placeholder 17">
            <a:extLst>
              <a:ext uri="{FF2B5EF4-FFF2-40B4-BE49-F238E27FC236}">
                <a16:creationId xmlns:a16="http://schemas.microsoft.com/office/drawing/2014/main" id="{D7612BC4-1ED6-0751-67DF-B4EB0B5EB54E}"/>
              </a:ext>
            </a:extLst>
          </p:cNvPr>
          <p:cNvSpPr>
            <a:spLocks noGrp="1"/>
          </p:cNvSpPr>
          <p:nvPr>
            <p:ph type="body" sz="quarter" idx="34"/>
          </p:nvPr>
        </p:nvSpPr>
        <p:spPr>
          <a:xfrm>
            <a:off x="8923338" y="4933438"/>
            <a:ext cx="2627738" cy="1210186"/>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3" name="Text Placeholder 8">
            <a:extLst>
              <a:ext uri="{FF2B5EF4-FFF2-40B4-BE49-F238E27FC236}">
                <a16:creationId xmlns:a16="http://schemas.microsoft.com/office/drawing/2014/main" id="{F326157A-52A2-7F23-FC99-2C9D32920CBB}"/>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8" name="Text Placeholder 7">
            <a:extLst>
              <a:ext uri="{FF2B5EF4-FFF2-40B4-BE49-F238E27FC236}">
                <a16:creationId xmlns:a16="http://schemas.microsoft.com/office/drawing/2014/main" id="{515588A2-6A14-EA87-ACFB-91A86DB12445}"/>
              </a:ext>
            </a:extLst>
          </p:cNvPr>
          <p:cNvSpPr>
            <a:spLocks noGrp="1"/>
          </p:cNvSpPr>
          <p:nvPr>
            <p:ph type="body" sz="quarter" idx="35" hasCustomPrompt="1"/>
          </p:nvPr>
        </p:nvSpPr>
        <p:spPr>
          <a:xfrm>
            <a:off x="1520158" y="1489075"/>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9" name="Text Placeholder 8">
            <a:extLst>
              <a:ext uri="{FF2B5EF4-FFF2-40B4-BE49-F238E27FC236}">
                <a16:creationId xmlns:a16="http://schemas.microsoft.com/office/drawing/2014/main" id="{95EF711D-8BA8-E198-95B8-D3B2616D1C4D}"/>
              </a:ext>
            </a:extLst>
          </p:cNvPr>
          <p:cNvSpPr>
            <a:spLocks noGrp="1"/>
          </p:cNvSpPr>
          <p:nvPr>
            <p:ph type="body" sz="quarter" idx="36" hasCustomPrompt="1"/>
          </p:nvPr>
        </p:nvSpPr>
        <p:spPr>
          <a:xfrm>
            <a:off x="4350671" y="1489075"/>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0" name="Text Placeholder 9">
            <a:extLst>
              <a:ext uri="{FF2B5EF4-FFF2-40B4-BE49-F238E27FC236}">
                <a16:creationId xmlns:a16="http://schemas.microsoft.com/office/drawing/2014/main" id="{755ECD8B-B276-7D41-4E0B-5F4D362F1693}"/>
              </a:ext>
            </a:extLst>
          </p:cNvPr>
          <p:cNvSpPr>
            <a:spLocks noGrp="1"/>
          </p:cNvSpPr>
          <p:nvPr>
            <p:ph type="body" sz="quarter" idx="37" hasCustomPrompt="1"/>
          </p:nvPr>
        </p:nvSpPr>
        <p:spPr>
          <a:xfrm>
            <a:off x="7181184" y="1489075"/>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1" name="Text Placeholder 10">
            <a:extLst>
              <a:ext uri="{FF2B5EF4-FFF2-40B4-BE49-F238E27FC236}">
                <a16:creationId xmlns:a16="http://schemas.microsoft.com/office/drawing/2014/main" id="{9602C19B-6F36-824E-8266-216BC81FAF30}"/>
              </a:ext>
            </a:extLst>
          </p:cNvPr>
          <p:cNvSpPr>
            <a:spLocks noGrp="1"/>
          </p:cNvSpPr>
          <p:nvPr>
            <p:ph type="body" sz="quarter" idx="38" hasCustomPrompt="1"/>
          </p:nvPr>
        </p:nvSpPr>
        <p:spPr>
          <a:xfrm>
            <a:off x="10011696" y="1489075"/>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4" name="Text Placeholder 13">
            <a:extLst>
              <a:ext uri="{FF2B5EF4-FFF2-40B4-BE49-F238E27FC236}">
                <a16:creationId xmlns:a16="http://schemas.microsoft.com/office/drawing/2014/main" id="{A5E89629-9D0F-E20B-94B0-9FDCA35B072C}"/>
              </a:ext>
            </a:extLst>
          </p:cNvPr>
          <p:cNvSpPr>
            <a:spLocks noGrp="1"/>
          </p:cNvSpPr>
          <p:nvPr>
            <p:ph type="body" sz="quarter" idx="39" hasCustomPrompt="1"/>
          </p:nvPr>
        </p:nvSpPr>
        <p:spPr>
          <a:xfrm>
            <a:off x="1520158" y="3949188"/>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5" name="Text Placeholder 14">
            <a:extLst>
              <a:ext uri="{FF2B5EF4-FFF2-40B4-BE49-F238E27FC236}">
                <a16:creationId xmlns:a16="http://schemas.microsoft.com/office/drawing/2014/main" id="{A4D1E8DD-698F-4F8A-3482-9004B962FFEF}"/>
              </a:ext>
            </a:extLst>
          </p:cNvPr>
          <p:cNvSpPr>
            <a:spLocks noGrp="1"/>
          </p:cNvSpPr>
          <p:nvPr>
            <p:ph type="body" sz="quarter" idx="40" hasCustomPrompt="1"/>
          </p:nvPr>
        </p:nvSpPr>
        <p:spPr>
          <a:xfrm>
            <a:off x="4350671" y="3949188"/>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6" name="Text Placeholder 15">
            <a:extLst>
              <a:ext uri="{FF2B5EF4-FFF2-40B4-BE49-F238E27FC236}">
                <a16:creationId xmlns:a16="http://schemas.microsoft.com/office/drawing/2014/main" id="{B0C34105-4AFF-4FF6-7523-068D50775AE4}"/>
              </a:ext>
            </a:extLst>
          </p:cNvPr>
          <p:cNvSpPr>
            <a:spLocks noGrp="1"/>
          </p:cNvSpPr>
          <p:nvPr>
            <p:ph type="body" sz="quarter" idx="41" hasCustomPrompt="1"/>
          </p:nvPr>
        </p:nvSpPr>
        <p:spPr>
          <a:xfrm>
            <a:off x="7181184" y="3949188"/>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7" name="Text Placeholder 16">
            <a:extLst>
              <a:ext uri="{FF2B5EF4-FFF2-40B4-BE49-F238E27FC236}">
                <a16:creationId xmlns:a16="http://schemas.microsoft.com/office/drawing/2014/main" id="{21741E3E-C23E-DABD-D3FA-77E471A7BC0D}"/>
              </a:ext>
            </a:extLst>
          </p:cNvPr>
          <p:cNvSpPr>
            <a:spLocks noGrp="1"/>
          </p:cNvSpPr>
          <p:nvPr>
            <p:ph type="body" sz="quarter" idx="42" hasCustomPrompt="1"/>
          </p:nvPr>
        </p:nvSpPr>
        <p:spPr>
          <a:xfrm>
            <a:off x="10011696" y="3949188"/>
            <a:ext cx="451022" cy="451022"/>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2"/>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b="1"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Tree>
    <p:extLst>
      <p:ext uri="{BB962C8B-B14F-4D97-AF65-F5344CB8AC3E}">
        <p14:creationId xmlns:p14="http://schemas.microsoft.com/office/powerpoint/2010/main" val="302174353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ozess 9 Step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332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8" name="Text Placeholder 16">
            <a:extLst>
              <a:ext uri="{FF2B5EF4-FFF2-40B4-BE49-F238E27FC236}">
                <a16:creationId xmlns:a16="http://schemas.microsoft.com/office/drawing/2014/main" id="{F0D2800D-68CB-45AF-67D6-C0392B3EC353}"/>
              </a:ext>
            </a:extLst>
          </p:cNvPr>
          <p:cNvSpPr>
            <a:spLocks noGrp="1"/>
          </p:cNvSpPr>
          <p:nvPr>
            <p:ph type="body" sz="quarter" idx="22"/>
          </p:nvPr>
        </p:nvSpPr>
        <p:spPr>
          <a:xfrm>
            <a:off x="4814637" y="17484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9" name="Text Placeholder 16">
            <a:extLst>
              <a:ext uri="{FF2B5EF4-FFF2-40B4-BE49-F238E27FC236}">
                <a16:creationId xmlns:a16="http://schemas.microsoft.com/office/drawing/2014/main" id="{492EB4FF-9460-8F79-30B9-3C87C6C40048}"/>
              </a:ext>
            </a:extLst>
          </p:cNvPr>
          <p:cNvSpPr>
            <a:spLocks noGrp="1"/>
          </p:cNvSpPr>
          <p:nvPr>
            <p:ph type="body" sz="quarter" idx="23"/>
          </p:nvPr>
        </p:nvSpPr>
        <p:spPr>
          <a:xfrm>
            <a:off x="4814637" y="31851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0" name="Text Placeholder 16">
            <a:extLst>
              <a:ext uri="{FF2B5EF4-FFF2-40B4-BE49-F238E27FC236}">
                <a16:creationId xmlns:a16="http://schemas.microsoft.com/office/drawing/2014/main" id="{0747A923-01E5-A69D-3308-341ECA888D1C}"/>
              </a:ext>
            </a:extLst>
          </p:cNvPr>
          <p:cNvSpPr>
            <a:spLocks noGrp="1"/>
          </p:cNvSpPr>
          <p:nvPr>
            <p:ph type="body" sz="quarter" idx="24"/>
          </p:nvPr>
        </p:nvSpPr>
        <p:spPr>
          <a:xfrm>
            <a:off x="4814637" y="46218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1" name="Text Placeholder 16">
            <a:extLst>
              <a:ext uri="{FF2B5EF4-FFF2-40B4-BE49-F238E27FC236}">
                <a16:creationId xmlns:a16="http://schemas.microsoft.com/office/drawing/2014/main" id="{405EC3E8-86AC-2EA4-B781-F8851B92D1AF}"/>
              </a:ext>
            </a:extLst>
          </p:cNvPr>
          <p:cNvSpPr>
            <a:spLocks noGrp="1"/>
          </p:cNvSpPr>
          <p:nvPr>
            <p:ph type="body" sz="quarter" idx="25"/>
          </p:nvPr>
        </p:nvSpPr>
        <p:spPr>
          <a:xfrm>
            <a:off x="8649730" y="17484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2" name="Text Placeholder 16">
            <a:extLst>
              <a:ext uri="{FF2B5EF4-FFF2-40B4-BE49-F238E27FC236}">
                <a16:creationId xmlns:a16="http://schemas.microsoft.com/office/drawing/2014/main" id="{754F135E-8324-E5AE-B43D-7B95F68D12C6}"/>
              </a:ext>
            </a:extLst>
          </p:cNvPr>
          <p:cNvSpPr>
            <a:spLocks noGrp="1"/>
          </p:cNvSpPr>
          <p:nvPr>
            <p:ph type="body" sz="quarter" idx="26"/>
          </p:nvPr>
        </p:nvSpPr>
        <p:spPr>
          <a:xfrm>
            <a:off x="8649730" y="31851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3" name="Text Placeholder 16">
            <a:extLst>
              <a:ext uri="{FF2B5EF4-FFF2-40B4-BE49-F238E27FC236}">
                <a16:creationId xmlns:a16="http://schemas.microsoft.com/office/drawing/2014/main" id="{77601EFC-7C5B-11BE-8747-0FD48BAFFEE4}"/>
              </a:ext>
            </a:extLst>
          </p:cNvPr>
          <p:cNvSpPr>
            <a:spLocks noGrp="1"/>
          </p:cNvSpPr>
          <p:nvPr>
            <p:ph type="body" sz="quarter" idx="27"/>
          </p:nvPr>
        </p:nvSpPr>
        <p:spPr>
          <a:xfrm>
            <a:off x="8649730" y="46218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5" name="Text Placeholder 16">
            <a:extLst>
              <a:ext uri="{FF2B5EF4-FFF2-40B4-BE49-F238E27FC236}">
                <a16:creationId xmlns:a16="http://schemas.microsoft.com/office/drawing/2014/main" id="{670D94DC-EEBD-550F-D2EB-AE9FABFCD632}"/>
              </a:ext>
            </a:extLst>
          </p:cNvPr>
          <p:cNvSpPr>
            <a:spLocks noGrp="1"/>
          </p:cNvSpPr>
          <p:nvPr>
            <p:ph type="body" sz="quarter" idx="19"/>
          </p:nvPr>
        </p:nvSpPr>
        <p:spPr>
          <a:xfrm>
            <a:off x="979547" y="17484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6" name="Text Placeholder 16">
            <a:extLst>
              <a:ext uri="{FF2B5EF4-FFF2-40B4-BE49-F238E27FC236}">
                <a16:creationId xmlns:a16="http://schemas.microsoft.com/office/drawing/2014/main" id="{77EE8942-E8B4-89A7-AAF0-BAB6C51C614B}"/>
              </a:ext>
            </a:extLst>
          </p:cNvPr>
          <p:cNvSpPr>
            <a:spLocks noGrp="1"/>
          </p:cNvSpPr>
          <p:nvPr>
            <p:ph type="body" sz="quarter" idx="20"/>
          </p:nvPr>
        </p:nvSpPr>
        <p:spPr>
          <a:xfrm>
            <a:off x="979547" y="31851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7" name="Text Placeholder 16">
            <a:extLst>
              <a:ext uri="{FF2B5EF4-FFF2-40B4-BE49-F238E27FC236}">
                <a16:creationId xmlns:a16="http://schemas.microsoft.com/office/drawing/2014/main" id="{DD458E60-B5CF-F0E4-6398-3425EF31F586}"/>
              </a:ext>
            </a:extLst>
          </p:cNvPr>
          <p:cNvSpPr>
            <a:spLocks noGrp="1"/>
          </p:cNvSpPr>
          <p:nvPr>
            <p:ph type="body" sz="quarter" idx="21"/>
          </p:nvPr>
        </p:nvSpPr>
        <p:spPr>
          <a:xfrm>
            <a:off x="979547" y="4621882"/>
            <a:ext cx="3104120" cy="126234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8">
            <a:extLst>
              <a:ext uri="{FF2B5EF4-FFF2-40B4-BE49-F238E27FC236}">
                <a16:creationId xmlns:a16="http://schemas.microsoft.com/office/drawing/2014/main" id="{D0899F01-F374-EA08-C103-46D7485231BA}"/>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8" name="Text Placeholder 7">
            <a:extLst>
              <a:ext uri="{FF2B5EF4-FFF2-40B4-BE49-F238E27FC236}">
                <a16:creationId xmlns:a16="http://schemas.microsoft.com/office/drawing/2014/main" id="{7C26321B-18FD-A340-EFC0-621F4F9F7148}"/>
              </a:ext>
            </a:extLst>
          </p:cNvPr>
          <p:cNvSpPr>
            <a:spLocks noGrp="1"/>
          </p:cNvSpPr>
          <p:nvPr>
            <p:ph type="body" sz="quarter" idx="35" hasCustomPrompt="1"/>
          </p:nvPr>
        </p:nvSpPr>
        <p:spPr>
          <a:xfrm>
            <a:off x="431800" y="21541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9" name="Text Placeholder 8">
            <a:extLst>
              <a:ext uri="{FF2B5EF4-FFF2-40B4-BE49-F238E27FC236}">
                <a16:creationId xmlns:a16="http://schemas.microsoft.com/office/drawing/2014/main" id="{CD9EA476-BE5D-59FC-D3DF-BB913955026E}"/>
              </a:ext>
            </a:extLst>
          </p:cNvPr>
          <p:cNvSpPr>
            <a:spLocks noGrp="1"/>
          </p:cNvSpPr>
          <p:nvPr>
            <p:ph type="body" sz="quarter" idx="36" hasCustomPrompt="1"/>
          </p:nvPr>
        </p:nvSpPr>
        <p:spPr>
          <a:xfrm>
            <a:off x="4266890" y="21541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0" name="Text Placeholder 9">
            <a:extLst>
              <a:ext uri="{FF2B5EF4-FFF2-40B4-BE49-F238E27FC236}">
                <a16:creationId xmlns:a16="http://schemas.microsoft.com/office/drawing/2014/main" id="{7355AAB8-FBB7-E87E-DC2E-F820DD0C866A}"/>
              </a:ext>
            </a:extLst>
          </p:cNvPr>
          <p:cNvSpPr>
            <a:spLocks noGrp="1"/>
          </p:cNvSpPr>
          <p:nvPr>
            <p:ph type="body" sz="quarter" idx="37" hasCustomPrompt="1"/>
          </p:nvPr>
        </p:nvSpPr>
        <p:spPr>
          <a:xfrm>
            <a:off x="8101983" y="21541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1" name="Text Placeholder 10">
            <a:extLst>
              <a:ext uri="{FF2B5EF4-FFF2-40B4-BE49-F238E27FC236}">
                <a16:creationId xmlns:a16="http://schemas.microsoft.com/office/drawing/2014/main" id="{26B7A1F9-079F-AC22-C7AA-E84273E6605F}"/>
              </a:ext>
            </a:extLst>
          </p:cNvPr>
          <p:cNvSpPr>
            <a:spLocks noGrp="1"/>
          </p:cNvSpPr>
          <p:nvPr>
            <p:ph type="body" sz="quarter" idx="38" hasCustomPrompt="1"/>
          </p:nvPr>
        </p:nvSpPr>
        <p:spPr>
          <a:xfrm>
            <a:off x="431800" y="35908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2" name="Text Placeholder 11">
            <a:extLst>
              <a:ext uri="{FF2B5EF4-FFF2-40B4-BE49-F238E27FC236}">
                <a16:creationId xmlns:a16="http://schemas.microsoft.com/office/drawing/2014/main" id="{899D07B4-8786-84D5-6225-0B23BD0577C9}"/>
              </a:ext>
            </a:extLst>
          </p:cNvPr>
          <p:cNvSpPr>
            <a:spLocks noGrp="1"/>
          </p:cNvSpPr>
          <p:nvPr>
            <p:ph type="body" sz="quarter" idx="39" hasCustomPrompt="1"/>
          </p:nvPr>
        </p:nvSpPr>
        <p:spPr>
          <a:xfrm>
            <a:off x="4266890" y="35908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3" name="Text Placeholder 12">
            <a:extLst>
              <a:ext uri="{FF2B5EF4-FFF2-40B4-BE49-F238E27FC236}">
                <a16:creationId xmlns:a16="http://schemas.microsoft.com/office/drawing/2014/main" id="{B524C83B-6C22-AE66-6CF1-95080318861B}"/>
              </a:ext>
            </a:extLst>
          </p:cNvPr>
          <p:cNvSpPr>
            <a:spLocks noGrp="1"/>
          </p:cNvSpPr>
          <p:nvPr>
            <p:ph type="body" sz="quarter" idx="40" hasCustomPrompt="1"/>
          </p:nvPr>
        </p:nvSpPr>
        <p:spPr>
          <a:xfrm>
            <a:off x="8101983" y="35908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4" name="Text Placeholder 13">
            <a:extLst>
              <a:ext uri="{FF2B5EF4-FFF2-40B4-BE49-F238E27FC236}">
                <a16:creationId xmlns:a16="http://schemas.microsoft.com/office/drawing/2014/main" id="{119FE24F-9ACB-BDDC-10F2-CDED2DAE4485}"/>
              </a:ext>
            </a:extLst>
          </p:cNvPr>
          <p:cNvSpPr>
            <a:spLocks noGrp="1"/>
          </p:cNvSpPr>
          <p:nvPr>
            <p:ph type="body" sz="quarter" idx="41" hasCustomPrompt="1"/>
          </p:nvPr>
        </p:nvSpPr>
        <p:spPr>
          <a:xfrm>
            <a:off x="431800" y="50275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5" name="Text Placeholder 14">
            <a:extLst>
              <a:ext uri="{FF2B5EF4-FFF2-40B4-BE49-F238E27FC236}">
                <a16:creationId xmlns:a16="http://schemas.microsoft.com/office/drawing/2014/main" id="{021D1CA5-1720-C094-E849-AFAAB833EDEC}"/>
              </a:ext>
            </a:extLst>
          </p:cNvPr>
          <p:cNvSpPr>
            <a:spLocks noGrp="1"/>
          </p:cNvSpPr>
          <p:nvPr>
            <p:ph type="body" sz="quarter" idx="42" hasCustomPrompt="1"/>
          </p:nvPr>
        </p:nvSpPr>
        <p:spPr>
          <a:xfrm>
            <a:off x="4266890" y="50275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16" name="Text Placeholder 15">
            <a:extLst>
              <a:ext uri="{FF2B5EF4-FFF2-40B4-BE49-F238E27FC236}">
                <a16:creationId xmlns:a16="http://schemas.microsoft.com/office/drawing/2014/main" id="{759BA760-DFB2-4704-436D-9E1E46B07BEB}"/>
              </a:ext>
            </a:extLst>
          </p:cNvPr>
          <p:cNvSpPr>
            <a:spLocks noGrp="1"/>
          </p:cNvSpPr>
          <p:nvPr>
            <p:ph type="body" sz="quarter" idx="43" hasCustomPrompt="1"/>
          </p:nvPr>
        </p:nvSpPr>
        <p:spPr>
          <a:xfrm>
            <a:off x="8101983" y="5027542"/>
            <a:ext cx="451021" cy="451021"/>
          </a:xfrm>
          <a:custGeom>
            <a:avLst/>
            <a:gdLst>
              <a:gd name="csX0" fmla="*/ 225511 w 451022"/>
              <a:gd name="csY0" fmla="*/ 0 h 451022"/>
              <a:gd name="csX1" fmla="*/ 451022 w 451022"/>
              <a:gd name="csY1" fmla="*/ 225511 h 451022"/>
              <a:gd name="csX2" fmla="*/ 225511 w 451022"/>
              <a:gd name="csY2" fmla="*/ 451022 h 451022"/>
              <a:gd name="csX3" fmla="*/ 0 w 451022"/>
              <a:gd name="csY3" fmla="*/ 225511 h 451022"/>
              <a:gd name="csX4" fmla="*/ 225511 w 451022"/>
              <a:gd name="csY4" fmla="*/ 0 h 451022"/>
            </a:gdLst>
            <a:ahLst/>
            <a:cxnLst>
              <a:cxn ang="0">
                <a:pos x="csX0" y="csY0"/>
              </a:cxn>
              <a:cxn ang="0">
                <a:pos x="csX1" y="csY1"/>
              </a:cxn>
              <a:cxn ang="0">
                <a:pos x="csX2" y="csY2"/>
              </a:cxn>
              <a:cxn ang="0">
                <a:pos x="csX3" y="csY3"/>
              </a:cxn>
              <a:cxn ang="0">
                <a:pos x="csX4" y="csY4"/>
              </a:cxn>
            </a:cxnLst>
            <a:rect l="l" t="t" r="r" b="b"/>
            <a:pathLst>
              <a:path w="451022" h="451022">
                <a:moveTo>
                  <a:pt x="225511" y="0"/>
                </a:moveTo>
                <a:cubicBezTo>
                  <a:pt x="350057" y="0"/>
                  <a:pt x="451022" y="100965"/>
                  <a:pt x="451022" y="225511"/>
                </a:cubicBezTo>
                <a:cubicBezTo>
                  <a:pt x="451022" y="350057"/>
                  <a:pt x="350057" y="451022"/>
                  <a:pt x="225511" y="451022"/>
                </a:cubicBezTo>
                <a:cubicBezTo>
                  <a:pt x="100965" y="451022"/>
                  <a:pt x="0" y="350057"/>
                  <a:pt x="0" y="225511"/>
                </a:cubicBezTo>
                <a:cubicBezTo>
                  <a:pt x="0" y="100965"/>
                  <a:pt x="100965" y="0"/>
                  <a:pt x="225511" y="0"/>
                </a:cubicBezTo>
                <a:close/>
              </a:path>
            </a:pathLst>
          </a:custGeom>
          <a:solidFill>
            <a:schemeClr val="accent1"/>
          </a:solidFill>
          <a:ln w="571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noAutofit/>
          </a:bodyPr>
          <a:lstStyle>
            <a:lvl1pPr marL="0" indent="0" algn="ctr">
              <a:lnSpc>
                <a:spcPct val="100000"/>
              </a:lnSpc>
              <a:buNone/>
              <a:defRPr lang="en-GB" sz="1800" b="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Tree>
    <p:extLst>
      <p:ext uri="{BB962C8B-B14F-4D97-AF65-F5344CB8AC3E}">
        <p14:creationId xmlns:p14="http://schemas.microsoft.com/office/powerpoint/2010/main" val="407477829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x Textbox">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716838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hteck 5">
            <a:extLst>
              <a:ext uri="{FF2B5EF4-FFF2-40B4-BE49-F238E27FC236}">
                <a16:creationId xmlns:a16="http://schemas.microsoft.com/office/drawing/2014/main" id="{56EE90DC-B314-0E11-9BE8-4CB138B815B9}"/>
              </a:ext>
            </a:extLst>
          </p:cNvPr>
          <p:cNvSpPr/>
          <p:nvPr userDrawn="1"/>
        </p:nvSpPr>
        <p:spPr>
          <a:xfrm>
            <a:off x="7241059" y="0"/>
            <a:ext cx="4950941" cy="6858000"/>
          </a:xfrm>
          <a:prstGeom prst="rect">
            <a:avLst/>
          </a:prstGeom>
          <a:solidFill>
            <a:srgbClr val="F1F5F6"/>
          </a:solidFill>
          <a:effectLst/>
        </p:spPr>
        <p:txBody>
          <a:bodyPr vert="horz" lIns="144000" tIns="144000" rIns="144000" bIns="144000" rtlCol="0">
            <a:noAutofit/>
          </a:bodyPr>
          <a:lstStyle/>
          <a:p>
            <a:pPr marL="228600" lvl="0" indent="-228600">
              <a:lnSpc>
                <a:spcPct val="90000"/>
              </a:lnSpc>
              <a:spcBef>
                <a:spcPts val="1000"/>
              </a:spcBef>
              <a:buClr>
                <a:schemeClr val="accent2"/>
              </a:buClr>
              <a:buFont typeface="Arial" panose="020B0604020202020204" pitchFamily="34" charset="0"/>
              <a:buChar char="•"/>
            </a:pPr>
            <a:endParaRPr lang="de-DE" sz="1400" b="0" dirty="0" err="1">
              <a:solidFill>
                <a:schemeClr val="tx1"/>
              </a:solidFill>
            </a:endParaRP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800" y="455313"/>
            <a:ext cx="6525592"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accent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pic>
        <p:nvPicPr>
          <p:cNvPr id="3" name="Grafik 3" descr="Ein Bild, das Grafiken, Screenshot, Kreis, Grafikdesign enthält.&#10;&#10;KI-generierte Inhalte können fehlerhaft sein.">
            <a:extLst>
              <a:ext uri="{FF2B5EF4-FFF2-40B4-BE49-F238E27FC236}">
                <a16:creationId xmlns:a16="http://schemas.microsoft.com/office/drawing/2014/main" id="{3A529401-064B-9E9F-FFE7-153D7727D26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089638" y="406399"/>
            <a:ext cx="733425" cy="733425"/>
          </a:xfrm>
          <a:prstGeom prst="rect">
            <a:avLst/>
          </a:prstGeom>
        </p:spPr>
      </p:pic>
      <p:sp>
        <p:nvSpPr>
          <p:cNvPr id="22" name="Text Placeholder 16">
            <a:extLst>
              <a:ext uri="{FF2B5EF4-FFF2-40B4-BE49-F238E27FC236}">
                <a16:creationId xmlns:a16="http://schemas.microsoft.com/office/drawing/2014/main" id="{30E70CD7-F3B7-DAB9-6A8D-3E90D911F428}"/>
              </a:ext>
            </a:extLst>
          </p:cNvPr>
          <p:cNvSpPr>
            <a:spLocks noGrp="1"/>
          </p:cNvSpPr>
          <p:nvPr>
            <p:ph type="body" sz="quarter" idx="24"/>
          </p:nvPr>
        </p:nvSpPr>
        <p:spPr>
          <a:xfrm>
            <a:off x="7679209" y="1489076"/>
            <a:ext cx="4074641" cy="465454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Inhaltsplatzhalter 10">
            <a:extLst>
              <a:ext uri="{FF2B5EF4-FFF2-40B4-BE49-F238E27FC236}">
                <a16:creationId xmlns:a16="http://schemas.microsoft.com/office/drawing/2014/main" id="{BBC32697-2449-1ADB-71F8-117DFCD3C246}"/>
              </a:ext>
            </a:extLst>
          </p:cNvPr>
          <p:cNvSpPr>
            <a:spLocks noGrp="1"/>
          </p:cNvSpPr>
          <p:nvPr>
            <p:ph sz="quarter" idx="25" hasCustomPrompt="1"/>
          </p:nvPr>
        </p:nvSpPr>
        <p:spPr>
          <a:xfrm>
            <a:off x="431800" y="1998133"/>
            <a:ext cx="6525592" cy="4145492"/>
          </a:xfrm>
        </p:spPr>
        <p:txBody>
          <a:bodyPr lIns="144000" tIns="144000" rIns="144000" bIns="144000">
            <a:noAutofit/>
          </a:bodyPr>
          <a:lstStyle>
            <a:lvl1pPr>
              <a:defRPr b="0" i="0">
                <a:latin typeface="Abadi ExtraLight" panose="020B0204020104020204" pitchFamily="34" charset="77"/>
              </a:defRPr>
            </a:lvl1pPr>
            <a:lvl2pPr>
              <a:defRPr b="0" i="0">
                <a:latin typeface="Abadi ExtraLight" panose="020B0204020104020204" pitchFamily="34" charset="77"/>
              </a:defRPr>
            </a:lvl2pPr>
            <a:lvl3pPr>
              <a:defRPr b="0" i="0">
                <a:latin typeface="Abadi ExtraLight" panose="020B0204020104020204" pitchFamily="34" charset="77"/>
              </a:defRPr>
            </a:lvl3pPr>
            <a:lvl4pPr>
              <a:defRPr b="0" i="0">
                <a:latin typeface="Abadi ExtraLight" panose="020B0204020104020204" pitchFamily="34" charset="77"/>
              </a:defRPr>
            </a:lvl4pPr>
            <a:lvl5pPr>
              <a:defRPr b="0" i="0">
                <a:latin typeface="Abadi ExtraLight" panose="020B0204020104020204" pitchFamily="34" charset="77"/>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 Placeholder 10">
            <a:extLst>
              <a:ext uri="{FF2B5EF4-FFF2-40B4-BE49-F238E27FC236}">
                <a16:creationId xmlns:a16="http://schemas.microsoft.com/office/drawing/2014/main" id="{6EFB9E62-B1C3-4750-FC04-BE893C282CBE}"/>
              </a:ext>
            </a:extLst>
          </p:cNvPr>
          <p:cNvSpPr>
            <a:spLocks noGrp="1"/>
          </p:cNvSpPr>
          <p:nvPr>
            <p:ph type="body" sz="quarter" idx="12" hasCustomPrompt="1"/>
          </p:nvPr>
        </p:nvSpPr>
        <p:spPr>
          <a:xfrm>
            <a:off x="431800" y="1489076"/>
            <a:ext cx="652559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4" name="Text Placeholder 8">
            <a:extLst>
              <a:ext uri="{FF2B5EF4-FFF2-40B4-BE49-F238E27FC236}">
                <a16:creationId xmlns:a16="http://schemas.microsoft.com/office/drawing/2014/main" id="{11A19292-9B59-A883-A0B5-32C682A8482B}"/>
              </a:ext>
            </a:extLst>
          </p:cNvPr>
          <p:cNvSpPr>
            <a:spLocks noGrp="1"/>
          </p:cNvSpPr>
          <p:nvPr>
            <p:ph type="body" sz="quarter" idx="26" hasCustomPrompt="1"/>
          </p:nvPr>
        </p:nvSpPr>
        <p:spPr>
          <a:xfrm>
            <a:off x="431799" y="208228"/>
            <a:ext cx="6525593"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410430597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Textfeld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16789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6">
            <a:extLst>
              <a:ext uri="{FF2B5EF4-FFF2-40B4-BE49-F238E27FC236}">
                <a16:creationId xmlns:a16="http://schemas.microsoft.com/office/drawing/2014/main" id="{BE30BC64-1883-75D8-C8FC-CB118E113C9F}"/>
              </a:ext>
            </a:extLst>
          </p:cNvPr>
          <p:cNvSpPr>
            <a:spLocks noGrp="1"/>
          </p:cNvSpPr>
          <p:nvPr>
            <p:ph type="body" sz="quarter" idx="19"/>
          </p:nvPr>
        </p:nvSpPr>
        <p:spPr>
          <a:xfrm>
            <a:off x="438150" y="1489075"/>
            <a:ext cx="7270589" cy="46545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chemeClr val="bg1"/>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16">
            <a:extLst>
              <a:ext uri="{FF2B5EF4-FFF2-40B4-BE49-F238E27FC236}">
                <a16:creationId xmlns:a16="http://schemas.microsoft.com/office/drawing/2014/main" id="{E1F62377-C87D-84FA-AD7E-015A0C6121D9}"/>
              </a:ext>
            </a:extLst>
          </p:cNvPr>
          <p:cNvSpPr>
            <a:spLocks noGrp="1"/>
          </p:cNvSpPr>
          <p:nvPr>
            <p:ph type="body" sz="quarter" idx="20"/>
          </p:nvPr>
        </p:nvSpPr>
        <p:spPr>
          <a:xfrm>
            <a:off x="8094330" y="1489075"/>
            <a:ext cx="3659519" cy="46545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ext Placeholder 8">
            <a:extLst>
              <a:ext uri="{FF2B5EF4-FFF2-40B4-BE49-F238E27FC236}">
                <a16:creationId xmlns:a16="http://schemas.microsoft.com/office/drawing/2014/main" id="{11EFBC9E-5F4F-9B16-D755-F1CA70028582}"/>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129360409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x Textbox + Bullet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7373771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8C37D8BA-C903-EDA2-09D4-C2769A1818E9}"/>
              </a:ext>
            </a:extLst>
          </p:cNvPr>
          <p:cNvSpPr>
            <a:spLocks noGrp="1"/>
          </p:cNvSpPr>
          <p:nvPr>
            <p:ph type="body" sz="quarter" idx="11" hasCustomPrompt="1"/>
          </p:nvPr>
        </p:nvSpPr>
        <p:spPr>
          <a:xfrm>
            <a:off x="431800"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Text Placeholder 14">
            <a:extLst>
              <a:ext uri="{FF2B5EF4-FFF2-40B4-BE49-F238E27FC236}">
                <a16:creationId xmlns:a16="http://schemas.microsoft.com/office/drawing/2014/main" id="{910FB656-26A7-405F-DB6D-888C52AD17AA}"/>
              </a:ext>
            </a:extLst>
          </p:cNvPr>
          <p:cNvSpPr>
            <a:spLocks noGrp="1"/>
          </p:cNvSpPr>
          <p:nvPr>
            <p:ph type="body" sz="quarter" idx="12" hasCustomPrompt="1"/>
          </p:nvPr>
        </p:nvSpPr>
        <p:spPr>
          <a:xfrm>
            <a:off x="6171012"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7" name="Text Placeholder 16">
            <a:extLst>
              <a:ext uri="{FF2B5EF4-FFF2-40B4-BE49-F238E27FC236}">
                <a16:creationId xmlns:a16="http://schemas.microsoft.com/office/drawing/2014/main" id="{A7622C4F-4877-2F8D-B096-16948E447997}"/>
              </a:ext>
            </a:extLst>
          </p:cNvPr>
          <p:cNvSpPr>
            <a:spLocks noGrp="1"/>
          </p:cNvSpPr>
          <p:nvPr>
            <p:ph type="body" sz="quarter" idx="19"/>
          </p:nvPr>
        </p:nvSpPr>
        <p:spPr>
          <a:xfrm>
            <a:off x="438150" y="1990863"/>
            <a:ext cx="5582838" cy="415276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17">
            <a:extLst>
              <a:ext uri="{FF2B5EF4-FFF2-40B4-BE49-F238E27FC236}">
                <a16:creationId xmlns:a16="http://schemas.microsoft.com/office/drawing/2014/main" id="{BB0AC3F7-B87A-1BC3-1B26-B8CAE3178F56}"/>
              </a:ext>
            </a:extLst>
          </p:cNvPr>
          <p:cNvSpPr>
            <a:spLocks noGrp="1"/>
          </p:cNvSpPr>
          <p:nvPr>
            <p:ph type="body" sz="quarter" idx="20"/>
          </p:nvPr>
        </p:nvSpPr>
        <p:spPr>
          <a:xfrm>
            <a:off x="6171012" y="1990863"/>
            <a:ext cx="5582838" cy="253986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8">
            <a:extLst>
              <a:ext uri="{FF2B5EF4-FFF2-40B4-BE49-F238E27FC236}">
                <a16:creationId xmlns:a16="http://schemas.microsoft.com/office/drawing/2014/main" id="{BA94FA9B-E83D-C726-6F77-724BBEB7456D}"/>
              </a:ext>
            </a:extLst>
          </p:cNvPr>
          <p:cNvSpPr>
            <a:spLocks noGrp="1"/>
          </p:cNvSpPr>
          <p:nvPr>
            <p:ph type="body" sz="quarter" idx="21"/>
          </p:nvPr>
        </p:nvSpPr>
        <p:spPr>
          <a:xfrm>
            <a:off x="6171012" y="4601945"/>
            <a:ext cx="5582838" cy="73522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828000" tIns="144000" rIns="144000" bIns="144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0" name="Text Placeholder 19">
            <a:extLst>
              <a:ext uri="{FF2B5EF4-FFF2-40B4-BE49-F238E27FC236}">
                <a16:creationId xmlns:a16="http://schemas.microsoft.com/office/drawing/2014/main" id="{323946B7-4BE6-3BFD-679A-E239453439F3}"/>
              </a:ext>
            </a:extLst>
          </p:cNvPr>
          <p:cNvSpPr>
            <a:spLocks noGrp="1"/>
          </p:cNvSpPr>
          <p:nvPr>
            <p:ph type="body" sz="quarter" idx="22"/>
          </p:nvPr>
        </p:nvSpPr>
        <p:spPr>
          <a:xfrm>
            <a:off x="6171012" y="5408398"/>
            <a:ext cx="5582838" cy="73522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828000" tIns="144000" rIns="144000" bIns="144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9" name="Text Placeholder 10">
            <a:extLst>
              <a:ext uri="{FF2B5EF4-FFF2-40B4-BE49-F238E27FC236}">
                <a16:creationId xmlns:a16="http://schemas.microsoft.com/office/drawing/2014/main" id="{3E5205D4-51AD-8297-155A-96EABD0302BB}"/>
              </a:ext>
            </a:extLst>
          </p:cNvPr>
          <p:cNvSpPr>
            <a:spLocks noGrp="1"/>
          </p:cNvSpPr>
          <p:nvPr>
            <p:ph type="body" sz="quarter" idx="26" hasCustomPrompt="1"/>
          </p:nvPr>
        </p:nvSpPr>
        <p:spPr>
          <a:xfrm>
            <a:off x="6263483" y="4684207"/>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33" name="Text Placeholder 10">
            <a:extLst>
              <a:ext uri="{FF2B5EF4-FFF2-40B4-BE49-F238E27FC236}">
                <a16:creationId xmlns:a16="http://schemas.microsoft.com/office/drawing/2014/main" id="{2C415D3C-0E01-A9C8-1CD9-209B51A7D9A6}"/>
              </a:ext>
            </a:extLst>
          </p:cNvPr>
          <p:cNvSpPr>
            <a:spLocks noGrp="1"/>
          </p:cNvSpPr>
          <p:nvPr>
            <p:ph type="body" sz="quarter" idx="27" hasCustomPrompt="1"/>
          </p:nvPr>
        </p:nvSpPr>
        <p:spPr>
          <a:xfrm>
            <a:off x="6263483" y="5490660"/>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3" name="Text Placeholder 5">
            <a:extLst>
              <a:ext uri="{FF2B5EF4-FFF2-40B4-BE49-F238E27FC236}">
                <a16:creationId xmlns:a16="http://schemas.microsoft.com/office/drawing/2014/main" id="{00378495-06F2-E539-0CEF-31C9C6554F3C}"/>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5" name="Rectangle 4">
            <a:extLst>
              <a:ext uri="{FF2B5EF4-FFF2-40B4-BE49-F238E27FC236}">
                <a16:creationId xmlns:a16="http://schemas.microsoft.com/office/drawing/2014/main" id="{AD97CE1D-2C12-3AAD-E757-3588E7377913}"/>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9" name="Footer Placeholder 6">
            <a:extLst>
              <a:ext uri="{FF2B5EF4-FFF2-40B4-BE49-F238E27FC236}">
                <a16:creationId xmlns:a16="http://schemas.microsoft.com/office/drawing/2014/main" id="{E9B29BDA-E23F-AFA2-4172-CAD0D5525FF4}"/>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8">
            <a:extLst>
              <a:ext uri="{FF2B5EF4-FFF2-40B4-BE49-F238E27FC236}">
                <a16:creationId xmlns:a16="http://schemas.microsoft.com/office/drawing/2014/main" id="{D14855ED-4DE6-D57B-44A6-048935CA1A2A}"/>
              </a:ext>
            </a:extLst>
          </p:cNvPr>
          <p:cNvSpPr>
            <a:spLocks noGrp="1"/>
          </p:cNvSpPr>
          <p:nvPr>
            <p:ph type="body" sz="quarter" idx="29"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799298700"/>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 Themenfelder">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691892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 Placeholder 16">
            <a:extLst>
              <a:ext uri="{FF2B5EF4-FFF2-40B4-BE49-F238E27FC236}">
                <a16:creationId xmlns:a16="http://schemas.microsoft.com/office/drawing/2014/main" id="{E3F6D81A-068F-4E01-D965-6AD31117CEDF}"/>
              </a:ext>
            </a:extLst>
          </p:cNvPr>
          <p:cNvSpPr>
            <a:spLocks noGrp="1"/>
          </p:cNvSpPr>
          <p:nvPr>
            <p:ph type="body" sz="quarter" idx="19"/>
          </p:nvPr>
        </p:nvSpPr>
        <p:spPr>
          <a:xfrm>
            <a:off x="43180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2" name="Text Placeholder 16">
            <a:extLst>
              <a:ext uri="{FF2B5EF4-FFF2-40B4-BE49-F238E27FC236}">
                <a16:creationId xmlns:a16="http://schemas.microsoft.com/office/drawing/2014/main" id="{0ED3D1F2-DB2A-0655-7E5A-643559918F8B}"/>
              </a:ext>
            </a:extLst>
          </p:cNvPr>
          <p:cNvSpPr>
            <a:spLocks noGrp="1"/>
          </p:cNvSpPr>
          <p:nvPr>
            <p:ph type="body" sz="quarter" idx="21"/>
          </p:nvPr>
        </p:nvSpPr>
        <p:spPr>
          <a:xfrm>
            <a:off x="235226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4" name="Text Placeholder 16">
            <a:extLst>
              <a:ext uri="{FF2B5EF4-FFF2-40B4-BE49-F238E27FC236}">
                <a16:creationId xmlns:a16="http://schemas.microsoft.com/office/drawing/2014/main" id="{6E815771-844B-67AF-CFBC-38D4ED8680A3}"/>
              </a:ext>
            </a:extLst>
          </p:cNvPr>
          <p:cNvSpPr>
            <a:spLocks noGrp="1"/>
          </p:cNvSpPr>
          <p:nvPr>
            <p:ph type="body" sz="quarter" idx="23"/>
          </p:nvPr>
        </p:nvSpPr>
        <p:spPr>
          <a:xfrm>
            <a:off x="427272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6" name="Text Placeholder 16">
            <a:extLst>
              <a:ext uri="{FF2B5EF4-FFF2-40B4-BE49-F238E27FC236}">
                <a16:creationId xmlns:a16="http://schemas.microsoft.com/office/drawing/2014/main" id="{5336F2FB-4FE0-E7B8-A80F-4EF89828EDF4}"/>
              </a:ext>
            </a:extLst>
          </p:cNvPr>
          <p:cNvSpPr>
            <a:spLocks noGrp="1"/>
          </p:cNvSpPr>
          <p:nvPr>
            <p:ph type="body" sz="quarter" idx="25"/>
          </p:nvPr>
        </p:nvSpPr>
        <p:spPr>
          <a:xfrm>
            <a:off x="619318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6">
            <a:extLst>
              <a:ext uri="{FF2B5EF4-FFF2-40B4-BE49-F238E27FC236}">
                <a16:creationId xmlns:a16="http://schemas.microsoft.com/office/drawing/2014/main" id="{8E2B77C6-C897-122C-860B-AA7A2D38C13A}"/>
              </a:ext>
            </a:extLst>
          </p:cNvPr>
          <p:cNvSpPr>
            <a:spLocks noGrp="1"/>
          </p:cNvSpPr>
          <p:nvPr>
            <p:ph type="body" sz="quarter" idx="27"/>
          </p:nvPr>
        </p:nvSpPr>
        <p:spPr>
          <a:xfrm>
            <a:off x="8113640"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0" name="Text Placeholder 16">
            <a:extLst>
              <a:ext uri="{FF2B5EF4-FFF2-40B4-BE49-F238E27FC236}">
                <a16:creationId xmlns:a16="http://schemas.microsoft.com/office/drawing/2014/main" id="{AC6D3D9D-7659-B3F1-41C7-AF90481DAE9E}"/>
              </a:ext>
            </a:extLst>
          </p:cNvPr>
          <p:cNvSpPr>
            <a:spLocks noGrp="1"/>
          </p:cNvSpPr>
          <p:nvPr>
            <p:ph type="body" sz="quarter" idx="29"/>
          </p:nvPr>
        </p:nvSpPr>
        <p:spPr>
          <a:xfrm>
            <a:off x="10034102" y="3316406"/>
            <a:ext cx="1719748" cy="282722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08000" tIns="144000" rIns="72000" bIns="144000" rtlCol="0">
            <a:noAutofit/>
          </a:bodyPr>
          <a:lstStyle>
            <a:lvl1pPr>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7" name="Text Placeholder 10">
            <a:extLst>
              <a:ext uri="{FF2B5EF4-FFF2-40B4-BE49-F238E27FC236}">
                <a16:creationId xmlns:a16="http://schemas.microsoft.com/office/drawing/2014/main" id="{755976B4-798F-340D-99B8-A5D1D5A1B7F2}"/>
              </a:ext>
            </a:extLst>
          </p:cNvPr>
          <p:cNvSpPr>
            <a:spLocks noGrp="1"/>
          </p:cNvSpPr>
          <p:nvPr>
            <p:ph type="body" sz="quarter" idx="12" hasCustomPrompt="1"/>
          </p:nvPr>
        </p:nvSpPr>
        <p:spPr>
          <a:xfrm>
            <a:off x="43180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8" name="Text Placeholder 10">
            <a:extLst>
              <a:ext uri="{FF2B5EF4-FFF2-40B4-BE49-F238E27FC236}">
                <a16:creationId xmlns:a16="http://schemas.microsoft.com/office/drawing/2014/main" id="{BD970F02-5710-F073-687A-86552F515A43}"/>
              </a:ext>
            </a:extLst>
          </p:cNvPr>
          <p:cNvSpPr>
            <a:spLocks noGrp="1"/>
          </p:cNvSpPr>
          <p:nvPr>
            <p:ph type="body" sz="quarter" idx="13" hasCustomPrompt="1"/>
          </p:nvPr>
        </p:nvSpPr>
        <p:spPr>
          <a:xfrm>
            <a:off x="235226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0" name="Text Placeholder 10">
            <a:extLst>
              <a:ext uri="{FF2B5EF4-FFF2-40B4-BE49-F238E27FC236}">
                <a16:creationId xmlns:a16="http://schemas.microsoft.com/office/drawing/2014/main" id="{25D89553-D464-6514-2A9E-FBCC85E36D86}"/>
              </a:ext>
            </a:extLst>
          </p:cNvPr>
          <p:cNvSpPr>
            <a:spLocks noGrp="1"/>
          </p:cNvSpPr>
          <p:nvPr>
            <p:ph type="body" sz="quarter" idx="14" hasCustomPrompt="1"/>
          </p:nvPr>
        </p:nvSpPr>
        <p:spPr>
          <a:xfrm>
            <a:off x="427272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Text Placeholder 10">
            <a:extLst>
              <a:ext uri="{FF2B5EF4-FFF2-40B4-BE49-F238E27FC236}">
                <a16:creationId xmlns:a16="http://schemas.microsoft.com/office/drawing/2014/main" id="{A88A9E96-B149-BACB-0D25-1FD8671FE96E}"/>
              </a:ext>
            </a:extLst>
          </p:cNvPr>
          <p:cNvSpPr>
            <a:spLocks noGrp="1"/>
          </p:cNvSpPr>
          <p:nvPr>
            <p:ph type="body" sz="quarter" idx="15" hasCustomPrompt="1"/>
          </p:nvPr>
        </p:nvSpPr>
        <p:spPr>
          <a:xfrm>
            <a:off x="619318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166C46BD-6726-CE2E-2FF1-FA13EEA05B3E}"/>
              </a:ext>
            </a:extLst>
          </p:cNvPr>
          <p:cNvSpPr>
            <a:spLocks noGrp="1"/>
          </p:cNvSpPr>
          <p:nvPr>
            <p:ph type="body" sz="quarter" idx="16" hasCustomPrompt="1"/>
          </p:nvPr>
        </p:nvSpPr>
        <p:spPr>
          <a:xfrm>
            <a:off x="8113640"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8" name="Text Placeholder 10">
            <a:extLst>
              <a:ext uri="{FF2B5EF4-FFF2-40B4-BE49-F238E27FC236}">
                <a16:creationId xmlns:a16="http://schemas.microsoft.com/office/drawing/2014/main" id="{E6C3DFC5-E5AD-365F-8620-111DF055E24D}"/>
              </a:ext>
            </a:extLst>
          </p:cNvPr>
          <p:cNvSpPr>
            <a:spLocks noGrp="1"/>
          </p:cNvSpPr>
          <p:nvPr>
            <p:ph type="body" sz="quarter" idx="17" hasCustomPrompt="1"/>
          </p:nvPr>
        </p:nvSpPr>
        <p:spPr>
          <a:xfrm>
            <a:off x="10034102" y="1489076"/>
            <a:ext cx="171974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 name="Bildplatzhalter 2">
            <a:extLst>
              <a:ext uri="{FF2B5EF4-FFF2-40B4-BE49-F238E27FC236}">
                <a16:creationId xmlns:a16="http://schemas.microsoft.com/office/drawing/2014/main" id="{DD88E641-C49E-590C-BA17-66A4C13C40DA}"/>
              </a:ext>
            </a:extLst>
          </p:cNvPr>
          <p:cNvSpPr>
            <a:spLocks noGrp="1"/>
          </p:cNvSpPr>
          <p:nvPr>
            <p:ph type="pic" sz="quarter" idx="30"/>
          </p:nvPr>
        </p:nvSpPr>
        <p:spPr>
          <a:xfrm>
            <a:off x="431800" y="1906704"/>
            <a:ext cx="1719263" cy="1235075"/>
          </a:xfrm>
        </p:spPr>
        <p:txBody>
          <a:bodyPr>
            <a:noAutofit/>
          </a:bodyPr>
          <a:lstStyle/>
          <a:p>
            <a:endParaRPr lang="de-DE"/>
          </a:p>
        </p:txBody>
      </p:sp>
      <p:sp>
        <p:nvSpPr>
          <p:cNvPr id="11" name="Bildplatzhalter 2">
            <a:extLst>
              <a:ext uri="{FF2B5EF4-FFF2-40B4-BE49-F238E27FC236}">
                <a16:creationId xmlns:a16="http://schemas.microsoft.com/office/drawing/2014/main" id="{8EA35AC3-01F6-D71D-D750-91D239B2D30A}"/>
              </a:ext>
            </a:extLst>
          </p:cNvPr>
          <p:cNvSpPr>
            <a:spLocks noGrp="1"/>
          </p:cNvSpPr>
          <p:nvPr>
            <p:ph type="pic" sz="quarter" idx="31"/>
          </p:nvPr>
        </p:nvSpPr>
        <p:spPr>
          <a:xfrm>
            <a:off x="2352745" y="1906704"/>
            <a:ext cx="1719263" cy="1235075"/>
          </a:xfrm>
        </p:spPr>
        <p:txBody>
          <a:bodyPr>
            <a:noAutofit/>
          </a:bodyPr>
          <a:lstStyle/>
          <a:p>
            <a:endParaRPr lang="de-DE"/>
          </a:p>
        </p:txBody>
      </p:sp>
      <p:sp>
        <p:nvSpPr>
          <p:cNvPr id="12" name="Bildplatzhalter 2">
            <a:extLst>
              <a:ext uri="{FF2B5EF4-FFF2-40B4-BE49-F238E27FC236}">
                <a16:creationId xmlns:a16="http://schemas.microsoft.com/office/drawing/2014/main" id="{C7318059-C043-8489-CB8E-967E81D44295}"/>
              </a:ext>
            </a:extLst>
          </p:cNvPr>
          <p:cNvSpPr>
            <a:spLocks noGrp="1"/>
          </p:cNvSpPr>
          <p:nvPr>
            <p:ph type="pic" sz="quarter" idx="32"/>
          </p:nvPr>
        </p:nvSpPr>
        <p:spPr>
          <a:xfrm>
            <a:off x="4273690" y="1906704"/>
            <a:ext cx="1719263" cy="1235075"/>
          </a:xfrm>
        </p:spPr>
        <p:txBody>
          <a:bodyPr>
            <a:noAutofit/>
          </a:bodyPr>
          <a:lstStyle/>
          <a:p>
            <a:endParaRPr lang="de-DE"/>
          </a:p>
        </p:txBody>
      </p:sp>
      <p:sp>
        <p:nvSpPr>
          <p:cNvPr id="13" name="Bildplatzhalter 2">
            <a:extLst>
              <a:ext uri="{FF2B5EF4-FFF2-40B4-BE49-F238E27FC236}">
                <a16:creationId xmlns:a16="http://schemas.microsoft.com/office/drawing/2014/main" id="{A9493FC7-1E39-154D-A78F-4D5A2B2C76D4}"/>
              </a:ext>
            </a:extLst>
          </p:cNvPr>
          <p:cNvSpPr>
            <a:spLocks noGrp="1"/>
          </p:cNvSpPr>
          <p:nvPr>
            <p:ph type="pic" sz="quarter" idx="33"/>
          </p:nvPr>
        </p:nvSpPr>
        <p:spPr>
          <a:xfrm>
            <a:off x="6194635" y="1906704"/>
            <a:ext cx="1719263" cy="1235075"/>
          </a:xfrm>
        </p:spPr>
        <p:txBody>
          <a:bodyPr>
            <a:noAutofit/>
          </a:bodyPr>
          <a:lstStyle/>
          <a:p>
            <a:endParaRPr lang="de-DE"/>
          </a:p>
        </p:txBody>
      </p:sp>
      <p:sp>
        <p:nvSpPr>
          <p:cNvPr id="14" name="Bildplatzhalter 2">
            <a:extLst>
              <a:ext uri="{FF2B5EF4-FFF2-40B4-BE49-F238E27FC236}">
                <a16:creationId xmlns:a16="http://schemas.microsoft.com/office/drawing/2014/main" id="{D01D5E8D-8165-BB43-4029-83E1876FF4F5}"/>
              </a:ext>
            </a:extLst>
          </p:cNvPr>
          <p:cNvSpPr>
            <a:spLocks noGrp="1"/>
          </p:cNvSpPr>
          <p:nvPr>
            <p:ph type="pic" sz="quarter" idx="34"/>
          </p:nvPr>
        </p:nvSpPr>
        <p:spPr>
          <a:xfrm>
            <a:off x="8115580" y="1906704"/>
            <a:ext cx="1719263" cy="1235075"/>
          </a:xfrm>
        </p:spPr>
        <p:txBody>
          <a:bodyPr>
            <a:noAutofit/>
          </a:bodyPr>
          <a:lstStyle/>
          <a:p>
            <a:endParaRPr lang="de-DE"/>
          </a:p>
        </p:txBody>
      </p:sp>
      <p:sp>
        <p:nvSpPr>
          <p:cNvPr id="21" name="Bildplatzhalter 2">
            <a:extLst>
              <a:ext uri="{FF2B5EF4-FFF2-40B4-BE49-F238E27FC236}">
                <a16:creationId xmlns:a16="http://schemas.microsoft.com/office/drawing/2014/main" id="{6D34065B-352A-87E7-DD6A-B41C71197346}"/>
              </a:ext>
            </a:extLst>
          </p:cNvPr>
          <p:cNvSpPr>
            <a:spLocks noGrp="1"/>
          </p:cNvSpPr>
          <p:nvPr>
            <p:ph type="pic" sz="quarter" idx="35"/>
          </p:nvPr>
        </p:nvSpPr>
        <p:spPr>
          <a:xfrm>
            <a:off x="10036525" y="1906704"/>
            <a:ext cx="1719263" cy="1235075"/>
          </a:xfrm>
        </p:spPr>
        <p:txBody>
          <a:bodyPr>
            <a:noAutofit/>
          </a:bodyPr>
          <a:lstStyle/>
          <a:p>
            <a:endParaRPr lang="de-DE"/>
          </a:p>
        </p:txBody>
      </p:sp>
      <p:sp>
        <p:nvSpPr>
          <p:cNvPr id="32" name="Text Placeholder 8">
            <a:extLst>
              <a:ext uri="{FF2B5EF4-FFF2-40B4-BE49-F238E27FC236}">
                <a16:creationId xmlns:a16="http://schemas.microsoft.com/office/drawing/2014/main" id="{B5E0AF76-5719-607A-99DE-EFAFFCA22AFC}"/>
              </a:ext>
            </a:extLst>
          </p:cNvPr>
          <p:cNvSpPr>
            <a:spLocks noGrp="1"/>
          </p:cNvSpPr>
          <p:nvPr>
            <p:ph type="body" sz="quarter" idx="36"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33767526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box + 4 Themen">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1907154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Text Placeholder 23">
            <a:extLst>
              <a:ext uri="{FF2B5EF4-FFF2-40B4-BE49-F238E27FC236}">
                <a16:creationId xmlns:a16="http://schemas.microsoft.com/office/drawing/2014/main" id="{90DF7181-789F-87AF-973A-8D31A6C40EE7}"/>
              </a:ext>
            </a:extLst>
          </p:cNvPr>
          <p:cNvSpPr>
            <a:spLocks noGrp="1"/>
          </p:cNvSpPr>
          <p:nvPr>
            <p:ph type="body" sz="quarter" idx="19"/>
          </p:nvPr>
        </p:nvSpPr>
        <p:spPr>
          <a:xfrm>
            <a:off x="5607050" y="2829169"/>
            <a:ext cx="2984512" cy="1287011"/>
          </a:xfrm>
          <a:custGeom>
            <a:avLst/>
            <a:gdLst>
              <a:gd name="connsiteX0" fmla="*/ 0 w 2984512"/>
              <a:gd name="connsiteY0" fmla="*/ 0 h 1379330"/>
              <a:gd name="connsiteX1" fmla="*/ 2984512 w 2984512"/>
              <a:gd name="connsiteY1" fmla="*/ 0 h 1379330"/>
              <a:gd name="connsiteX2" fmla="*/ 2984512 w 2984512"/>
              <a:gd name="connsiteY2" fmla="*/ 1379330 h 1379330"/>
              <a:gd name="connsiteX3" fmla="*/ 0 w 2984512"/>
              <a:gd name="connsiteY3" fmla="*/ 1379330 h 1379330"/>
            </a:gdLst>
            <a:ahLst/>
            <a:cxnLst>
              <a:cxn ang="0">
                <a:pos x="connsiteX0" y="connsiteY0"/>
              </a:cxn>
              <a:cxn ang="0">
                <a:pos x="connsiteX1" y="connsiteY1"/>
              </a:cxn>
              <a:cxn ang="0">
                <a:pos x="connsiteX2" y="connsiteY2"/>
              </a:cxn>
              <a:cxn ang="0">
                <a:pos x="connsiteX3" y="connsiteY3"/>
              </a:cxn>
            </a:cxnLst>
            <a:rect l="l" t="t" r="r" b="b"/>
            <a:pathLst>
              <a:path w="2984512" h="1379330">
                <a:moveTo>
                  <a:pt x="0" y="0"/>
                </a:moveTo>
                <a:lnTo>
                  <a:pt x="2984512" y="0"/>
                </a:lnTo>
                <a:lnTo>
                  <a:pt x="2984512" y="1379330"/>
                </a:lnTo>
                <a:lnTo>
                  <a:pt x="0" y="1379330"/>
                </a:lnTo>
                <a:close/>
              </a:path>
            </a:pathLst>
          </a:custGeom>
          <a:solidFill>
            <a:srgbClr val="F1F5F6"/>
          </a:solidFill>
          <a:effectLst/>
        </p:spPr>
        <p:txBody>
          <a:bodyPr vert="horz" wrap="square" lIns="144000" tIns="144000" rIns="144000" bIns="144000" rtlCol="0" anchor="ctr">
            <a:noAutofit/>
          </a:bodyPr>
          <a:lstStyle>
            <a:lvl1pPr marL="0" indent="0" algn="ctr">
              <a:buNone/>
              <a:defRPr lang="en-US" b="0" i="0" smtClean="0">
                <a:latin typeface="Abadi ExtraLight" panose="020B0204020104020204" pitchFamily="34" charset="77"/>
              </a:defRPr>
            </a:lvl1pPr>
            <a:lvl2pPr marL="0" indent="0" algn="ctr">
              <a:buNone/>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 name="Rectangle 1">
            <a:extLst>
              <a:ext uri="{FF2B5EF4-FFF2-40B4-BE49-F238E27FC236}">
                <a16:creationId xmlns:a16="http://schemas.microsoft.com/office/drawing/2014/main" id="{5EEE55DF-BA76-BDE1-EB61-3600924BF0F1}"/>
              </a:ext>
            </a:extLst>
          </p:cNvPr>
          <p:cNvSpPr/>
          <p:nvPr userDrawn="1"/>
        </p:nvSpPr>
        <p:spPr>
          <a:xfrm>
            <a:off x="0" y="0"/>
            <a:ext cx="12192000" cy="1911350"/>
          </a:xfrm>
          <a:prstGeom prst="rect">
            <a:avLst/>
          </a:prstGeom>
          <a:solidFill>
            <a:srgbClr val="F1F5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tx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1" name="Text Placeholder 10">
            <a:extLst>
              <a:ext uri="{FF2B5EF4-FFF2-40B4-BE49-F238E27FC236}">
                <a16:creationId xmlns:a16="http://schemas.microsoft.com/office/drawing/2014/main" id="{6850CAF0-9C2D-EDFD-9743-7F7B5CADEC2B}"/>
              </a:ext>
            </a:extLst>
          </p:cNvPr>
          <p:cNvSpPr>
            <a:spLocks noGrp="1"/>
          </p:cNvSpPr>
          <p:nvPr>
            <p:ph type="body" sz="quarter" idx="13"/>
          </p:nvPr>
        </p:nvSpPr>
        <p:spPr>
          <a:xfrm>
            <a:off x="431800" y="2273300"/>
            <a:ext cx="4838700" cy="3870325"/>
          </a:xfrm>
        </p:spPr>
        <p:txBody>
          <a:bodyPr>
            <a:noAutofit/>
          </a:bodyPr>
          <a:lstStyle>
            <a:lvl1pPr>
              <a:defRPr b="0" i="0">
                <a:latin typeface="Abadi ExtraLight" panose="020B0204020104020204" pitchFamily="34" charset="77"/>
              </a:defRPr>
            </a:lvl1pPr>
            <a:lvl2pPr>
              <a:defRPr b="0" i="0">
                <a:latin typeface="Abadi ExtraLight" panose="020B0204020104020204" pitchFamily="34" charset="77"/>
              </a:defRPr>
            </a:lvl2pPr>
            <a:lvl3pPr>
              <a:defRPr b="0" i="0">
                <a:latin typeface="Abadi ExtraLight" panose="020B0204020104020204" pitchFamily="34" charset="77"/>
              </a:defRPr>
            </a:lvl3pPr>
            <a:lvl4pPr>
              <a:defRPr b="0" i="0">
                <a:latin typeface="Abadi ExtraLight" panose="020B0204020104020204" pitchFamily="34" charset="77"/>
              </a:defRPr>
            </a:lvl4pPr>
            <a:lvl5pPr>
              <a:defRPr b="0" i="0">
                <a:latin typeface="Abadi ExtraLight" panose="020B0204020104020204"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10">
            <a:extLst>
              <a:ext uri="{FF2B5EF4-FFF2-40B4-BE49-F238E27FC236}">
                <a16:creationId xmlns:a16="http://schemas.microsoft.com/office/drawing/2014/main" id="{004B6EBF-A924-B5EF-63EB-C1559460E4CB}"/>
              </a:ext>
            </a:extLst>
          </p:cNvPr>
          <p:cNvSpPr>
            <a:spLocks noGrp="1"/>
          </p:cNvSpPr>
          <p:nvPr>
            <p:ph type="body" sz="quarter" idx="11" hasCustomPrompt="1"/>
          </p:nvPr>
        </p:nvSpPr>
        <p:spPr>
          <a:xfrm>
            <a:off x="5607050" y="2273298"/>
            <a:ext cx="2984512" cy="555871"/>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5" name="Text Placeholder 24">
            <a:extLst>
              <a:ext uri="{FF2B5EF4-FFF2-40B4-BE49-F238E27FC236}">
                <a16:creationId xmlns:a16="http://schemas.microsoft.com/office/drawing/2014/main" id="{23B3F4E3-36BE-1A17-394F-F3C86C3ACCC8}"/>
              </a:ext>
            </a:extLst>
          </p:cNvPr>
          <p:cNvSpPr>
            <a:spLocks noGrp="1"/>
          </p:cNvSpPr>
          <p:nvPr>
            <p:ph type="body" sz="quarter" idx="20"/>
          </p:nvPr>
        </p:nvSpPr>
        <p:spPr>
          <a:xfrm>
            <a:off x="8775688" y="2829169"/>
            <a:ext cx="2984512" cy="1287011"/>
          </a:xfrm>
          <a:custGeom>
            <a:avLst/>
            <a:gdLst>
              <a:gd name="connsiteX0" fmla="*/ 0 w 2984512"/>
              <a:gd name="connsiteY0" fmla="*/ 0 h 1379330"/>
              <a:gd name="connsiteX1" fmla="*/ 2984512 w 2984512"/>
              <a:gd name="connsiteY1" fmla="*/ 0 h 1379330"/>
              <a:gd name="connsiteX2" fmla="*/ 2984512 w 2984512"/>
              <a:gd name="connsiteY2" fmla="*/ 1379330 h 1379330"/>
              <a:gd name="connsiteX3" fmla="*/ 0 w 2984512"/>
              <a:gd name="connsiteY3" fmla="*/ 1379330 h 1379330"/>
            </a:gdLst>
            <a:ahLst/>
            <a:cxnLst>
              <a:cxn ang="0">
                <a:pos x="connsiteX0" y="connsiteY0"/>
              </a:cxn>
              <a:cxn ang="0">
                <a:pos x="connsiteX1" y="connsiteY1"/>
              </a:cxn>
              <a:cxn ang="0">
                <a:pos x="connsiteX2" y="connsiteY2"/>
              </a:cxn>
              <a:cxn ang="0">
                <a:pos x="connsiteX3" y="connsiteY3"/>
              </a:cxn>
            </a:cxnLst>
            <a:rect l="l" t="t" r="r" b="b"/>
            <a:pathLst>
              <a:path w="2984512" h="1379330">
                <a:moveTo>
                  <a:pt x="0" y="0"/>
                </a:moveTo>
                <a:lnTo>
                  <a:pt x="2984512" y="0"/>
                </a:lnTo>
                <a:lnTo>
                  <a:pt x="2984512" y="1379330"/>
                </a:lnTo>
                <a:lnTo>
                  <a:pt x="0" y="1379330"/>
                </a:lnTo>
                <a:close/>
              </a:path>
            </a:pathLst>
          </a:custGeom>
          <a:solidFill>
            <a:srgbClr val="F1F5F6"/>
          </a:solidFill>
          <a:effectLst/>
        </p:spPr>
        <p:txBody>
          <a:bodyPr vert="horz" wrap="square" lIns="144000" tIns="144000" rIns="144000" bIns="144000" rtlCol="0" anchor="ctr">
            <a:noAutofit/>
          </a:bodyPr>
          <a:lstStyle>
            <a:lvl1pPr marL="0" indent="0" algn="ctr">
              <a:buNone/>
              <a:defRPr lang="en-US" b="0" i="0" smtClean="0">
                <a:latin typeface="Abadi ExtraLight" panose="020B0204020104020204" pitchFamily="34" charset="77"/>
              </a:defRPr>
            </a:lvl1pPr>
            <a:lvl2pPr marL="0" indent="0" algn="ctr">
              <a:buNone/>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6" name="Text Placeholder 10">
            <a:extLst>
              <a:ext uri="{FF2B5EF4-FFF2-40B4-BE49-F238E27FC236}">
                <a16:creationId xmlns:a16="http://schemas.microsoft.com/office/drawing/2014/main" id="{A6D34090-1C5E-81E9-AD3E-74EAA4535299}"/>
              </a:ext>
            </a:extLst>
          </p:cNvPr>
          <p:cNvSpPr>
            <a:spLocks noGrp="1"/>
          </p:cNvSpPr>
          <p:nvPr>
            <p:ph type="body" sz="quarter" idx="21" hasCustomPrompt="1"/>
          </p:nvPr>
        </p:nvSpPr>
        <p:spPr>
          <a:xfrm>
            <a:off x="8775688" y="2273298"/>
            <a:ext cx="2984512" cy="555871"/>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1" name="Text Placeholder 30">
            <a:extLst>
              <a:ext uri="{FF2B5EF4-FFF2-40B4-BE49-F238E27FC236}">
                <a16:creationId xmlns:a16="http://schemas.microsoft.com/office/drawing/2014/main" id="{5CA110D2-62CC-884E-B624-5BACA5ECB5A9}"/>
              </a:ext>
            </a:extLst>
          </p:cNvPr>
          <p:cNvSpPr>
            <a:spLocks noGrp="1"/>
          </p:cNvSpPr>
          <p:nvPr>
            <p:ph type="body" sz="quarter" idx="22"/>
          </p:nvPr>
        </p:nvSpPr>
        <p:spPr>
          <a:xfrm>
            <a:off x="5607050" y="4856614"/>
            <a:ext cx="2984512" cy="1287011"/>
          </a:xfrm>
          <a:custGeom>
            <a:avLst/>
            <a:gdLst>
              <a:gd name="connsiteX0" fmla="*/ 0 w 2984512"/>
              <a:gd name="connsiteY0" fmla="*/ 0 h 1379330"/>
              <a:gd name="connsiteX1" fmla="*/ 2984512 w 2984512"/>
              <a:gd name="connsiteY1" fmla="*/ 0 h 1379330"/>
              <a:gd name="connsiteX2" fmla="*/ 2984512 w 2984512"/>
              <a:gd name="connsiteY2" fmla="*/ 1379330 h 1379330"/>
              <a:gd name="connsiteX3" fmla="*/ 0 w 2984512"/>
              <a:gd name="connsiteY3" fmla="*/ 1379330 h 1379330"/>
            </a:gdLst>
            <a:ahLst/>
            <a:cxnLst>
              <a:cxn ang="0">
                <a:pos x="connsiteX0" y="connsiteY0"/>
              </a:cxn>
              <a:cxn ang="0">
                <a:pos x="connsiteX1" y="connsiteY1"/>
              </a:cxn>
              <a:cxn ang="0">
                <a:pos x="connsiteX2" y="connsiteY2"/>
              </a:cxn>
              <a:cxn ang="0">
                <a:pos x="connsiteX3" y="connsiteY3"/>
              </a:cxn>
            </a:cxnLst>
            <a:rect l="l" t="t" r="r" b="b"/>
            <a:pathLst>
              <a:path w="2984512" h="1379330">
                <a:moveTo>
                  <a:pt x="0" y="0"/>
                </a:moveTo>
                <a:lnTo>
                  <a:pt x="2984512" y="0"/>
                </a:lnTo>
                <a:lnTo>
                  <a:pt x="2984512" y="1379330"/>
                </a:lnTo>
                <a:lnTo>
                  <a:pt x="0" y="1379330"/>
                </a:lnTo>
                <a:close/>
              </a:path>
            </a:pathLst>
          </a:custGeom>
          <a:solidFill>
            <a:srgbClr val="F1F5F6"/>
          </a:solidFill>
          <a:effectLst/>
        </p:spPr>
        <p:txBody>
          <a:bodyPr vert="horz" wrap="square" lIns="144000" tIns="144000" rIns="144000" bIns="144000" rtlCol="0" anchor="ctr">
            <a:noAutofit/>
          </a:bodyPr>
          <a:lstStyle>
            <a:lvl1pPr marL="0" indent="0" algn="ctr">
              <a:buNone/>
              <a:defRPr lang="en-US" b="0" i="0" smtClean="0">
                <a:latin typeface="Abadi ExtraLight" panose="020B0204020104020204" pitchFamily="34" charset="77"/>
              </a:defRPr>
            </a:lvl1pPr>
            <a:lvl2pPr marL="0" indent="0" algn="ctr">
              <a:buNone/>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32" name="Text Placeholder 10">
            <a:extLst>
              <a:ext uri="{FF2B5EF4-FFF2-40B4-BE49-F238E27FC236}">
                <a16:creationId xmlns:a16="http://schemas.microsoft.com/office/drawing/2014/main" id="{5F83E939-EE91-FE24-B713-15C19A76E1EA}"/>
              </a:ext>
            </a:extLst>
          </p:cNvPr>
          <p:cNvSpPr>
            <a:spLocks noGrp="1"/>
          </p:cNvSpPr>
          <p:nvPr>
            <p:ph type="body" sz="quarter" idx="23" hasCustomPrompt="1"/>
          </p:nvPr>
        </p:nvSpPr>
        <p:spPr>
          <a:xfrm>
            <a:off x="5607050" y="4300743"/>
            <a:ext cx="2984512" cy="555871"/>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3" name="Text Placeholder 32">
            <a:extLst>
              <a:ext uri="{FF2B5EF4-FFF2-40B4-BE49-F238E27FC236}">
                <a16:creationId xmlns:a16="http://schemas.microsoft.com/office/drawing/2014/main" id="{C94F1488-6CF5-9EB8-AF98-953DC3EC63A5}"/>
              </a:ext>
            </a:extLst>
          </p:cNvPr>
          <p:cNvSpPr>
            <a:spLocks noGrp="1"/>
          </p:cNvSpPr>
          <p:nvPr>
            <p:ph type="body" sz="quarter" idx="24"/>
          </p:nvPr>
        </p:nvSpPr>
        <p:spPr>
          <a:xfrm>
            <a:off x="8775688" y="4856614"/>
            <a:ext cx="2984512" cy="1287011"/>
          </a:xfrm>
          <a:custGeom>
            <a:avLst/>
            <a:gdLst>
              <a:gd name="connsiteX0" fmla="*/ 0 w 2984512"/>
              <a:gd name="connsiteY0" fmla="*/ 0 h 1379330"/>
              <a:gd name="connsiteX1" fmla="*/ 2984512 w 2984512"/>
              <a:gd name="connsiteY1" fmla="*/ 0 h 1379330"/>
              <a:gd name="connsiteX2" fmla="*/ 2984512 w 2984512"/>
              <a:gd name="connsiteY2" fmla="*/ 1379330 h 1379330"/>
              <a:gd name="connsiteX3" fmla="*/ 0 w 2984512"/>
              <a:gd name="connsiteY3" fmla="*/ 1379330 h 1379330"/>
            </a:gdLst>
            <a:ahLst/>
            <a:cxnLst>
              <a:cxn ang="0">
                <a:pos x="connsiteX0" y="connsiteY0"/>
              </a:cxn>
              <a:cxn ang="0">
                <a:pos x="connsiteX1" y="connsiteY1"/>
              </a:cxn>
              <a:cxn ang="0">
                <a:pos x="connsiteX2" y="connsiteY2"/>
              </a:cxn>
              <a:cxn ang="0">
                <a:pos x="connsiteX3" y="connsiteY3"/>
              </a:cxn>
            </a:cxnLst>
            <a:rect l="l" t="t" r="r" b="b"/>
            <a:pathLst>
              <a:path w="2984512" h="1379330">
                <a:moveTo>
                  <a:pt x="0" y="0"/>
                </a:moveTo>
                <a:lnTo>
                  <a:pt x="2984512" y="0"/>
                </a:lnTo>
                <a:lnTo>
                  <a:pt x="2984512" y="1379330"/>
                </a:lnTo>
                <a:lnTo>
                  <a:pt x="0" y="1379330"/>
                </a:lnTo>
                <a:close/>
              </a:path>
            </a:pathLst>
          </a:custGeom>
          <a:solidFill>
            <a:srgbClr val="F1F5F6"/>
          </a:solidFill>
          <a:effectLst/>
        </p:spPr>
        <p:txBody>
          <a:bodyPr vert="horz" wrap="square" lIns="144000" tIns="144000" rIns="144000" bIns="144000" rtlCol="0" anchor="ctr">
            <a:noAutofit/>
          </a:bodyPr>
          <a:lstStyle>
            <a:lvl1pPr marL="0" indent="0" algn="ctr">
              <a:buNone/>
              <a:defRPr lang="en-US" b="0" i="0" smtClean="0">
                <a:latin typeface="Abadi ExtraLight" panose="020B0204020104020204" pitchFamily="34" charset="77"/>
              </a:defRPr>
            </a:lvl1pPr>
            <a:lvl2pPr marL="0" indent="0" algn="ctr">
              <a:buNone/>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34" name="Text Placeholder 10">
            <a:extLst>
              <a:ext uri="{FF2B5EF4-FFF2-40B4-BE49-F238E27FC236}">
                <a16:creationId xmlns:a16="http://schemas.microsoft.com/office/drawing/2014/main" id="{DFB20636-1B98-902C-B8AA-2B2BA7BA8017}"/>
              </a:ext>
            </a:extLst>
          </p:cNvPr>
          <p:cNvSpPr>
            <a:spLocks noGrp="1"/>
          </p:cNvSpPr>
          <p:nvPr>
            <p:ph type="body" sz="quarter" idx="25" hasCustomPrompt="1"/>
          </p:nvPr>
        </p:nvSpPr>
        <p:spPr>
          <a:xfrm>
            <a:off x="8775688" y="4300743"/>
            <a:ext cx="2984512" cy="555871"/>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pic>
        <p:nvPicPr>
          <p:cNvPr id="10" name="Grafik 9" descr="Ein Bild, das Grafiken, Screenshot, Kreis, Grafikdesign enthält.&#10;&#10;KI-generierte Inhalte können fehlerhaft sein.">
            <a:extLst>
              <a:ext uri="{FF2B5EF4-FFF2-40B4-BE49-F238E27FC236}">
                <a16:creationId xmlns:a16="http://schemas.microsoft.com/office/drawing/2014/main" id="{41D275FE-8F98-998F-C673-5CFE64B16C9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089638" y="406399"/>
            <a:ext cx="733425" cy="733425"/>
          </a:xfrm>
          <a:prstGeom prst="rect">
            <a:avLst/>
          </a:prstGeom>
        </p:spPr>
      </p:pic>
      <p:sp>
        <p:nvSpPr>
          <p:cNvPr id="3" name="Text Placeholder 8">
            <a:extLst>
              <a:ext uri="{FF2B5EF4-FFF2-40B4-BE49-F238E27FC236}">
                <a16:creationId xmlns:a16="http://schemas.microsoft.com/office/drawing/2014/main" id="{64A03102-B613-5FEE-6254-4E74E8FD4E43}"/>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04033261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gramm + Textbox">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42844463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AA55EDF7-803E-F944-889D-B17AC9FF0DF7}"/>
              </a:ext>
            </a:extLst>
          </p:cNvPr>
          <p:cNvSpPr/>
          <p:nvPr userDrawn="1"/>
        </p:nvSpPr>
        <p:spPr>
          <a:xfrm>
            <a:off x="-1" y="0"/>
            <a:ext cx="12192001" cy="1911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Rechteck 1">
            <a:extLst>
              <a:ext uri="{FF2B5EF4-FFF2-40B4-BE49-F238E27FC236}">
                <a16:creationId xmlns:a16="http://schemas.microsoft.com/office/drawing/2014/main" id="{EE9161D0-F162-BF54-F875-2FCA15F57498}"/>
              </a:ext>
            </a:extLst>
          </p:cNvPr>
          <p:cNvSpPr/>
          <p:nvPr userDrawn="1"/>
        </p:nvSpPr>
        <p:spPr>
          <a:xfrm>
            <a:off x="431799" y="1489075"/>
            <a:ext cx="7481746" cy="4654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17" name="Chart Placeholder 16">
            <a:extLst>
              <a:ext uri="{FF2B5EF4-FFF2-40B4-BE49-F238E27FC236}">
                <a16:creationId xmlns:a16="http://schemas.microsoft.com/office/drawing/2014/main" id="{DDBCB853-B59F-B52F-56C5-DFF8D2268FE7}"/>
              </a:ext>
            </a:extLst>
          </p:cNvPr>
          <p:cNvSpPr>
            <a:spLocks noGrp="1"/>
          </p:cNvSpPr>
          <p:nvPr>
            <p:ph type="chart" sz="quarter" idx="13"/>
          </p:nvPr>
        </p:nvSpPr>
        <p:spPr>
          <a:xfrm>
            <a:off x="800100" y="1723799"/>
            <a:ext cx="6743700" cy="4181702"/>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18" name="Text Placeholder 18">
            <a:extLst>
              <a:ext uri="{FF2B5EF4-FFF2-40B4-BE49-F238E27FC236}">
                <a16:creationId xmlns:a16="http://schemas.microsoft.com/office/drawing/2014/main" id="{24B18367-5DFF-1104-9F57-A09B310592C5}"/>
              </a:ext>
            </a:extLst>
          </p:cNvPr>
          <p:cNvSpPr>
            <a:spLocks noGrp="1"/>
          </p:cNvSpPr>
          <p:nvPr>
            <p:ph type="body" sz="quarter" idx="21"/>
          </p:nvPr>
        </p:nvSpPr>
        <p:spPr>
          <a:xfrm>
            <a:off x="8112410" y="1489075"/>
            <a:ext cx="3641440" cy="46545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88000" tIns="251999" rIns="144000" bIns="144000" rtlCol="0" anchor="t">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pic>
        <p:nvPicPr>
          <p:cNvPr id="13" name="Grafik 12" descr="Ein Bild, das Grafiken, Kreis, Grafikdesign, Design enthält.&#10;&#10;KI-generierte Inhalte können fehlerhaft sein.">
            <a:extLst>
              <a:ext uri="{FF2B5EF4-FFF2-40B4-BE49-F238E27FC236}">
                <a16:creationId xmlns:a16="http://schemas.microsoft.com/office/drawing/2014/main" id="{0A76D603-65A3-B1E1-0101-5A86C37C199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155650" y="497376"/>
            <a:ext cx="601400" cy="551469"/>
          </a:xfrm>
          <a:prstGeom prst="rect">
            <a:avLst/>
          </a:prstGeom>
        </p:spPr>
      </p:pic>
      <p:sp>
        <p:nvSpPr>
          <p:cNvPr id="3" name="Text Placeholder 8">
            <a:extLst>
              <a:ext uri="{FF2B5EF4-FFF2-40B4-BE49-F238E27FC236}">
                <a16:creationId xmlns:a16="http://schemas.microsoft.com/office/drawing/2014/main" id="{BFDFB0ED-E617-C88C-ABFE-B3769B9AF676}"/>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915557379"/>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agramm + Textbox 0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42844463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7" name="Chart Placeholder 16">
            <a:extLst>
              <a:ext uri="{FF2B5EF4-FFF2-40B4-BE49-F238E27FC236}">
                <a16:creationId xmlns:a16="http://schemas.microsoft.com/office/drawing/2014/main" id="{DDBCB853-B59F-B52F-56C5-DFF8D2268FE7}"/>
              </a:ext>
            </a:extLst>
          </p:cNvPr>
          <p:cNvSpPr>
            <a:spLocks noGrp="1"/>
          </p:cNvSpPr>
          <p:nvPr>
            <p:ph type="chart" sz="quarter" idx="13"/>
          </p:nvPr>
        </p:nvSpPr>
        <p:spPr>
          <a:xfrm>
            <a:off x="431800" y="1489075"/>
            <a:ext cx="7481745" cy="4654550"/>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18" name="Text Placeholder 18">
            <a:extLst>
              <a:ext uri="{FF2B5EF4-FFF2-40B4-BE49-F238E27FC236}">
                <a16:creationId xmlns:a16="http://schemas.microsoft.com/office/drawing/2014/main" id="{24B18367-5DFF-1104-9F57-A09B310592C5}"/>
              </a:ext>
            </a:extLst>
          </p:cNvPr>
          <p:cNvSpPr>
            <a:spLocks noGrp="1"/>
          </p:cNvSpPr>
          <p:nvPr>
            <p:ph type="body" sz="quarter" idx="21"/>
          </p:nvPr>
        </p:nvSpPr>
        <p:spPr>
          <a:xfrm>
            <a:off x="8112410" y="1489075"/>
            <a:ext cx="3641440" cy="46545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288000" tIns="251999" rIns="144000" bIns="144000" rtlCol="0" anchor="t">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 name="Text Placeholder 8">
            <a:extLst>
              <a:ext uri="{FF2B5EF4-FFF2-40B4-BE49-F238E27FC236}">
                <a16:creationId xmlns:a16="http://schemas.microsoft.com/office/drawing/2014/main" id="{7660FAFD-85E3-014F-7879-198B1B976B59}"/>
              </a:ext>
            </a:extLst>
          </p:cNvPr>
          <p:cNvSpPr>
            <a:spLocks noGrp="1"/>
          </p:cNvSpPr>
          <p:nvPr>
            <p:ph type="body" sz="quarter" idx="36"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94144974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Diagramm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80063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0">
            <a:extLst>
              <a:ext uri="{FF2B5EF4-FFF2-40B4-BE49-F238E27FC236}">
                <a16:creationId xmlns:a16="http://schemas.microsoft.com/office/drawing/2014/main" id="{E8E8ECB6-4A33-F3E2-022E-6AE731AAE0E9}"/>
              </a:ext>
            </a:extLst>
          </p:cNvPr>
          <p:cNvSpPr>
            <a:spLocks noGrp="1"/>
          </p:cNvSpPr>
          <p:nvPr>
            <p:ph type="body" sz="quarter" idx="11" hasCustomPrompt="1"/>
          </p:nvPr>
        </p:nvSpPr>
        <p:spPr>
          <a:xfrm>
            <a:off x="431800"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2" name="Text Placeholder 14">
            <a:extLst>
              <a:ext uri="{FF2B5EF4-FFF2-40B4-BE49-F238E27FC236}">
                <a16:creationId xmlns:a16="http://schemas.microsoft.com/office/drawing/2014/main" id="{816B595F-323A-C037-320C-32949DF13F7E}"/>
              </a:ext>
            </a:extLst>
          </p:cNvPr>
          <p:cNvSpPr>
            <a:spLocks noGrp="1"/>
          </p:cNvSpPr>
          <p:nvPr>
            <p:ph type="body" sz="quarter" idx="13" hasCustomPrompt="1"/>
          </p:nvPr>
        </p:nvSpPr>
        <p:spPr>
          <a:xfrm>
            <a:off x="6171012"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4" name="Text Placeholder 16">
            <a:extLst>
              <a:ext uri="{FF2B5EF4-FFF2-40B4-BE49-F238E27FC236}">
                <a16:creationId xmlns:a16="http://schemas.microsoft.com/office/drawing/2014/main" id="{00E3ECAC-AF0C-7083-2FD1-97852DFBCA77}"/>
              </a:ext>
            </a:extLst>
          </p:cNvPr>
          <p:cNvSpPr>
            <a:spLocks noGrp="1"/>
          </p:cNvSpPr>
          <p:nvPr>
            <p:ph type="body" sz="quarter" idx="19"/>
          </p:nvPr>
        </p:nvSpPr>
        <p:spPr>
          <a:xfrm>
            <a:off x="438150" y="5213350"/>
            <a:ext cx="5582838"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2" name="Chart Placeholder 16">
            <a:extLst>
              <a:ext uri="{FF2B5EF4-FFF2-40B4-BE49-F238E27FC236}">
                <a16:creationId xmlns:a16="http://schemas.microsoft.com/office/drawing/2014/main" id="{3698295A-4BA8-CEC9-46F2-E46F9347B578}"/>
              </a:ext>
            </a:extLst>
          </p:cNvPr>
          <p:cNvSpPr>
            <a:spLocks noGrp="1"/>
          </p:cNvSpPr>
          <p:nvPr>
            <p:ph type="chart" sz="quarter" idx="14"/>
          </p:nvPr>
        </p:nvSpPr>
        <p:spPr>
          <a:xfrm>
            <a:off x="431799" y="1990863"/>
            <a:ext cx="5582839" cy="3095487"/>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19" name="Text Placeholder 16">
            <a:extLst>
              <a:ext uri="{FF2B5EF4-FFF2-40B4-BE49-F238E27FC236}">
                <a16:creationId xmlns:a16="http://schemas.microsoft.com/office/drawing/2014/main" id="{1ADBD2AF-B53D-6878-2241-3CEE836E41D9}"/>
              </a:ext>
            </a:extLst>
          </p:cNvPr>
          <p:cNvSpPr>
            <a:spLocks noGrp="1"/>
          </p:cNvSpPr>
          <p:nvPr>
            <p:ph type="body" sz="quarter" idx="20"/>
          </p:nvPr>
        </p:nvSpPr>
        <p:spPr>
          <a:xfrm>
            <a:off x="6171012" y="5213350"/>
            <a:ext cx="5582838"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0" name="Chart Placeholder 16">
            <a:extLst>
              <a:ext uri="{FF2B5EF4-FFF2-40B4-BE49-F238E27FC236}">
                <a16:creationId xmlns:a16="http://schemas.microsoft.com/office/drawing/2014/main" id="{33C2C611-F850-A25D-BA24-AAFA5BA26702}"/>
              </a:ext>
            </a:extLst>
          </p:cNvPr>
          <p:cNvSpPr>
            <a:spLocks noGrp="1"/>
          </p:cNvSpPr>
          <p:nvPr>
            <p:ph type="chart" sz="quarter" idx="21"/>
          </p:nvPr>
        </p:nvSpPr>
        <p:spPr>
          <a:xfrm>
            <a:off x="6171011" y="1990863"/>
            <a:ext cx="5582839" cy="3095487"/>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3" name="Text Placeholder 8">
            <a:extLst>
              <a:ext uri="{FF2B5EF4-FFF2-40B4-BE49-F238E27FC236}">
                <a16:creationId xmlns:a16="http://schemas.microsoft.com/office/drawing/2014/main" id="{6AD8A759-3343-D1F7-02C8-5951AA142FFC}"/>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58053170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Diagramm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3258488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2" name="Text Placeholder 16">
            <a:extLst>
              <a:ext uri="{FF2B5EF4-FFF2-40B4-BE49-F238E27FC236}">
                <a16:creationId xmlns:a16="http://schemas.microsoft.com/office/drawing/2014/main" id="{42CA1BD4-B2C0-18B3-EDFE-6AE0F5C361C0}"/>
              </a:ext>
            </a:extLst>
          </p:cNvPr>
          <p:cNvSpPr>
            <a:spLocks noGrp="1"/>
          </p:cNvSpPr>
          <p:nvPr>
            <p:ph type="body" sz="quarter" idx="19"/>
          </p:nvPr>
        </p:nvSpPr>
        <p:spPr>
          <a:xfrm>
            <a:off x="431801" y="5213350"/>
            <a:ext cx="3659519"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13" name="Text Placeholder 16">
            <a:extLst>
              <a:ext uri="{FF2B5EF4-FFF2-40B4-BE49-F238E27FC236}">
                <a16:creationId xmlns:a16="http://schemas.microsoft.com/office/drawing/2014/main" id="{84E5A5AD-55EB-E5A0-889A-3C429A7AC7E9}"/>
              </a:ext>
            </a:extLst>
          </p:cNvPr>
          <p:cNvSpPr>
            <a:spLocks noGrp="1"/>
          </p:cNvSpPr>
          <p:nvPr>
            <p:ph type="body" sz="quarter" idx="20"/>
          </p:nvPr>
        </p:nvSpPr>
        <p:spPr>
          <a:xfrm>
            <a:off x="4263065" y="5213350"/>
            <a:ext cx="3659519"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14" name="Text Placeholder 16">
            <a:extLst>
              <a:ext uri="{FF2B5EF4-FFF2-40B4-BE49-F238E27FC236}">
                <a16:creationId xmlns:a16="http://schemas.microsoft.com/office/drawing/2014/main" id="{06B11297-ED9E-D7DD-BE7A-E9515FB6A165}"/>
              </a:ext>
            </a:extLst>
          </p:cNvPr>
          <p:cNvSpPr>
            <a:spLocks noGrp="1"/>
          </p:cNvSpPr>
          <p:nvPr>
            <p:ph type="body" sz="quarter" idx="21"/>
          </p:nvPr>
        </p:nvSpPr>
        <p:spPr>
          <a:xfrm>
            <a:off x="8094331" y="5213350"/>
            <a:ext cx="3659519" cy="93027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15" name="Chart Placeholder 16">
            <a:extLst>
              <a:ext uri="{FF2B5EF4-FFF2-40B4-BE49-F238E27FC236}">
                <a16:creationId xmlns:a16="http://schemas.microsoft.com/office/drawing/2014/main" id="{126F5F79-D4DB-5B5C-9B42-0C687C76C22E}"/>
              </a:ext>
            </a:extLst>
          </p:cNvPr>
          <p:cNvSpPr>
            <a:spLocks noGrp="1"/>
          </p:cNvSpPr>
          <p:nvPr>
            <p:ph type="chart" sz="quarter" idx="14"/>
          </p:nvPr>
        </p:nvSpPr>
        <p:spPr>
          <a:xfrm>
            <a:off x="431799" y="1489075"/>
            <a:ext cx="3659521" cy="3597275"/>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21" name="Chart Placeholder 16">
            <a:extLst>
              <a:ext uri="{FF2B5EF4-FFF2-40B4-BE49-F238E27FC236}">
                <a16:creationId xmlns:a16="http://schemas.microsoft.com/office/drawing/2014/main" id="{2139EBAF-F3E0-E496-1FBA-572AFD91079A}"/>
              </a:ext>
            </a:extLst>
          </p:cNvPr>
          <p:cNvSpPr>
            <a:spLocks noGrp="1"/>
          </p:cNvSpPr>
          <p:nvPr>
            <p:ph type="chart" sz="quarter" idx="22"/>
          </p:nvPr>
        </p:nvSpPr>
        <p:spPr>
          <a:xfrm>
            <a:off x="4266240" y="1489075"/>
            <a:ext cx="3659521" cy="3597275"/>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22" name="Chart Placeholder 16">
            <a:extLst>
              <a:ext uri="{FF2B5EF4-FFF2-40B4-BE49-F238E27FC236}">
                <a16:creationId xmlns:a16="http://schemas.microsoft.com/office/drawing/2014/main" id="{A1D7B79C-A8DC-428D-4986-BF14667DF833}"/>
              </a:ext>
            </a:extLst>
          </p:cNvPr>
          <p:cNvSpPr>
            <a:spLocks noGrp="1"/>
          </p:cNvSpPr>
          <p:nvPr>
            <p:ph type="chart" sz="quarter" idx="23"/>
          </p:nvPr>
        </p:nvSpPr>
        <p:spPr>
          <a:xfrm>
            <a:off x="8094329" y="1489075"/>
            <a:ext cx="3659521" cy="3597275"/>
          </a:xfrm>
          <a:pattFill prst="pct5">
            <a:fgClr>
              <a:schemeClr val="bg1">
                <a:lumMod val="75000"/>
              </a:schemeClr>
            </a:fgClr>
            <a:bgClr>
              <a:schemeClr val="bg1"/>
            </a:bgClr>
          </a:pattFill>
        </p:spPr>
        <p:txBody>
          <a:bodyPr vert="horz" lIns="91440" tIns="45720" rIns="91440" bIns="45720" rtlCol="0">
            <a:noAutofit/>
          </a:bodyPr>
          <a:lstStyle>
            <a:lvl1pPr>
              <a:defRPr lang="en-GB"/>
            </a:lvl1pPr>
          </a:lstStyle>
          <a:p>
            <a:pPr lvl="0"/>
            <a:endParaRPr lang="en-GB"/>
          </a:p>
        </p:txBody>
      </p:sp>
      <p:sp>
        <p:nvSpPr>
          <p:cNvPr id="2" name="Text Placeholder 8">
            <a:extLst>
              <a:ext uri="{FF2B5EF4-FFF2-40B4-BE49-F238E27FC236}">
                <a16:creationId xmlns:a16="http://schemas.microsoft.com/office/drawing/2014/main" id="{92252DBF-6639-E317-379F-6B47B16E54F8}"/>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186740605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3 Themen + großes Bi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433355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Picture Placeholder 24">
            <a:extLst>
              <a:ext uri="{FF2B5EF4-FFF2-40B4-BE49-F238E27FC236}">
                <a16:creationId xmlns:a16="http://schemas.microsoft.com/office/drawing/2014/main" id="{F0AB08BE-4852-575E-36B4-FEAD15FC25D3}"/>
              </a:ext>
            </a:extLst>
          </p:cNvPr>
          <p:cNvSpPr>
            <a:spLocks noGrp="1"/>
          </p:cNvSpPr>
          <p:nvPr>
            <p:ph type="pic" sz="quarter" idx="13"/>
          </p:nvPr>
        </p:nvSpPr>
        <p:spPr>
          <a:xfrm>
            <a:off x="6240221" y="1489075"/>
            <a:ext cx="5951777" cy="5368924"/>
          </a:xfrm>
          <a:pattFill prst="pct5">
            <a:fgClr>
              <a:schemeClr val="bg1">
                <a:lumMod val="75000"/>
              </a:schemeClr>
            </a:fgClr>
            <a:bgClr>
              <a:schemeClr val="bg1"/>
            </a:bgClr>
          </a:pattFill>
        </p:spPr>
        <p:txBody>
          <a:bodyPr>
            <a:noAutofit/>
          </a:bodyPr>
          <a:lstStyle/>
          <a:p>
            <a:endParaRPr lang="en-GB"/>
          </a:p>
        </p:txBody>
      </p:sp>
      <p:sp>
        <p:nvSpPr>
          <p:cNvPr id="15" name="Text Placeholder 17">
            <a:extLst>
              <a:ext uri="{FF2B5EF4-FFF2-40B4-BE49-F238E27FC236}">
                <a16:creationId xmlns:a16="http://schemas.microsoft.com/office/drawing/2014/main" id="{42388D61-9777-A9E9-7981-D10B4252EA67}"/>
              </a:ext>
            </a:extLst>
          </p:cNvPr>
          <p:cNvSpPr>
            <a:spLocks noGrp="1"/>
          </p:cNvSpPr>
          <p:nvPr>
            <p:ph type="body" sz="quarter" idx="20"/>
          </p:nvPr>
        </p:nvSpPr>
        <p:spPr>
          <a:xfrm>
            <a:off x="431800" y="1489077"/>
            <a:ext cx="5519979" cy="145064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7" name="Text Placeholder 17">
            <a:extLst>
              <a:ext uri="{FF2B5EF4-FFF2-40B4-BE49-F238E27FC236}">
                <a16:creationId xmlns:a16="http://schemas.microsoft.com/office/drawing/2014/main" id="{940CB907-FC9E-0371-749B-02911578DA0A}"/>
              </a:ext>
            </a:extLst>
          </p:cNvPr>
          <p:cNvSpPr>
            <a:spLocks noGrp="1"/>
          </p:cNvSpPr>
          <p:nvPr>
            <p:ph type="body" sz="quarter" idx="21"/>
          </p:nvPr>
        </p:nvSpPr>
        <p:spPr>
          <a:xfrm>
            <a:off x="431800" y="3091027"/>
            <a:ext cx="5519979" cy="145064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18" name="Text Placeholder 17">
            <a:extLst>
              <a:ext uri="{FF2B5EF4-FFF2-40B4-BE49-F238E27FC236}">
                <a16:creationId xmlns:a16="http://schemas.microsoft.com/office/drawing/2014/main" id="{32845E53-210C-6730-CB0D-FAC44CDF47D9}"/>
              </a:ext>
            </a:extLst>
          </p:cNvPr>
          <p:cNvSpPr>
            <a:spLocks noGrp="1"/>
          </p:cNvSpPr>
          <p:nvPr>
            <p:ph type="body" sz="quarter" idx="22"/>
          </p:nvPr>
        </p:nvSpPr>
        <p:spPr>
          <a:xfrm>
            <a:off x="431800" y="4692977"/>
            <a:ext cx="5519979" cy="145064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buNone/>
              <a:defRPr lang="en-US" smtClean="0"/>
            </a:lvl4pPr>
            <a:lvl5pPr>
              <a:defRPr lang="en-GB"/>
            </a:lvl5pPr>
          </a:lstStyle>
          <a:p>
            <a:pPr lvl="0"/>
            <a:r>
              <a:rPr lang="en-US" dirty="0"/>
              <a:t>Click to edit Master text styles</a:t>
            </a:r>
          </a:p>
          <a:p>
            <a:pPr lvl="1"/>
            <a:r>
              <a:rPr lang="en-US" dirty="0"/>
              <a:t>Second level</a:t>
            </a:r>
          </a:p>
          <a:p>
            <a:pPr lvl="2"/>
            <a:r>
              <a:rPr lang="en-US" dirty="0"/>
              <a:t>Third level</a:t>
            </a:r>
          </a:p>
        </p:txBody>
      </p:sp>
      <p:sp>
        <p:nvSpPr>
          <p:cNvPr id="3" name="Text Placeholder 8">
            <a:extLst>
              <a:ext uri="{FF2B5EF4-FFF2-40B4-BE49-F238E27FC236}">
                <a16:creationId xmlns:a16="http://schemas.microsoft.com/office/drawing/2014/main" id="{2386F68B-D5B2-6781-5F7F-D110B4AA2ADB}"/>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19" name="Text Placeholder 10">
            <a:extLst>
              <a:ext uri="{FF2B5EF4-FFF2-40B4-BE49-F238E27FC236}">
                <a16:creationId xmlns:a16="http://schemas.microsoft.com/office/drawing/2014/main" id="{7F6A29A5-8FFB-F1A8-704F-9019000BB570}"/>
              </a:ext>
            </a:extLst>
          </p:cNvPr>
          <p:cNvSpPr>
            <a:spLocks noGrp="1"/>
          </p:cNvSpPr>
          <p:nvPr>
            <p:ph type="body" sz="quarter" idx="26" hasCustomPrompt="1"/>
          </p:nvPr>
        </p:nvSpPr>
        <p:spPr>
          <a:xfrm>
            <a:off x="694900" y="1797290"/>
            <a:ext cx="831444" cy="83144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0" name="Text Placeholder 10">
            <a:extLst>
              <a:ext uri="{FF2B5EF4-FFF2-40B4-BE49-F238E27FC236}">
                <a16:creationId xmlns:a16="http://schemas.microsoft.com/office/drawing/2014/main" id="{57145AAB-6D2C-515D-998F-42B0FCF77E0D}"/>
              </a:ext>
            </a:extLst>
          </p:cNvPr>
          <p:cNvSpPr>
            <a:spLocks noGrp="1"/>
          </p:cNvSpPr>
          <p:nvPr>
            <p:ph type="body" sz="quarter" idx="31" hasCustomPrompt="1"/>
          </p:nvPr>
        </p:nvSpPr>
        <p:spPr>
          <a:xfrm>
            <a:off x="694900" y="3399240"/>
            <a:ext cx="831444" cy="83144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1" name="Text Placeholder 10">
            <a:extLst>
              <a:ext uri="{FF2B5EF4-FFF2-40B4-BE49-F238E27FC236}">
                <a16:creationId xmlns:a16="http://schemas.microsoft.com/office/drawing/2014/main" id="{1BC00F9F-F348-441F-D9C6-C7B810609C38}"/>
              </a:ext>
            </a:extLst>
          </p:cNvPr>
          <p:cNvSpPr>
            <a:spLocks noGrp="1"/>
          </p:cNvSpPr>
          <p:nvPr>
            <p:ph type="body" sz="quarter" idx="33" hasCustomPrompt="1"/>
          </p:nvPr>
        </p:nvSpPr>
        <p:spPr>
          <a:xfrm>
            <a:off x="694900" y="5001190"/>
            <a:ext cx="831444" cy="83144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Tree>
    <p:extLst>
      <p:ext uri="{BB962C8B-B14F-4D97-AF65-F5344CB8AC3E}">
        <p14:creationId xmlns:p14="http://schemas.microsoft.com/office/powerpoint/2010/main" val="120009626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 groß">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921080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Text Placeholder 16">
            <a:extLst>
              <a:ext uri="{FF2B5EF4-FFF2-40B4-BE49-F238E27FC236}">
                <a16:creationId xmlns:a16="http://schemas.microsoft.com/office/drawing/2014/main" id="{FAFEECFD-02B8-C6E4-60C1-A876DE1BE581}"/>
              </a:ext>
            </a:extLst>
          </p:cNvPr>
          <p:cNvSpPr>
            <a:spLocks noGrp="1"/>
          </p:cNvSpPr>
          <p:nvPr>
            <p:ph type="body" sz="quarter" idx="19"/>
          </p:nvPr>
        </p:nvSpPr>
        <p:spPr>
          <a:xfrm>
            <a:off x="431802" y="1968186"/>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6" name="Text Placeholder 16">
            <a:extLst>
              <a:ext uri="{FF2B5EF4-FFF2-40B4-BE49-F238E27FC236}">
                <a16:creationId xmlns:a16="http://schemas.microsoft.com/office/drawing/2014/main" id="{213AE666-C928-B6EA-9199-47C1DAC38EAD}"/>
              </a:ext>
            </a:extLst>
          </p:cNvPr>
          <p:cNvSpPr>
            <a:spLocks noGrp="1"/>
          </p:cNvSpPr>
          <p:nvPr>
            <p:ph type="body" sz="quarter" idx="20"/>
          </p:nvPr>
        </p:nvSpPr>
        <p:spPr>
          <a:xfrm>
            <a:off x="431802" y="2682243"/>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7" name="Text Placeholder 16">
            <a:extLst>
              <a:ext uri="{FF2B5EF4-FFF2-40B4-BE49-F238E27FC236}">
                <a16:creationId xmlns:a16="http://schemas.microsoft.com/office/drawing/2014/main" id="{D74DCFD5-3C82-EA8C-120F-6CA48658FDA6}"/>
              </a:ext>
            </a:extLst>
          </p:cNvPr>
          <p:cNvSpPr>
            <a:spLocks noGrp="1"/>
          </p:cNvSpPr>
          <p:nvPr>
            <p:ph type="body" sz="quarter" idx="21"/>
          </p:nvPr>
        </p:nvSpPr>
        <p:spPr>
          <a:xfrm>
            <a:off x="431802" y="3396300"/>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6">
            <a:extLst>
              <a:ext uri="{FF2B5EF4-FFF2-40B4-BE49-F238E27FC236}">
                <a16:creationId xmlns:a16="http://schemas.microsoft.com/office/drawing/2014/main" id="{81061235-46BF-BA20-897A-2FA1DB495BDB}"/>
              </a:ext>
            </a:extLst>
          </p:cNvPr>
          <p:cNvSpPr>
            <a:spLocks noGrp="1"/>
          </p:cNvSpPr>
          <p:nvPr>
            <p:ph type="body" sz="quarter" idx="22"/>
          </p:nvPr>
        </p:nvSpPr>
        <p:spPr>
          <a:xfrm>
            <a:off x="431802" y="4110357"/>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9" name="Text Placeholder 16">
            <a:extLst>
              <a:ext uri="{FF2B5EF4-FFF2-40B4-BE49-F238E27FC236}">
                <a16:creationId xmlns:a16="http://schemas.microsoft.com/office/drawing/2014/main" id="{33E7B4AE-C83F-0C5F-E130-8510F12993D5}"/>
              </a:ext>
            </a:extLst>
          </p:cNvPr>
          <p:cNvSpPr>
            <a:spLocks noGrp="1"/>
          </p:cNvSpPr>
          <p:nvPr>
            <p:ph type="body" sz="quarter" idx="23"/>
          </p:nvPr>
        </p:nvSpPr>
        <p:spPr>
          <a:xfrm>
            <a:off x="431802" y="4824414"/>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0" name="Text Placeholder 16">
            <a:extLst>
              <a:ext uri="{FF2B5EF4-FFF2-40B4-BE49-F238E27FC236}">
                <a16:creationId xmlns:a16="http://schemas.microsoft.com/office/drawing/2014/main" id="{96B5E933-1528-3AD6-C40A-F142345B822C}"/>
              </a:ext>
            </a:extLst>
          </p:cNvPr>
          <p:cNvSpPr>
            <a:spLocks noGrp="1"/>
          </p:cNvSpPr>
          <p:nvPr>
            <p:ph type="body" sz="quarter" idx="24"/>
          </p:nvPr>
        </p:nvSpPr>
        <p:spPr>
          <a:xfrm>
            <a:off x="431802" y="5538472"/>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2F6F7"/>
          </a:solidFill>
          <a:effectLst/>
        </p:spPr>
        <p:txBody>
          <a:bodyPr vert="horz" lIns="144000" tIns="144000" rIns="144000" bIns="144000" rtlCol="0" anchor="ctr">
            <a:noAutofit/>
          </a:bodyPr>
          <a:lstStyle>
            <a:lvl1pPr marL="0" indent="0" algn="ctr">
              <a:buNone/>
              <a:defRPr lang="en-US" b="0" i="0" smtClean="0">
                <a:solidFill>
                  <a:schemeClr val="tx1"/>
                </a:solidFill>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38" name="Text Placeholder 16">
            <a:extLst>
              <a:ext uri="{FF2B5EF4-FFF2-40B4-BE49-F238E27FC236}">
                <a16:creationId xmlns:a16="http://schemas.microsoft.com/office/drawing/2014/main" id="{AD81A169-7A72-2D64-DE85-9158BFEABFA3}"/>
              </a:ext>
            </a:extLst>
          </p:cNvPr>
          <p:cNvSpPr>
            <a:spLocks noGrp="1"/>
          </p:cNvSpPr>
          <p:nvPr>
            <p:ph type="body" sz="quarter" idx="25"/>
          </p:nvPr>
        </p:nvSpPr>
        <p:spPr>
          <a:xfrm>
            <a:off x="3328267" y="1968186"/>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9" name="Text Placeholder 16">
            <a:extLst>
              <a:ext uri="{FF2B5EF4-FFF2-40B4-BE49-F238E27FC236}">
                <a16:creationId xmlns:a16="http://schemas.microsoft.com/office/drawing/2014/main" id="{E077325B-A617-25C3-D543-4105703D14C5}"/>
              </a:ext>
            </a:extLst>
          </p:cNvPr>
          <p:cNvSpPr>
            <a:spLocks noGrp="1"/>
          </p:cNvSpPr>
          <p:nvPr>
            <p:ph type="body" sz="quarter" idx="26"/>
          </p:nvPr>
        </p:nvSpPr>
        <p:spPr>
          <a:xfrm>
            <a:off x="3328267" y="2682243"/>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0" name="Text Placeholder 16">
            <a:extLst>
              <a:ext uri="{FF2B5EF4-FFF2-40B4-BE49-F238E27FC236}">
                <a16:creationId xmlns:a16="http://schemas.microsoft.com/office/drawing/2014/main" id="{D8B58634-618A-A76F-3AF7-DAF46D7DE7D1}"/>
              </a:ext>
            </a:extLst>
          </p:cNvPr>
          <p:cNvSpPr>
            <a:spLocks noGrp="1"/>
          </p:cNvSpPr>
          <p:nvPr>
            <p:ph type="body" sz="quarter" idx="27"/>
          </p:nvPr>
        </p:nvSpPr>
        <p:spPr>
          <a:xfrm>
            <a:off x="3328267" y="3396300"/>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1" name="Text Placeholder 16">
            <a:extLst>
              <a:ext uri="{FF2B5EF4-FFF2-40B4-BE49-F238E27FC236}">
                <a16:creationId xmlns:a16="http://schemas.microsoft.com/office/drawing/2014/main" id="{4F142A1E-0F0A-9DDB-6622-B47161B35359}"/>
              </a:ext>
            </a:extLst>
          </p:cNvPr>
          <p:cNvSpPr>
            <a:spLocks noGrp="1"/>
          </p:cNvSpPr>
          <p:nvPr>
            <p:ph type="body" sz="quarter" idx="28"/>
          </p:nvPr>
        </p:nvSpPr>
        <p:spPr>
          <a:xfrm>
            <a:off x="3328267" y="4110357"/>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2" name="Text Placeholder 16">
            <a:extLst>
              <a:ext uri="{FF2B5EF4-FFF2-40B4-BE49-F238E27FC236}">
                <a16:creationId xmlns:a16="http://schemas.microsoft.com/office/drawing/2014/main" id="{CFDDD3A7-2A9D-BECF-6806-1A635E8D5FC1}"/>
              </a:ext>
            </a:extLst>
          </p:cNvPr>
          <p:cNvSpPr>
            <a:spLocks noGrp="1"/>
          </p:cNvSpPr>
          <p:nvPr>
            <p:ph type="body" sz="quarter" idx="29"/>
          </p:nvPr>
        </p:nvSpPr>
        <p:spPr>
          <a:xfrm>
            <a:off x="3328267" y="4824414"/>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3" name="Text Placeholder 16">
            <a:extLst>
              <a:ext uri="{FF2B5EF4-FFF2-40B4-BE49-F238E27FC236}">
                <a16:creationId xmlns:a16="http://schemas.microsoft.com/office/drawing/2014/main" id="{C8E7488B-49B9-DDC0-67D6-04AF31105BE3}"/>
              </a:ext>
            </a:extLst>
          </p:cNvPr>
          <p:cNvSpPr>
            <a:spLocks noGrp="1"/>
          </p:cNvSpPr>
          <p:nvPr>
            <p:ph type="body" sz="quarter" idx="30"/>
          </p:nvPr>
        </p:nvSpPr>
        <p:spPr>
          <a:xfrm>
            <a:off x="3328267" y="5538472"/>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stStyle>
          <a:p>
            <a:pPr marL="0" lvl="0" indent="0" algn="ctr">
              <a:buNone/>
            </a:pPr>
            <a:r>
              <a:rPr lang="en-US" dirty="0"/>
              <a:t>Click to edit Master text styles</a:t>
            </a:r>
          </a:p>
        </p:txBody>
      </p:sp>
      <p:sp>
        <p:nvSpPr>
          <p:cNvPr id="44" name="Text Placeholder 16">
            <a:extLst>
              <a:ext uri="{FF2B5EF4-FFF2-40B4-BE49-F238E27FC236}">
                <a16:creationId xmlns:a16="http://schemas.microsoft.com/office/drawing/2014/main" id="{FBB0C0AA-9A75-15B6-C036-635C14E21405}"/>
              </a:ext>
            </a:extLst>
          </p:cNvPr>
          <p:cNvSpPr>
            <a:spLocks noGrp="1"/>
          </p:cNvSpPr>
          <p:nvPr>
            <p:ph type="body" sz="quarter" idx="31"/>
          </p:nvPr>
        </p:nvSpPr>
        <p:spPr>
          <a:xfrm>
            <a:off x="6224734" y="1968186"/>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5" name="Text Placeholder 16">
            <a:extLst>
              <a:ext uri="{FF2B5EF4-FFF2-40B4-BE49-F238E27FC236}">
                <a16:creationId xmlns:a16="http://schemas.microsoft.com/office/drawing/2014/main" id="{04BEA919-5654-FA51-BFB4-42049D699AB4}"/>
              </a:ext>
            </a:extLst>
          </p:cNvPr>
          <p:cNvSpPr>
            <a:spLocks noGrp="1"/>
          </p:cNvSpPr>
          <p:nvPr>
            <p:ph type="body" sz="quarter" idx="32"/>
          </p:nvPr>
        </p:nvSpPr>
        <p:spPr>
          <a:xfrm>
            <a:off x="6224734" y="2682243"/>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6" name="Text Placeholder 16">
            <a:extLst>
              <a:ext uri="{FF2B5EF4-FFF2-40B4-BE49-F238E27FC236}">
                <a16:creationId xmlns:a16="http://schemas.microsoft.com/office/drawing/2014/main" id="{513F1C66-4267-A9AE-9278-9359D9175D44}"/>
              </a:ext>
            </a:extLst>
          </p:cNvPr>
          <p:cNvSpPr>
            <a:spLocks noGrp="1"/>
          </p:cNvSpPr>
          <p:nvPr>
            <p:ph type="body" sz="quarter" idx="33"/>
          </p:nvPr>
        </p:nvSpPr>
        <p:spPr>
          <a:xfrm>
            <a:off x="6224734" y="3396300"/>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7" name="Text Placeholder 16">
            <a:extLst>
              <a:ext uri="{FF2B5EF4-FFF2-40B4-BE49-F238E27FC236}">
                <a16:creationId xmlns:a16="http://schemas.microsoft.com/office/drawing/2014/main" id="{46B1B95A-5609-2C89-49EA-957A0E55442F}"/>
              </a:ext>
            </a:extLst>
          </p:cNvPr>
          <p:cNvSpPr>
            <a:spLocks noGrp="1"/>
          </p:cNvSpPr>
          <p:nvPr>
            <p:ph type="body" sz="quarter" idx="34"/>
          </p:nvPr>
        </p:nvSpPr>
        <p:spPr>
          <a:xfrm>
            <a:off x="6224734" y="4110357"/>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8" name="Text Placeholder 16">
            <a:extLst>
              <a:ext uri="{FF2B5EF4-FFF2-40B4-BE49-F238E27FC236}">
                <a16:creationId xmlns:a16="http://schemas.microsoft.com/office/drawing/2014/main" id="{F86F11B8-0F92-A534-A9E4-F79A59136BD8}"/>
              </a:ext>
            </a:extLst>
          </p:cNvPr>
          <p:cNvSpPr>
            <a:spLocks noGrp="1"/>
          </p:cNvSpPr>
          <p:nvPr>
            <p:ph type="body" sz="quarter" idx="35"/>
          </p:nvPr>
        </p:nvSpPr>
        <p:spPr>
          <a:xfrm>
            <a:off x="6224734" y="4824414"/>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9" name="Text Placeholder 16">
            <a:extLst>
              <a:ext uri="{FF2B5EF4-FFF2-40B4-BE49-F238E27FC236}">
                <a16:creationId xmlns:a16="http://schemas.microsoft.com/office/drawing/2014/main" id="{7570C6AA-0022-AB36-3911-A6F96033261C}"/>
              </a:ext>
            </a:extLst>
          </p:cNvPr>
          <p:cNvSpPr>
            <a:spLocks noGrp="1"/>
          </p:cNvSpPr>
          <p:nvPr>
            <p:ph type="body" sz="quarter" idx="36"/>
          </p:nvPr>
        </p:nvSpPr>
        <p:spPr>
          <a:xfrm>
            <a:off x="6224734" y="5538472"/>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stStyle>
          <a:p>
            <a:pPr marL="0" lvl="0" indent="0" algn="ctr">
              <a:buNone/>
            </a:pPr>
            <a:r>
              <a:rPr lang="en-US" dirty="0"/>
              <a:t>Click to edit Master text styles</a:t>
            </a:r>
          </a:p>
        </p:txBody>
      </p:sp>
      <p:sp>
        <p:nvSpPr>
          <p:cNvPr id="50" name="Text Placeholder 16">
            <a:extLst>
              <a:ext uri="{FF2B5EF4-FFF2-40B4-BE49-F238E27FC236}">
                <a16:creationId xmlns:a16="http://schemas.microsoft.com/office/drawing/2014/main" id="{10429D55-1D3F-84B4-29CC-D4FD91C3F54C}"/>
              </a:ext>
            </a:extLst>
          </p:cNvPr>
          <p:cNvSpPr>
            <a:spLocks noGrp="1"/>
          </p:cNvSpPr>
          <p:nvPr>
            <p:ph type="body" sz="quarter" idx="37"/>
          </p:nvPr>
        </p:nvSpPr>
        <p:spPr>
          <a:xfrm>
            <a:off x="9121201" y="1968186"/>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1" name="Text Placeholder 16">
            <a:extLst>
              <a:ext uri="{FF2B5EF4-FFF2-40B4-BE49-F238E27FC236}">
                <a16:creationId xmlns:a16="http://schemas.microsoft.com/office/drawing/2014/main" id="{5E3B0DAC-8315-E3F4-D738-DCA290DD262E}"/>
              </a:ext>
            </a:extLst>
          </p:cNvPr>
          <p:cNvSpPr>
            <a:spLocks noGrp="1"/>
          </p:cNvSpPr>
          <p:nvPr>
            <p:ph type="body" sz="quarter" idx="38"/>
          </p:nvPr>
        </p:nvSpPr>
        <p:spPr>
          <a:xfrm>
            <a:off x="9121201" y="2682243"/>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2" name="Text Placeholder 16">
            <a:extLst>
              <a:ext uri="{FF2B5EF4-FFF2-40B4-BE49-F238E27FC236}">
                <a16:creationId xmlns:a16="http://schemas.microsoft.com/office/drawing/2014/main" id="{81D08309-AE89-7EB3-53C3-22D62F9B9390}"/>
              </a:ext>
            </a:extLst>
          </p:cNvPr>
          <p:cNvSpPr>
            <a:spLocks noGrp="1"/>
          </p:cNvSpPr>
          <p:nvPr>
            <p:ph type="body" sz="quarter" idx="39"/>
          </p:nvPr>
        </p:nvSpPr>
        <p:spPr>
          <a:xfrm>
            <a:off x="9121201" y="3396300"/>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3" name="Text Placeholder 16">
            <a:extLst>
              <a:ext uri="{FF2B5EF4-FFF2-40B4-BE49-F238E27FC236}">
                <a16:creationId xmlns:a16="http://schemas.microsoft.com/office/drawing/2014/main" id="{985AEB62-84E0-D9CD-B8E3-6950BA4D96A5}"/>
              </a:ext>
            </a:extLst>
          </p:cNvPr>
          <p:cNvSpPr>
            <a:spLocks noGrp="1"/>
          </p:cNvSpPr>
          <p:nvPr>
            <p:ph type="body" sz="quarter" idx="40"/>
          </p:nvPr>
        </p:nvSpPr>
        <p:spPr>
          <a:xfrm>
            <a:off x="9121201" y="4110357"/>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4" name="Text Placeholder 16">
            <a:extLst>
              <a:ext uri="{FF2B5EF4-FFF2-40B4-BE49-F238E27FC236}">
                <a16:creationId xmlns:a16="http://schemas.microsoft.com/office/drawing/2014/main" id="{C3FC91D6-4213-81C7-3974-4F170611DFB8}"/>
              </a:ext>
            </a:extLst>
          </p:cNvPr>
          <p:cNvSpPr>
            <a:spLocks noGrp="1"/>
          </p:cNvSpPr>
          <p:nvPr>
            <p:ph type="body" sz="quarter" idx="41"/>
          </p:nvPr>
        </p:nvSpPr>
        <p:spPr>
          <a:xfrm>
            <a:off x="9121201" y="4824414"/>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55" name="Text Placeholder 16">
            <a:extLst>
              <a:ext uri="{FF2B5EF4-FFF2-40B4-BE49-F238E27FC236}">
                <a16:creationId xmlns:a16="http://schemas.microsoft.com/office/drawing/2014/main" id="{417C3669-76B7-C067-B612-6A6BC9063534}"/>
              </a:ext>
            </a:extLst>
          </p:cNvPr>
          <p:cNvSpPr>
            <a:spLocks noGrp="1"/>
          </p:cNvSpPr>
          <p:nvPr>
            <p:ph type="body" sz="quarter" idx="42"/>
          </p:nvPr>
        </p:nvSpPr>
        <p:spPr>
          <a:xfrm>
            <a:off x="9121201" y="5538472"/>
            <a:ext cx="2632649"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stStyle>
          <a:p>
            <a:pPr marL="0" lvl="0" indent="0" algn="ctr">
              <a:buNone/>
            </a:pPr>
            <a:r>
              <a:rPr lang="en-US" dirty="0"/>
              <a:t>Click to edit Master text styles</a:t>
            </a:r>
          </a:p>
        </p:txBody>
      </p:sp>
      <p:sp>
        <p:nvSpPr>
          <p:cNvPr id="2" name="Text Placeholder 10">
            <a:extLst>
              <a:ext uri="{FF2B5EF4-FFF2-40B4-BE49-F238E27FC236}">
                <a16:creationId xmlns:a16="http://schemas.microsoft.com/office/drawing/2014/main" id="{F4E910DF-55E4-1C77-604B-06122DAA4EE6}"/>
              </a:ext>
            </a:extLst>
          </p:cNvPr>
          <p:cNvSpPr>
            <a:spLocks noGrp="1"/>
          </p:cNvSpPr>
          <p:nvPr>
            <p:ph type="body" sz="quarter" idx="14" hasCustomPrompt="1"/>
          </p:nvPr>
        </p:nvSpPr>
        <p:spPr>
          <a:xfrm>
            <a:off x="431801" y="1489076"/>
            <a:ext cx="2632649"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4" name="Text Placeholder 10">
            <a:extLst>
              <a:ext uri="{FF2B5EF4-FFF2-40B4-BE49-F238E27FC236}">
                <a16:creationId xmlns:a16="http://schemas.microsoft.com/office/drawing/2014/main" id="{68F8C863-4CD2-D354-5E54-8BE13CA4A1AA}"/>
              </a:ext>
            </a:extLst>
          </p:cNvPr>
          <p:cNvSpPr>
            <a:spLocks noGrp="1"/>
          </p:cNvSpPr>
          <p:nvPr>
            <p:ph type="body" sz="quarter" idx="15" hasCustomPrompt="1"/>
          </p:nvPr>
        </p:nvSpPr>
        <p:spPr>
          <a:xfrm>
            <a:off x="3328267" y="1489076"/>
            <a:ext cx="2632649"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Text Placeholder 10">
            <a:extLst>
              <a:ext uri="{FF2B5EF4-FFF2-40B4-BE49-F238E27FC236}">
                <a16:creationId xmlns:a16="http://schemas.microsoft.com/office/drawing/2014/main" id="{15926330-BF5F-5F20-0EE8-DFCA630F4CC8}"/>
              </a:ext>
            </a:extLst>
          </p:cNvPr>
          <p:cNvSpPr>
            <a:spLocks noGrp="1"/>
          </p:cNvSpPr>
          <p:nvPr>
            <p:ph type="body" sz="quarter" idx="16" hasCustomPrompt="1"/>
          </p:nvPr>
        </p:nvSpPr>
        <p:spPr>
          <a:xfrm>
            <a:off x="6224734" y="1489076"/>
            <a:ext cx="2632649"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126A1876-958F-FDC8-7AD0-EA29D06D1479}"/>
              </a:ext>
            </a:extLst>
          </p:cNvPr>
          <p:cNvSpPr>
            <a:spLocks noGrp="1"/>
          </p:cNvSpPr>
          <p:nvPr>
            <p:ph type="body" sz="quarter" idx="17" hasCustomPrompt="1"/>
          </p:nvPr>
        </p:nvSpPr>
        <p:spPr>
          <a:xfrm>
            <a:off x="9121201" y="1489076"/>
            <a:ext cx="2632649"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 name="Text Placeholder 8">
            <a:extLst>
              <a:ext uri="{FF2B5EF4-FFF2-40B4-BE49-F238E27FC236}">
                <a16:creationId xmlns:a16="http://schemas.microsoft.com/office/drawing/2014/main" id="{063562B3-3D91-445B-64D1-C6D2CB8EB26E}"/>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393009224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elle mittel">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4239738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7">
            <a:extLst>
              <a:ext uri="{FF2B5EF4-FFF2-40B4-BE49-F238E27FC236}">
                <a16:creationId xmlns:a16="http://schemas.microsoft.com/office/drawing/2014/main" id="{0D5B42EF-669D-9D1F-F122-D3B2A82C761E}"/>
              </a:ext>
            </a:extLst>
          </p:cNvPr>
          <p:cNvSpPr>
            <a:spLocks noGrp="1"/>
          </p:cNvSpPr>
          <p:nvPr>
            <p:ph type="body" sz="quarter" idx="41"/>
          </p:nvPr>
        </p:nvSpPr>
        <p:spPr>
          <a:xfrm>
            <a:off x="8905461" y="1499016"/>
            <a:ext cx="2848388" cy="4644608"/>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16">
            <a:extLst>
              <a:ext uri="{FF2B5EF4-FFF2-40B4-BE49-F238E27FC236}">
                <a16:creationId xmlns:a16="http://schemas.microsoft.com/office/drawing/2014/main" id="{4DCE05F8-B8EE-E80D-DDF0-2EB45CBB0D94}"/>
              </a:ext>
            </a:extLst>
          </p:cNvPr>
          <p:cNvSpPr>
            <a:spLocks noGrp="1"/>
          </p:cNvSpPr>
          <p:nvPr>
            <p:ph type="body" sz="quarter" idx="19"/>
          </p:nvPr>
        </p:nvSpPr>
        <p:spPr>
          <a:xfrm>
            <a:off x="431799" y="1968186"/>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9" name="Text Placeholder 16">
            <a:extLst>
              <a:ext uri="{FF2B5EF4-FFF2-40B4-BE49-F238E27FC236}">
                <a16:creationId xmlns:a16="http://schemas.microsoft.com/office/drawing/2014/main" id="{1C841CBF-A2C0-0549-AF63-B93E054EC546}"/>
              </a:ext>
            </a:extLst>
          </p:cNvPr>
          <p:cNvSpPr>
            <a:spLocks noGrp="1"/>
          </p:cNvSpPr>
          <p:nvPr>
            <p:ph type="body" sz="quarter" idx="20"/>
          </p:nvPr>
        </p:nvSpPr>
        <p:spPr>
          <a:xfrm>
            <a:off x="431799" y="2682243"/>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0" name="Text Placeholder 16">
            <a:extLst>
              <a:ext uri="{FF2B5EF4-FFF2-40B4-BE49-F238E27FC236}">
                <a16:creationId xmlns:a16="http://schemas.microsoft.com/office/drawing/2014/main" id="{70C0BD12-597F-9EFC-5175-16124AFE7420}"/>
              </a:ext>
            </a:extLst>
          </p:cNvPr>
          <p:cNvSpPr>
            <a:spLocks noGrp="1"/>
          </p:cNvSpPr>
          <p:nvPr>
            <p:ph type="body" sz="quarter" idx="21"/>
          </p:nvPr>
        </p:nvSpPr>
        <p:spPr>
          <a:xfrm>
            <a:off x="431799" y="3396300"/>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1" name="Text Placeholder 16">
            <a:extLst>
              <a:ext uri="{FF2B5EF4-FFF2-40B4-BE49-F238E27FC236}">
                <a16:creationId xmlns:a16="http://schemas.microsoft.com/office/drawing/2014/main" id="{882D6522-256F-9226-8D36-5FB678EB637C}"/>
              </a:ext>
            </a:extLst>
          </p:cNvPr>
          <p:cNvSpPr>
            <a:spLocks noGrp="1"/>
          </p:cNvSpPr>
          <p:nvPr>
            <p:ph type="body" sz="quarter" idx="22"/>
          </p:nvPr>
        </p:nvSpPr>
        <p:spPr>
          <a:xfrm>
            <a:off x="431799" y="4110357"/>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2" name="Text Placeholder 16">
            <a:extLst>
              <a:ext uri="{FF2B5EF4-FFF2-40B4-BE49-F238E27FC236}">
                <a16:creationId xmlns:a16="http://schemas.microsoft.com/office/drawing/2014/main" id="{2B5F2C3A-AE63-55E9-D411-879BAC77FDAF}"/>
              </a:ext>
            </a:extLst>
          </p:cNvPr>
          <p:cNvSpPr>
            <a:spLocks noGrp="1"/>
          </p:cNvSpPr>
          <p:nvPr>
            <p:ph type="body" sz="quarter" idx="23"/>
          </p:nvPr>
        </p:nvSpPr>
        <p:spPr>
          <a:xfrm>
            <a:off x="431799" y="4824414"/>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4" name="Text Placeholder 16">
            <a:extLst>
              <a:ext uri="{FF2B5EF4-FFF2-40B4-BE49-F238E27FC236}">
                <a16:creationId xmlns:a16="http://schemas.microsoft.com/office/drawing/2014/main" id="{54BC240F-D8B9-36D4-F731-25785F6A6CA6}"/>
              </a:ext>
            </a:extLst>
          </p:cNvPr>
          <p:cNvSpPr>
            <a:spLocks noGrp="1"/>
          </p:cNvSpPr>
          <p:nvPr>
            <p:ph type="body" sz="quarter" idx="25"/>
          </p:nvPr>
        </p:nvSpPr>
        <p:spPr>
          <a:xfrm>
            <a:off x="2525930" y="1968186"/>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5" name="Text Placeholder 16">
            <a:extLst>
              <a:ext uri="{FF2B5EF4-FFF2-40B4-BE49-F238E27FC236}">
                <a16:creationId xmlns:a16="http://schemas.microsoft.com/office/drawing/2014/main" id="{5DF074F1-C22C-D614-1CC5-5226509F8C62}"/>
              </a:ext>
            </a:extLst>
          </p:cNvPr>
          <p:cNvSpPr>
            <a:spLocks noGrp="1"/>
          </p:cNvSpPr>
          <p:nvPr>
            <p:ph type="body" sz="quarter" idx="26"/>
          </p:nvPr>
        </p:nvSpPr>
        <p:spPr>
          <a:xfrm>
            <a:off x="2525930" y="2682243"/>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6" name="Text Placeholder 16">
            <a:extLst>
              <a:ext uri="{FF2B5EF4-FFF2-40B4-BE49-F238E27FC236}">
                <a16:creationId xmlns:a16="http://schemas.microsoft.com/office/drawing/2014/main" id="{ADFF0B59-D092-48EB-C8C4-382B42B56344}"/>
              </a:ext>
            </a:extLst>
          </p:cNvPr>
          <p:cNvSpPr>
            <a:spLocks noGrp="1"/>
          </p:cNvSpPr>
          <p:nvPr>
            <p:ph type="body" sz="quarter" idx="27"/>
          </p:nvPr>
        </p:nvSpPr>
        <p:spPr>
          <a:xfrm>
            <a:off x="2525930" y="3396300"/>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7" name="Text Placeholder 16">
            <a:extLst>
              <a:ext uri="{FF2B5EF4-FFF2-40B4-BE49-F238E27FC236}">
                <a16:creationId xmlns:a16="http://schemas.microsoft.com/office/drawing/2014/main" id="{EDCB1D7D-BBAA-B27B-BE8F-3F36F209CAEA}"/>
              </a:ext>
            </a:extLst>
          </p:cNvPr>
          <p:cNvSpPr>
            <a:spLocks noGrp="1"/>
          </p:cNvSpPr>
          <p:nvPr>
            <p:ph type="body" sz="quarter" idx="28"/>
          </p:nvPr>
        </p:nvSpPr>
        <p:spPr>
          <a:xfrm>
            <a:off x="2525930" y="4110357"/>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6">
            <a:extLst>
              <a:ext uri="{FF2B5EF4-FFF2-40B4-BE49-F238E27FC236}">
                <a16:creationId xmlns:a16="http://schemas.microsoft.com/office/drawing/2014/main" id="{C2E24E71-565C-BF59-1914-3F24EBE70484}"/>
              </a:ext>
            </a:extLst>
          </p:cNvPr>
          <p:cNvSpPr>
            <a:spLocks noGrp="1"/>
          </p:cNvSpPr>
          <p:nvPr>
            <p:ph type="body" sz="quarter" idx="29"/>
          </p:nvPr>
        </p:nvSpPr>
        <p:spPr>
          <a:xfrm>
            <a:off x="2525930" y="4824414"/>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0" name="Text Placeholder 16">
            <a:extLst>
              <a:ext uri="{FF2B5EF4-FFF2-40B4-BE49-F238E27FC236}">
                <a16:creationId xmlns:a16="http://schemas.microsoft.com/office/drawing/2014/main" id="{2C341444-C248-357F-C600-FAC891A3AFD9}"/>
              </a:ext>
            </a:extLst>
          </p:cNvPr>
          <p:cNvSpPr>
            <a:spLocks noGrp="1"/>
          </p:cNvSpPr>
          <p:nvPr>
            <p:ph type="body" sz="quarter" idx="42"/>
          </p:nvPr>
        </p:nvSpPr>
        <p:spPr>
          <a:xfrm>
            <a:off x="4620061" y="1968186"/>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1" name="Text Placeholder 16">
            <a:extLst>
              <a:ext uri="{FF2B5EF4-FFF2-40B4-BE49-F238E27FC236}">
                <a16:creationId xmlns:a16="http://schemas.microsoft.com/office/drawing/2014/main" id="{21615CA9-53B0-EF0F-5AC0-3E5B1A926639}"/>
              </a:ext>
            </a:extLst>
          </p:cNvPr>
          <p:cNvSpPr>
            <a:spLocks noGrp="1"/>
          </p:cNvSpPr>
          <p:nvPr>
            <p:ph type="body" sz="quarter" idx="43"/>
          </p:nvPr>
        </p:nvSpPr>
        <p:spPr>
          <a:xfrm>
            <a:off x="4620061" y="2682243"/>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2" name="Text Placeholder 16">
            <a:extLst>
              <a:ext uri="{FF2B5EF4-FFF2-40B4-BE49-F238E27FC236}">
                <a16:creationId xmlns:a16="http://schemas.microsoft.com/office/drawing/2014/main" id="{CC349978-D8DF-9B1D-4B34-3BDBC9312703}"/>
              </a:ext>
            </a:extLst>
          </p:cNvPr>
          <p:cNvSpPr>
            <a:spLocks noGrp="1"/>
          </p:cNvSpPr>
          <p:nvPr>
            <p:ph type="body" sz="quarter" idx="44"/>
          </p:nvPr>
        </p:nvSpPr>
        <p:spPr>
          <a:xfrm>
            <a:off x="4620061" y="3396300"/>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3" name="Text Placeholder 16">
            <a:extLst>
              <a:ext uri="{FF2B5EF4-FFF2-40B4-BE49-F238E27FC236}">
                <a16:creationId xmlns:a16="http://schemas.microsoft.com/office/drawing/2014/main" id="{ABAA734A-CD2B-F304-1B5E-C79FEED606B6}"/>
              </a:ext>
            </a:extLst>
          </p:cNvPr>
          <p:cNvSpPr>
            <a:spLocks noGrp="1"/>
          </p:cNvSpPr>
          <p:nvPr>
            <p:ph type="body" sz="quarter" idx="45"/>
          </p:nvPr>
        </p:nvSpPr>
        <p:spPr>
          <a:xfrm>
            <a:off x="4620061" y="4110357"/>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4" name="Text Placeholder 16">
            <a:extLst>
              <a:ext uri="{FF2B5EF4-FFF2-40B4-BE49-F238E27FC236}">
                <a16:creationId xmlns:a16="http://schemas.microsoft.com/office/drawing/2014/main" id="{20D1E97F-D3C1-64A9-6B6B-139B3B889259}"/>
              </a:ext>
            </a:extLst>
          </p:cNvPr>
          <p:cNvSpPr>
            <a:spLocks noGrp="1"/>
          </p:cNvSpPr>
          <p:nvPr>
            <p:ph type="body" sz="quarter" idx="46"/>
          </p:nvPr>
        </p:nvSpPr>
        <p:spPr>
          <a:xfrm>
            <a:off x="4620061" y="4824414"/>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6" name="Text Placeholder 16">
            <a:extLst>
              <a:ext uri="{FF2B5EF4-FFF2-40B4-BE49-F238E27FC236}">
                <a16:creationId xmlns:a16="http://schemas.microsoft.com/office/drawing/2014/main" id="{60846E13-80A2-CB78-89F1-41E2B3E3BC98}"/>
              </a:ext>
            </a:extLst>
          </p:cNvPr>
          <p:cNvSpPr>
            <a:spLocks noGrp="1"/>
          </p:cNvSpPr>
          <p:nvPr>
            <p:ph type="body" sz="quarter" idx="48"/>
          </p:nvPr>
        </p:nvSpPr>
        <p:spPr>
          <a:xfrm>
            <a:off x="6714191" y="1968186"/>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7" name="Text Placeholder 16">
            <a:extLst>
              <a:ext uri="{FF2B5EF4-FFF2-40B4-BE49-F238E27FC236}">
                <a16:creationId xmlns:a16="http://schemas.microsoft.com/office/drawing/2014/main" id="{E2F59A0F-3A08-B365-B775-6D161DFC2120}"/>
              </a:ext>
            </a:extLst>
          </p:cNvPr>
          <p:cNvSpPr>
            <a:spLocks noGrp="1"/>
          </p:cNvSpPr>
          <p:nvPr>
            <p:ph type="body" sz="quarter" idx="49"/>
          </p:nvPr>
        </p:nvSpPr>
        <p:spPr>
          <a:xfrm>
            <a:off x="6714191" y="2682243"/>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8" name="Text Placeholder 16">
            <a:extLst>
              <a:ext uri="{FF2B5EF4-FFF2-40B4-BE49-F238E27FC236}">
                <a16:creationId xmlns:a16="http://schemas.microsoft.com/office/drawing/2014/main" id="{1E07D185-17C9-1555-FAD5-D0A5A612273D}"/>
              </a:ext>
            </a:extLst>
          </p:cNvPr>
          <p:cNvSpPr>
            <a:spLocks noGrp="1"/>
          </p:cNvSpPr>
          <p:nvPr>
            <p:ph type="body" sz="quarter" idx="50"/>
          </p:nvPr>
        </p:nvSpPr>
        <p:spPr>
          <a:xfrm>
            <a:off x="6714191" y="3396300"/>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9" name="Text Placeholder 16">
            <a:extLst>
              <a:ext uri="{FF2B5EF4-FFF2-40B4-BE49-F238E27FC236}">
                <a16:creationId xmlns:a16="http://schemas.microsoft.com/office/drawing/2014/main" id="{DB8CDA13-427D-D7CB-8037-06C05A891E91}"/>
              </a:ext>
            </a:extLst>
          </p:cNvPr>
          <p:cNvSpPr>
            <a:spLocks noGrp="1"/>
          </p:cNvSpPr>
          <p:nvPr>
            <p:ph type="body" sz="quarter" idx="51"/>
          </p:nvPr>
        </p:nvSpPr>
        <p:spPr>
          <a:xfrm>
            <a:off x="6714191" y="4110357"/>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0" name="Text Placeholder 16">
            <a:extLst>
              <a:ext uri="{FF2B5EF4-FFF2-40B4-BE49-F238E27FC236}">
                <a16:creationId xmlns:a16="http://schemas.microsoft.com/office/drawing/2014/main" id="{DA72DF92-086A-DE3D-67DC-B9A28FC68714}"/>
              </a:ext>
            </a:extLst>
          </p:cNvPr>
          <p:cNvSpPr>
            <a:spLocks noGrp="1"/>
          </p:cNvSpPr>
          <p:nvPr>
            <p:ph type="body" sz="quarter" idx="52"/>
          </p:nvPr>
        </p:nvSpPr>
        <p:spPr>
          <a:xfrm>
            <a:off x="6714191" y="4824414"/>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 name="Text Placeholder 10">
            <a:extLst>
              <a:ext uri="{FF2B5EF4-FFF2-40B4-BE49-F238E27FC236}">
                <a16:creationId xmlns:a16="http://schemas.microsoft.com/office/drawing/2014/main" id="{47DFC072-AE6F-30CB-A319-2723ED829CA4}"/>
              </a:ext>
            </a:extLst>
          </p:cNvPr>
          <p:cNvSpPr>
            <a:spLocks noGrp="1"/>
          </p:cNvSpPr>
          <p:nvPr>
            <p:ph type="body" sz="quarter" idx="14" hasCustomPrompt="1"/>
          </p:nvPr>
        </p:nvSpPr>
        <p:spPr>
          <a:xfrm>
            <a:off x="431799" y="1489076"/>
            <a:ext cx="192318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9" name="Text Placeholder 10">
            <a:extLst>
              <a:ext uri="{FF2B5EF4-FFF2-40B4-BE49-F238E27FC236}">
                <a16:creationId xmlns:a16="http://schemas.microsoft.com/office/drawing/2014/main" id="{60CD52E1-056C-B7AA-54B8-01FBDE0707D6}"/>
              </a:ext>
            </a:extLst>
          </p:cNvPr>
          <p:cNvSpPr>
            <a:spLocks noGrp="1"/>
          </p:cNvSpPr>
          <p:nvPr>
            <p:ph type="body" sz="quarter" idx="15" hasCustomPrompt="1"/>
          </p:nvPr>
        </p:nvSpPr>
        <p:spPr>
          <a:xfrm>
            <a:off x="2525930" y="1489076"/>
            <a:ext cx="192318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0" name="Text Placeholder 10">
            <a:extLst>
              <a:ext uri="{FF2B5EF4-FFF2-40B4-BE49-F238E27FC236}">
                <a16:creationId xmlns:a16="http://schemas.microsoft.com/office/drawing/2014/main" id="{FB421D42-AED8-FE09-F616-2D54F1E7FCF2}"/>
              </a:ext>
            </a:extLst>
          </p:cNvPr>
          <p:cNvSpPr>
            <a:spLocks noGrp="1"/>
          </p:cNvSpPr>
          <p:nvPr>
            <p:ph type="body" sz="quarter" idx="16" hasCustomPrompt="1"/>
          </p:nvPr>
        </p:nvSpPr>
        <p:spPr>
          <a:xfrm>
            <a:off x="4620061" y="1489076"/>
            <a:ext cx="192318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2" name="Text Placeholder 10">
            <a:extLst>
              <a:ext uri="{FF2B5EF4-FFF2-40B4-BE49-F238E27FC236}">
                <a16:creationId xmlns:a16="http://schemas.microsoft.com/office/drawing/2014/main" id="{902F24FF-BBAF-811D-DD40-AB10344A5F7B}"/>
              </a:ext>
            </a:extLst>
          </p:cNvPr>
          <p:cNvSpPr>
            <a:spLocks noGrp="1"/>
          </p:cNvSpPr>
          <p:nvPr>
            <p:ph type="body" sz="quarter" idx="17" hasCustomPrompt="1"/>
          </p:nvPr>
        </p:nvSpPr>
        <p:spPr>
          <a:xfrm>
            <a:off x="6714191" y="1489076"/>
            <a:ext cx="1923182"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1" name="Text Placeholder 16">
            <a:extLst>
              <a:ext uri="{FF2B5EF4-FFF2-40B4-BE49-F238E27FC236}">
                <a16:creationId xmlns:a16="http://schemas.microsoft.com/office/drawing/2014/main" id="{F9E59E8A-ED98-12BE-0C9F-13C097A5E440}"/>
              </a:ext>
            </a:extLst>
          </p:cNvPr>
          <p:cNvSpPr>
            <a:spLocks noGrp="1"/>
          </p:cNvSpPr>
          <p:nvPr>
            <p:ph type="body" sz="quarter" idx="54"/>
          </p:nvPr>
        </p:nvSpPr>
        <p:spPr>
          <a:xfrm>
            <a:off x="431799" y="5538472"/>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3" name="Text Placeholder 8">
            <a:extLst>
              <a:ext uri="{FF2B5EF4-FFF2-40B4-BE49-F238E27FC236}">
                <a16:creationId xmlns:a16="http://schemas.microsoft.com/office/drawing/2014/main" id="{C4E7A959-D703-7C83-8463-23A2101B3E65}"/>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8" name="Text Placeholder 16">
            <a:extLst>
              <a:ext uri="{FF2B5EF4-FFF2-40B4-BE49-F238E27FC236}">
                <a16:creationId xmlns:a16="http://schemas.microsoft.com/office/drawing/2014/main" id="{5F9B289A-79CA-9E46-F49D-82B1D6555062}"/>
              </a:ext>
            </a:extLst>
          </p:cNvPr>
          <p:cNvSpPr>
            <a:spLocks noGrp="1"/>
          </p:cNvSpPr>
          <p:nvPr>
            <p:ph type="body" sz="quarter" idx="55"/>
          </p:nvPr>
        </p:nvSpPr>
        <p:spPr>
          <a:xfrm>
            <a:off x="2525930" y="5538472"/>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4" name="Text Placeholder 16">
            <a:extLst>
              <a:ext uri="{FF2B5EF4-FFF2-40B4-BE49-F238E27FC236}">
                <a16:creationId xmlns:a16="http://schemas.microsoft.com/office/drawing/2014/main" id="{FF1BEFF1-6F65-045F-06B8-E7A5DEAE64C0}"/>
              </a:ext>
            </a:extLst>
          </p:cNvPr>
          <p:cNvSpPr>
            <a:spLocks noGrp="1"/>
          </p:cNvSpPr>
          <p:nvPr>
            <p:ph type="body" sz="quarter" idx="56"/>
          </p:nvPr>
        </p:nvSpPr>
        <p:spPr>
          <a:xfrm>
            <a:off x="4620061" y="5538472"/>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5" name="Text Placeholder 16">
            <a:extLst>
              <a:ext uri="{FF2B5EF4-FFF2-40B4-BE49-F238E27FC236}">
                <a16:creationId xmlns:a16="http://schemas.microsoft.com/office/drawing/2014/main" id="{A3F6F836-21D7-B94D-7613-E81AE72BDFFC}"/>
              </a:ext>
            </a:extLst>
          </p:cNvPr>
          <p:cNvSpPr>
            <a:spLocks noGrp="1"/>
          </p:cNvSpPr>
          <p:nvPr>
            <p:ph type="body" sz="quarter" idx="57"/>
          </p:nvPr>
        </p:nvSpPr>
        <p:spPr>
          <a:xfrm>
            <a:off x="6714191" y="5538472"/>
            <a:ext cx="1923182" cy="6051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Tree>
    <p:extLst>
      <p:ext uri="{BB962C8B-B14F-4D97-AF65-F5344CB8AC3E}">
        <p14:creationId xmlns:p14="http://schemas.microsoft.com/office/powerpoint/2010/main" val="114601312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elle klein">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5911010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0">
            <a:extLst>
              <a:ext uri="{FF2B5EF4-FFF2-40B4-BE49-F238E27FC236}">
                <a16:creationId xmlns:a16="http://schemas.microsoft.com/office/drawing/2014/main" id="{8CAD9997-5BB7-A981-FF3A-B6BE7AB35A94}"/>
              </a:ext>
            </a:extLst>
          </p:cNvPr>
          <p:cNvSpPr>
            <a:spLocks noGrp="1"/>
          </p:cNvSpPr>
          <p:nvPr>
            <p:ph type="body" sz="quarter" idx="13" hasCustomPrompt="1"/>
          </p:nvPr>
        </p:nvSpPr>
        <p:spPr>
          <a:xfrm>
            <a:off x="431800" y="1489076"/>
            <a:ext cx="6286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accent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No.</a:t>
            </a:r>
          </a:p>
        </p:txBody>
      </p:sp>
      <p:sp>
        <p:nvSpPr>
          <p:cNvPr id="9" name="Text Placeholder 10">
            <a:extLst>
              <a:ext uri="{FF2B5EF4-FFF2-40B4-BE49-F238E27FC236}">
                <a16:creationId xmlns:a16="http://schemas.microsoft.com/office/drawing/2014/main" id="{0398F1CF-A9BC-358B-628C-ABB6FE1D8791}"/>
              </a:ext>
            </a:extLst>
          </p:cNvPr>
          <p:cNvSpPr>
            <a:spLocks noGrp="1"/>
          </p:cNvSpPr>
          <p:nvPr>
            <p:ph type="body" sz="quarter" idx="14" hasCustomPrompt="1"/>
          </p:nvPr>
        </p:nvSpPr>
        <p:spPr>
          <a:xfrm>
            <a:off x="1182551" y="1489076"/>
            <a:ext cx="152929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9" name="Text Placeholder 10">
            <a:extLst>
              <a:ext uri="{FF2B5EF4-FFF2-40B4-BE49-F238E27FC236}">
                <a16:creationId xmlns:a16="http://schemas.microsoft.com/office/drawing/2014/main" id="{1C4261B1-1F24-1C8B-5C4C-0F63ED0EB0A4}"/>
              </a:ext>
            </a:extLst>
          </p:cNvPr>
          <p:cNvSpPr>
            <a:spLocks noGrp="1"/>
          </p:cNvSpPr>
          <p:nvPr>
            <p:ph type="body" sz="quarter" idx="15" hasCustomPrompt="1"/>
          </p:nvPr>
        </p:nvSpPr>
        <p:spPr>
          <a:xfrm>
            <a:off x="2833948" y="1489076"/>
            <a:ext cx="152929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0" name="Text Placeholder 10">
            <a:extLst>
              <a:ext uri="{FF2B5EF4-FFF2-40B4-BE49-F238E27FC236}">
                <a16:creationId xmlns:a16="http://schemas.microsoft.com/office/drawing/2014/main" id="{39653C3E-594A-262B-7812-59B6286F5F01}"/>
              </a:ext>
            </a:extLst>
          </p:cNvPr>
          <p:cNvSpPr>
            <a:spLocks noGrp="1"/>
          </p:cNvSpPr>
          <p:nvPr>
            <p:ph type="body" sz="quarter" idx="16" hasCustomPrompt="1"/>
          </p:nvPr>
        </p:nvSpPr>
        <p:spPr>
          <a:xfrm>
            <a:off x="4485342" y="1489076"/>
            <a:ext cx="152929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3" name="Text Placeholder 16">
            <a:extLst>
              <a:ext uri="{FF2B5EF4-FFF2-40B4-BE49-F238E27FC236}">
                <a16:creationId xmlns:a16="http://schemas.microsoft.com/office/drawing/2014/main" id="{D5CE4901-30E8-E6CD-4AD7-C9A458130591}"/>
              </a:ext>
            </a:extLst>
          </p:cNvPr>
          <p:cNvSpPr>
            <a:spLocks noGrp="1"/>
          </p:cNvSpPr>
          <p:nvPr>
            <p:ph type="body" sz="quarter" idx="19" hasCustomPrompt="1"/>
          </p:nvPr>
        </p:nvSpPr>
        <p:spPr>
          <a:xfrm>
            <a:off x="431800" y="1990863"/>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29" name="Text Placeholder 16">
            <a:extLst>
              <a:ext uri="{FF2B5EF4-FFF2-40B4-BE49-F238E27FC236}">
                <a16:creationId xmlns:a16="http://schemas.microsoft.com/office/drawing/2014/main" id="{F175448F-A096-8C05-6F78-3AB63E318C1E}"/>
              </a:ext>
            </a:extLst>
          </p:cNvPr>
          <p:cNvSpPr>
            <a:spLocks noGrp="1"/>
          </p:cNvSpPr>
          <p:nvPr>
            <p:ph type="body" sz="quarter" idx="20" hasCustomPrompt="1"/>
          </p:nvPr>
        </p:nvSpPr>
        <p:spPr>
          <a:xfrm>
            <a:off x="431800" y="2845935"/>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30" name="Text Placeholder 16">
            <a:extLst>
              <a:ext uri="{FF2B5EF4-FFF2-40B4-BE49-F238E27FC236}">
                <a16:creationId xmlns:a16="http://schemas.microsoft.com/office/drawing/2014/main" id="{2A5359CE-1497-870B-291B-283788E62464}"/>
              </a:ext>
            </a:extLst>
          </p:cNvPr>
          <p:cNvSpPr>
            <a:spLocks noGrp="1"/>
          </p:cNvSpPr>
          <p:nvPr>
            <p:ph type="body" sz="quarter" idx="21" hasCustomPrompt="1"/>
          </p:nvPr>
        </p:nvSpPr>
        <p:spPr>
          <a:xfrm>
            <a:off x="431800" y="3701006"/>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31" name="Text Placeholder 16">
            <a:extLst>
              <a:ext uri="{FF2B5EF4-FFF2-40B4-BE49-F238E27FC236}">
                <a16:creationId xmlns:a16="http://schemas.microsoft.com/office/drawing/2014/main" id="{BD33A5C1-2E72-7A3A-34CE-EB73D0C802C7}"/>
              </a:ext>
            </a:extLst>
          </p:cNvPr>
          <p:cNvSpPr>
            <a:spLocks noGrp="1"/>
          </p:cNvSpPr>
          <p:nvPr>
            <p:ph type="body" sz="quarter" idx="22" hasCustomPrompt="1"/>
          </p:nvPr>
        </p:nvSpPr>
        <p:spPr>
          <a:xfrm>
            <a:off x="431800" y="4556079"/>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32" name="Text Placeholder 16">
            <a:extLst>
              <a:ext uri="{FF2B5EF4-FFF2-40B4-BE49-F238E27FC236}">
                <a16:creationId xmlns:a16="http://schemas.microsoft.com/office/drawing/2014/main" id="{50C112E7-F325-8D2B-5E4C-F9229944A52C}"/>
              </a:ext>
            </a:extLst>
          </p:cNvPr>
          <p:cNvSpPr>
            <a:spLocks noGrp="1"/>
          </p:cNvSpPr>
          <p:nvPr>
            <p:ph type="body" sz="quarter" idx="23" hasCustomPrompt="1"/>
          </p:nvPr>
        </p:nvSpPr>
        <p:spPr>
          <a:xfrm>
            <a:off x="431800" y="5411150"/>
            <a:ext cx="6286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XX</a:t>
            </a:r>
          </a:p>
        </p:txBody>
      </p:sp>
      <p:sp>
        <p:nvSpPr>
          <p:cNvPr id="33" name="Text Placeholder 16">
            <a:extLst>
              <a:ext uri="{FF2B5EF4-FFF2-40B4-BE49-F238E27FC236}">
                <a16:creationId xmlns:a16="http://schemas.microsoft.com/office/drawing/2014/main" id="{BD1B6275-5A26-A232-9593-8D3868431570}"/>
              </a:ext>
            </a:extLst>
          </p:cNvPr>
          <p:cNvSpPr>
            <a:spLocks noGrp="1"/>
          </p:cNvSpPr>
          <p:nvPr>
            <p:ph type="body" sz="quarter" idx="24"/>
          </p:nvPr>
        </p:nvSpPr>
        <p:spPr>
          <a:xfrm>
            <a:off x="1182551" y="1990863"/>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4" name="Text Placeholder 16">
            <a:extLst>
              <a:ext uri="{FF2B5EF4-FFF2-40B4-BE49-F238E27FC236}">
                <a16:creationId xmlns:a16="http://schemas.microsoft.com/office/drawing/2014/main" id="{0D7D8708-7E66-06FA-7D79-E65FCA62291A}"/>
              </a:ext>
            </a:extLst>
          </p:cNvPr>
          <p:cNvSpPr>
            <a:spLocks noGrp="1"/>
          </p:cNvSpPr>
          <p:nvPr>
            <p:ph type="body" sz="quarter" idx="25"/>
          </p:nvPr>
        </p:nvSpPr>
        <p:spPr>
          <a:xfrm>
            <a:off x="1182551" y="2845935"/>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5" name="Text Placeholder 16">
            <a:extLst>
              <a:ext uri="{FF2B5EF4-FFF2-40B4-BE49-F238E27FC236}">
                <a16:creationId xmlns:a16="http://schemas.microsoft.com/office/drawing/2014/main" id="{334D78F8-339C-3DFD-4B3E-38F635158C8A}"/>
              </a:ext>
            </a:extLst>
          </p:cNvPr>
          <p:cNvSpPr>
            <a:spLocks noGrp="1"/>
          </p:cNvSpPr>
          <p:nvPr>
            <p:ph type="body" sz="quarter" idx="26"/>
          </p:nvPr>
        </p:nvSpPr>
        <p:spPr>
          <a:xfrm>
            <a:off x="1182551" y="3701006"/>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6" name="Text Placeholder 16">
            <a:extLst>
              <a:ext uri="{FF2B5EF4-FFF2-40B4-BE49-F238E27FC236}">
                <a16:creationId xmlns:a16="http://schemas.microsoft.com/office/drawing/2014/main" id="{775E0A72-377A-3C05-4B45-0CAF63C34AF8}"/>
              </a:ext>
            </a:extLst>
          </p:cNvPr>
          <p:cNvSpPr>
            <a:spLocks noGrp="1"/>
          </p:cNvSpPr>
          <p:nvPr>
            <p:ph type="body" sz="quarter" idx="27"/>
          </p:nvPr>
        </p:nvSpPr>
        <p:spPr>
          <a:xfrm>
            <a:off x="1182551" y="4556079"/>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7" name="Text Placeholder 16">
            <a:extLst>
              <a:ext uri="{FF2B5EF4-FFF2-40B4-BE49-F238E27FC236}">
                <a16:creationId xmlns:a16="http://schemas.microsoft.com/office/drawing/2014/main" id="{55EAC360-E071-BD45-90B6-736400063DDB}"/>
              </a:ext>
            </a:extLst>
          </p:cNvPr>
          <p:cNvSpPr>
            <a:spLocks noGrp="1"/>
          </p:cNvSpPr>
          <p:nvPr>
            <p:ph type="body" sz="quarter" idx="28"/>
          </p:nvPr>
        </p:nvSpPr>
        <p:spPr>
          <a:xfrm>
            <a:off x="1182551" y="5411150"/>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8" name="Text Placeholder 16">
            <a:extLst>
              <a:ext uri="{FF2B5EF4-FFF2-40B4-BE49-F238E27FC236}">
                <a16:creationId xmlns:a16="http://schemas.microsoft.com/office/drawing/2014/main" id="{EB624C58-A5BE-6E02-1D92-4B99DEDBD6F8}"/>
              </a:ext>
            </a:extLst>
          </p:cNvPr>
          <p:cNvSpPr>
            <a:spLocks noGrp="1"/>
          </p:cNvSpPr>
          <p:nvPr>
            <p:ph type="body" sz="quarter" idx="29"/>
          </p:nvPr>
        </p:nvSpPr>
        <p:spPr>
          <a:xfrm>
            <a:off x="2833948" y="1990863"/>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9" name="Text Placeholder 16">
            <a:extLst>
              <a:ext uri="{FF2B5EF4-FFF2-40B4-BE49-F238E27FC236}">
                <a16:creationId xmlns:a16="http://schemas.microsoft.com/office/drawing/2014/main" id="{06184C72-60C4-08D9-7673-CBAEDC0C9062}"/>
              </a:ext>
            </a:extLst>
          </p:cNvPr>
          <p:cNvSpPr>
            <a:spLocks noGrp="1"/>
          </p:cNvSpPr>
          <p:nvPr>
            <p:ph type="body" sz="quarter" idx="30"/>
          </p:nvPr>
        </p:nvSpPr>
        <p:spPr>
          <a:xfrm>
            <a:off x="2833948" y="2845935"/>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0" name="Text Placeholder 16">
            <a:extLst>
              <a:ext uri="{FF2B5EF4-FFF2-40B4-BE49-F238E27FC236}">
                <a16:creationId xmlns:a16="http://schemas.microsoft.com/office/drawing/2014/main" id="{2E3DF3F7-5A86-3668-2A61-89387B2C470A}"/>
              </a:ext>
            </a:extLst>
          </p:cNvPr>
          <p:cNvSpPr>
            <a:spLocks noGrp="1"/>
          </p:cNvSpPr>
          <p:nvPr>
            <p:ph type="body" sz="quarter" idx="31"/>
          </p:nvPr>
        </p:nvSpPr>
        <p:spPr>
          <a:xfrm>
            <a:off x="2833948" y="3701006"/>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1" name="Text Placeholder 16">
            <a:extLst>
              <a:ext uri="{FF2B5EF4-FFF2-40B4-BE49-F238E27FC236}">
                <a16:creationId xmlns:a16="http://schemas.microsoft.com/office/drawing/2014/main" id="{467DAD04-1472-EFEC-21C8-E20AAF09AEBC}"/>
              </a:ext>
            </a:extLst>
          </p:cNvPr>
          <p:cNvSpPr>
            <a:spLocks noGrp="1"/>
          </p:cNvSpPr>
          <p:nvPr>
            <p:ph type="body" sz="quarter" idx="32"/>
          </p:nvPr>
        </p:nvSpPr>
        <p:spPr>
          <a:xfrm>
            <a:off x="2833948" y="4556079"/>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2" name="Text Placeholder 16">
            <a:extLst>
              <a:ext uri="{FF2B5EF4-FFF2-40B4-BE49-F238E27FC236}">
                <a16:creationId xmlns:a16="http://schemas.microsoft.com/office/drawing/2014/main" id="{2CF41204-91C2-4EE2-A7DF-06A9ECFB894C}"/>
              </a:ext>
            </a:extLst>
          </p:cNvPr>
          <p:cNvSpPr>
            <a:spLocks noGrp="1"/>
          </p:cNvSpPr>
          <p:nvPr>
            <p:ph type="body" sz="quarter" idx="33"/>
          </p:nvPr>
        </p:nvSpPr>
        <p:spPr>
          <a:xfrm>
            <a:off x="2833948" y="5411150"/>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3" name="Text Placeholder 16">
            <a:extLst>
              <a:ext uri="{FF2B5EF4-FFF2-40B4-BE49-F238E27FC236}">
                <a16:creationId xmlns:a16="http://schemas.microsoft.com/office/drawing/2014/main" id="{D543F6D2-4C7B-6D4C-E0A2-93A82718E88A}"/>
              </a:ext>
            </a:extLst>
          </p:cNvPr>
          <p:cNvSpPr>
            <a:spLocks noGrp="1"/>
          </p:cNvSpPr>
          <p:nvPr>
            <p:ph type="body" sz="quarter" idx="34"/>
          </p:nvPr>
        </p:nvSpPr>
        <p:spPr>
          <a:xfrm>
            <a:off x="4485342" y="1990863"/>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4" name="Text Placeholder 16">
            <a:extLst>
              <a:ext uri="{FF2B5EF4-FFF2-40B4-BE49-F238E27FC236}">
                <a16:creationId xmlns:a16="http://schemas.microsoft.com/office/drawing/2014/main" id="{B4C621FD-982E-4260-00B1-E6C744E56F27}"/>
              </a:ext>
            </a:extLst>
          </p:cNvPr>
          <p:cNvSpPr>
            <a:spLocks noGrp="1"/>
          </p:cNvSpPr>
          <p:nvPr>
            <p:ph type="body" sz="quarter" idx="35"/>
          </p:nvPr>
        </p:nvSpPr>
        <p:spPr>
          <a:xfrm>
            <a:off x="4485342" y="2845935"/>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5" name="Text Placeholder 16">
            <a:extLst>
              <a:ext uri="{FF2B5EF4-FFF2-40B4-BE49-F238E27FC236}">
                <a16:creationId xmlns:a16="http://schemas.microsoft.com/office/drawing/2014/main" id="{A94E6E51-CF03-AAF7-36F4-E06789828C5B}"/>
              </a:ext>
            </a:extLst>
          </p:cNvPr>
          <p:cNvSpPr>
            <a:spLocks noGrp="1"/>
          </p:cNvSpPr>
          <p:nvPr>
            <p:ph type="body" sz="quarter" idx="36"/>
          </p:nvPr>
        </p:nvSpPr>
        <p:spPr>
          <a:xfrm>
            <a:off x="4485342" y="3701006"/>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6" name="Text Placeholder 16">
            <a:extLst>
              <a:ext uri="{FF2B5EF4-FFF2-40B4-BE49-F238E27FC236}">
                <a16:creationId xmlns:a16="http://schemas.microsoft.com/office/drawing/2014/main" id="{0B70CABA-0BAC-F5DC-3EFF-529095748E25}"/>
              </a:ext>
            </a:extLst>
          </p:cNvPr>
          <p:cNvSpPr>
            <a:spLocks noGrp="1"/>
          </p:cNvSpPr>
          <p:nvPr>
            <p:ph type="body" sz="quarter" idx="37"/>
          </p:nvPr>
        </p:nvSpPr>
        <p:spPr>
          <a:xfrm>
            <a:off x="4485342" y="4556079"/>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47" name="Text Placeholder 16">
            <a:extLst>
              <a:ext uri="{FF2B5EF4-FFF2-40B4-BE49-F238E27FC236}">
                <a16:creationId xmlns:a16="http://schemas.microsoft.com/office/drawing/2014/main" id="{FE62DED1-9762-1598-B0E9-9EA6C77AB720}"/>
              </a:ext>
            </a:extLst>
          </p:cNvPr>
          <p:cNvSpPr>
            <a:spLocks noGrp="1"/>
          </p:cNvSpPr>
          <p:nvPr>
            <p:ph type="body" sz="quarter" idx="38"/>
          </p:nvPr>
        </p:nvSpPr>
        <p:spPr>
          <a:xfrm>
            <a:off x="4485342" y="5411150"/>
            <a:ext cx="1529295"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ctr">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1" name="Text Placeholder 14">
            <a:extLst>
              <a:ext uri="{FF2B5EF4-FFF2-40B4-BE49-F238E27FC236}">
                <a16:creationId xmlns:a16="http://schemas.microsoft.com/office/drawing/2014/main" id="{4BB13A99-AF72-ED9D-038B-68C664F40289}"/>
              </a:ext>
            </a:extLst>
          </p:cNvPr>
          <p:cNvSpPr>
            <a:spLocks noGrp="1"/>
          </p:cNvSpPr>
          <p:nvPr>
            <p:ph type="body" sz="quarter" idx="40" hasCustomPrompt="1"/>
          </p:nvPr>
        </p:nvSpPr>
        <p:spPr>
          <a:xfrm>
            <a:off x="6294782" y="1489076"/>
            <a:ext cx="5459067"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7" name="Text Placeholder 17">
            <a:extLst>
              <a:ext uri="{FF2B5EF4-FFF2-40B4-BE49-F238E27FC236}">
                <a16:creationId xmlns:a16="http://schemas.microsoft.com/office/drawing/2014/main" id="{E585CB3B-670C-C126-88D7-5A68E201E884}"/>
              </a:ext>
            </a:extLst>
          </p:cNvPr>
          <p:cNvSpPr>
            <a:spLocks noGrp="1"/>
          </p:cNvSpPr>
          <p:nvPr>
            <p:ph type="body" sz="quarter" idx="41"/>
          </p:nvPr>
        </p:nvSpPr>
        <p:spPr>
          <a:xfrm>
            <a:off x="6294782" y="1990862"/>
            <a:ext cx="5459067" cy="41527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ext Placeholder 8">
            <a:extLst>
              <a:ext uri="{FF2B5EF4-FFF2-40B4-BE49-F238E27FC236}">
                <a16:creationId xmlns:a16="http://schemas.microsoft.com/office/drawing/2014/main" id="{49169C45-6D1F-B335-FE52-2B8B42559853}"/>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29195876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antt Chart">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5583162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4" name="Text Placeholder 10">
            <a:extLst>
              <a:ext uri="{FF2B5EF4-FFF2-40B4-BE49-F238E27FC236}">
                <a16:creationId xmlns:a16="http://schemas.microsoft.com/office/drawing/2014/main" id="{F037FA63-EE86-E603-C336-950690F57577}"/>
              </a:ext>
            </a:extLst>
          </p:cNvPr>
          <p:cNvSpPr>
            <a:spLocks noGrp="1"/>
          </p:cNvSpPr>
          <p:nvPr>
            <p:ph type="body" sz="quarter" idx="13" hasCustomPrompt="1"/>
          </p:nvPr>
        </p:nvSpPr>
        <p:spPr>
          <a:xfrm>
            <a:off x="431799"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accent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Text Placeholder 10">
            <a:extLst>
              <a:ext uri="{FF2B5EF4-FFF2-40B4-BE49-F238E27FC236}">
                <a16:creationId xmlns:a16="http://schemas.microsoft.com/office/drawing/2014/main" id="{94A8DE49-D84F-9A96-A14A-8C08629A91C0}"/>
              </a:ext>
            </a:extLst>
          </p:cNvPr>
          <p:cNvSpPr>
            <a:spLocks noGrp="1"/>
          </p:cNvSpPr>
          <p:nvPr>
            <p:ph type="body" sz="quarter" idx="19" hasCustomPrompt="1"/>
          </p:nvPr>
        </p:nvSpPr>
        <p:spPr>
          <a:xfrm>
            <a:off x="2726846"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B89B729F-AC37-F970-6754-23C940D36696}"/>
              </a:ext>
            </a:extLst>
          </p:cNvPr>
          <p:cNvSpPr>
            <a:spLocks noGrp="1"/>
          </p:cNvSpPr>
          <p:nvPr>
            <p:ph type="body" sz="quarter" idx="20" hasCustomPrompt="1"/>
          </p:nvPr>
        </p:nvSpPr>
        <p:spPr>
          <a:xfrm>
            <a:off x="5021893"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8" name="Text Placeholder 10">
            <a:extLst>
              <a:ext uri="{FF2B5EF4-FFF2-40B4-BE49-F238E27FC236}">
                <a16:creationId xmlns:a16="http://schemas.microsoft.com/office/drawing/2014/main" id="{F3EC5DD4-A1DF-7FB3-DA4A-1DF1FF2E47FC}"/>
              </a:ext>
            </a:extLst>
          </p:cNvPr>
          <p:cNvSpPr>
            <a:spLocks noGrp="1"/>
          </p:cNvSpPr>
          <p:nvPr>
            <p:ph type="body" sz="quarter" idx="21" hasCustomPrompt="1"/>
          </p:nvPr>
        </p:nvSpPr>
        <p:spPr>
          <a:xfrm>
            <a:off x="7316940"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1" name="Text Placeholder 10">
            <a:extLst>
              <a:ext uri="{FF2B5EF4-FFF2-40B4-BE49-F238E27FC236}">
                <a16:creationId xmlns:a16="http://schemas.microsoft.com/office/drawing/2014/main" id="{80DA873D-38CE-ADF1-4CFC-0DFE64F8EFD5}"/>
              </a:ext>
            </a:extLst>
          </p:cNvPr>
          <p:cNvSpPr>
            <a:spLocks noGrp="1"/>
          </p:cNvSpPr>
          <p:nvPr>
            <p:ph type="body" sz="quarter" idx="22" hasCustomPrompt="1"/>
          </p:nvPr>
        </p:nvSpPr>
        <p:spPr>
          <a:xfrm>
            <a:off x="9611986" y="1489076"/>
            <a:ext cx="2141863"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2" name="Text Placeholder 10">
            <a:extLst>
              <a:ext uri="{FF2B5EF4-FFF2-40B4-BE49-F238E27FC236}">
                <a16:creationId xmlns:a16="http://schemas.microsoft.com/office/drawing/2014/main" id="{9DD333B2-CD66-7279-E8A3-B6E61264F6C6}"/>
              </a:ext>
            </a:extLst>
          </p:cNvPr>
          <p:cNvSpPr>
            <a:spLocks noGrp="1"/>
          </p:cNvSpPr>
          <p:nvPr>
            <p:ph type="body" sz="quarter" idx="26" hasCustomPrompt="1"/>
          </p:nvPr>
        </p:nvSpPr>
        <p:spPr>
          <a:xfrm>
            <a:off x="2726846" y="2262995"/>
            <a:ext cx="4436910"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4" name="Text Placeholder 10">
            <a:extLst>
              <a:ext uri="{FF2B5EF4-FFF2-40B4-BE49-F238E27FC236}">
                <a16:creationId xmlns:a16="http://schemas.microsoft.com/office/drawing/2014/main" id="{7994E2DB-36E1-B448-1BF6-11256E8C43A4}"/>
              </a:ext>
            </a:extLst>
          </p:cNvPr>
          <p:cNvSpPr>
            <a:spLocks noGrp="1"/>
          </p:cNvSpPr>
          <p:nvPr>
            <p:ph type="body" sz="quarter" idx="27" hasCustomPrompt="1"/>
          </p:nvPr>
        </p:nvSpPr>
        <p:spPr>
          <a:xfrm>
            <a:off x="5021893" y="2731763"/>
            <a:ext cx="2141863"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5" name="Text Placeholder 10">
            <a:extLst>
              <a:ext uri="{FF2B5EF4-FFF2-40B4-BE49-F238E27FC236}">
                <a16:creationId xmlns:a16="http://schemas.microsoft.com/office/drawing/2014/main" id="{B3956F85-E2A8-A8AC-EDE9-490E3F7D9CC4}"/>
              </a:ext>
            </a:extLst>
          </p:cNvPr>
          <p:cNvSpPr>
            <a:spLocks noGrp="1"/>
          </p:cNvSpPr>
          <p:nvPr>
            <p:ph type="body" sz="quarter" idx="28" hasCustomPrompt="1"/>
          </p:nvPr>
        </p:nvSpPr>
        <p:spPr>
          <a:xfrm>
            <a:off x="5021893" y="3691109"/>
            <a:ext cx="4436910"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6" name="Text Placeholder 10">
            <a:extLst>
              <a:ext uri="{FF2B5EF4-FFF2-40B4-BE49-F238E27FC236}">
                <a16:creationId xmlns:a16="http://schemas.microsoft.com/office/drawing/2014/main" id="{157BB089-D284-9517-825A-A996C1EEDDB7}"/>
              </a:ext>
            </a:extLst>
          </p:cNvPr>
          <p:cNvSpPr>
            <a:spLocks noGrp="1"/>
          </p:cNvSpPr>
          <p:nvPr>
            <p:ph type="body" sz="quarter" idx="29" hasCustomPrompt="1"/>
          </p:nvPr>
        </p:nvSpPr>
        <p:spPr>
          <a:xfrm>
            <a:off x="5021893" y="4159877"/>
            <a:ext cx="2141863"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7" name="Text Placeholder 10">
            <a:extLst>
              <a:ext uri="{FF2B5EF4-FFF2-40B4-BE49-F238E27FC236}">
                <a16:creationId xmlns:a16="http://schemas.microsoft.com/office/drawing/2014/main" id="{97AFC7F1-0AE2-A96D-5A88-A8773C8AC8D8}"/>
              </a:ext>
            </a:extLst>
          </p:cNvPr>
          <p:cNvSpPr>
            <a:spLocks noGrp="1"/>
          </p:cNvSpPr>
          <p:nvPr>
            <p:ph type="body" sz="quarter" idx="30" hasCustomPrompt="1"/>
          </p:nvPr>
        </p:nvSpPr>
        <p:spPr>
          <a:xfrm>
            <a:off x="7316941" y="5119224"/>
            <a:ext cx="2141863"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8" name="Text Placeholder 10">
            <a:extLst>
              <a:ext uri="{FF2B5EF4-FFF2-40B4-BE49-F238E27FC236}">
                <a16:creationId xmlns:a16="http://schemas.microsoft.com/office/drawing/2014/main" id="{A5D1F28A-925E-9205-32F7-EA5A4E870F54}"/>
              </a:ext>
            </a:extLst>
          </p:cNvPr>
          <p:cNvSpPr>
            <a:spLocks noGrp="1"/>
          </p:cNvSpPr>
          <p:nvPr>
            <p:ph type="body" sz="quarter" idx="31" hasCustomPrompt="1"/>
          </p:nvPr>
        </p:nvSpPr>
        <p:spPr>
          <a:xfrm>
            <a:off x="7316939" y="5587992"/>
            <a:ext cx="4436911" cy="352167"/>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rgbClr val="F1F5F6"/>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200" b="0" i="0" smtClean="0">
                <a:solidFill>
                  <a:schemeClr val="accent1"/>
                </a:solidFill>
                <a:latin typeface="Abadi ExtraLight" panose="020B0204020104020204" pitchFamily="34" charset="77"/>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48" name="Text Placeholder 45">
            <a:extLst>
              <a:ext uri="{FF2B5EF4-FFF2-40B4-BE49-F238E27FC236}">
                <a16:creationId xmlns:a16="http://schemas.microsoft.com/office/drawing/2014/main" id="{7F56A3CC-ED1C-B825-A3F4-F5128EEC44A4}"/>
              </a:ext>
            </a:extLst>
          </p:cNvPr>
          <p:cNvSpPr>
            <a:spLocks noGrp="1"/>
          </p:cNvSpPr>
          <p:nvPr>
            <p:ph type="body" sz="quarter" idx="32"/>
          </p:nvPr>
        </p:nvSpPr>
        <p:spPr>
          <a:xfrm>
            <a:off x="431801" y="2016072"/>
            <a:ext cx="2141862" cy="1271324"/>
          </a:xfrm>
          <a:custGeom>
            <a:avLst/>
            <a:gdLst>
              <a:gd name="connsiteX0" fmla="*/ 0 w 3649643"/>
              <a:gd name="connsiteY0" fmla="*/ 0 h 861110"/>
              <a:gd name="connsiteX1" fmla="*/ 3649643 w 3649643"/>
              <a:gd name="connsiteY1" fmla="*/ 0 h 861110"/>
              <a:gd name="connsiteX2" fmla="*/ 3649643 w 3649643"/>
              <a:gd name="connsiteY2" fmla="*/ 861110 h 861110"/>
              <a:gd name="connsiteX3" fmla="*/ 0 w 3649643"/>
              <a:gd name="connsiteY3" fmla="*/ 861110 h 861110"/>
            </a:gdLst>
            <a:ahLst/>
            <a:cxnLst>
              <a:cxn ang="0">
                <a:pos x="connsiteX0" y="connsiteY0"/>
              </a:cxn>
              <a:cxn ang="0">
                <a:pos x="connsiteX1" y="connsiteY1"/>
              </a:cxn>
              <a:cxn ang="0">
                <a:pos x="connsiteX2" y="connsiteY2"/>
              </a:cxn>
              <a:cxn ang="0">
                <a:pos x="connsiteX3" y="connsiteY3"/>
              </a:cxn>
            </a:cxnLst>
            <a:rect l="l" t="t" r="r" b="b"/>
            <a:pathLst>
              <a:path w="3649643" h="861110">
                <a:moveTo>
                  <a:pt x="0" y="0"/>
                </a:moveTo>
                <a:lnTo>
                  <a:pt x="3649643" y="0"/>
                </a:lnTo>
                <a:lnTo>
                  <a:pt x="3649643" y="861110"/>
                </a:lnTo>
                <a:lnTo>
                  <a:pt x="0" y="861110"/>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vl2pPr>
              <a:defRPr lang="en-US" b="0" i="0" dirty="0">
                <a:latin typeface="Abadi ExtraLight" panose="020B0204020104020204" pitchFamily="34" charset="77"/>
              </a:defRPr>
            </a:lvl2pPr>
            <a:lvl3pPr marL="914400" indent="0">
              <a:buNone/>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49" name="Text Placeholder 46">
            <a:extLst>
              <a:ext uri="{FF2B5EF4-FFF2-40B4-BE49-F238E27FC236}">
                <a16:creationId xmlns:a16="http://schemas.microsoft.com/office/drawing/2014/main" id="{CF5DEFE7-7465-EB77-1B3F-12CFAD2BC6A8}"/>
              </a:ext>
            </a:extLst>
          </p:cNvPr>
          <p:cNvSpPr>
            <a:spLocks noGrp="1"/>
          </p:cNvSpPr>
          <p:nvPr>
            <p:ph type="body" sz="quarter" idx="33"/>
          </p:nvPr>
        </p:nvSpPr>
        <p:spPr>
          <a:xfrm>
            <a:off x="431801" y="3444187"/>
            <a:ext cx="2141862" cy="1271324"/>
          </a:xfrm>
          <a:custGeom>
            <a:avLst/>
            <a:gdLst>
              <a:gd name="connsiteX0" fmla="*/ 0 w 3649643"/>
              <a:gd name="connsiteY0" fmla="*/ 0 h 861110"/>
              <a:gd name="connsiteX1" fmla="*/ 3649643 w 3649643"/>
              <a:gd name="connsiteY1" fmla="*/ 0 h 861110"/>
              <a:gd name="connsiteX2" fmla="*/ 3649643 w 3649643"/>
              <a:gd name="connsiteY2" fmla="*/ 861110 h 861110"/>
              <a:gd name="connsiteX3" fmla="*/ 0 w 3649643"/>
              <a:gd name="connsiteY3" fmla="*/ 861110 h 861110"/>
            </a:gdLst>
            <a:ahLst/>
            <a:cxnLst>
              <a:cxn ang="0">
                <a:pos x="connsiteX0" y="connsiteY0"/>
              </a:cxn>
              <a:cxn ang="0">
                <a:pos x="connsiteX1" y="connsiteY1"/>
              </a:cxn>
              <a:cxn ang="0">
                <a:pos x="connsiteX2" y="connsiteY2"/>
              </a:cxn>
              <a:cxn ang="0">
                <a:pos x="connsiteX3" y="connsiteY3"/>
              </a:cxn>
            </a:cxnLst>
            <a:rect l="l" t="t" r="r" b="b"/>
            <a:pathLst>
              <a:path w="3649643" h="861110">
                <a:moveTo>
                  <a:pt x="0" y="0"/>
                </a:moveTo>
                <a:lnTo>
                  <a:pt x="3649643" y="0"/>
                </a:lnTo>
                <a:lnTo>
                  <a:pt x="3649643" y="861110"/>
                </a:lnTo>
                <a:lnTo>
                  <a:pt x="0" y="861110"/>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vl2pPr>
              <a:defRPr lang="en-US" b="0" i="0" dirty="0">
                <a:latin typeface="Abadi ExtraLight" panose="020B0204020104020204" pitchFamily="34" charset="77"/>
              </a:defRPr>
            </a:lvl2pPr>
            <a:lvl3pPr marL="914400" indent="0">
              <a:buNone/>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50" name="Text Placeholder 47">
            <a:extLst>
              <a:ext uri="{FF2B5EF4-FFF2-40B4-BE49-F238E27FC236}">
                <a16:creationId xmlns:a16="http://schemas.microsoft.com/office/drawing/2014/main" id="{A6F975AE-0117-2E77-C297-29A7A6EA02F3}"/>
              </a:ext>
            </a:extLst>
          </p:cNvPr>
          <p:cNvSpPr>
            <a:spLocks noGrp="1"/>
          </p:cNvSpPr>
          <p:nvPr>
            <p:ph type="body" sz="quarter" idx="34"/>
          </p:nvPr>
        </p:nvSpPr>
        <p:spPr>
          <a:xfrm>
            <a:off x="431801" y="4872301"/>
            <a:ext cx="2141862" cy="1271324"/>
          </a:xfrm>
          <a:custGeom>
            <a:avLst/>
            <a:gdLst>
              <a:gd name="connsiteX0" fmla="*/ 0 w 3649643"/>
              <a:gd name="connsiteY0" fmla="*/ 0 h 861110"/>
              <a:gd name="connsiteX1" fmla="*/ 3649643 w 3649643"/>
              <a:gd name="connsiteY1" fmla="*/ 0 h 861110"/>
              <a:gd name="connsiteX2" fmla="*/ 3649643 w 3649643"/>
              <a:gd name="connsiteY2" fmla="*/ 861110 h 861110"/>
              <a:gd name="connsiteX3" fmla="*/ 0 w 3649643"/>
              <a:gd name="connsiteY3" fmla="*/ 861110 h 861110"/>
            </a:gdLst>
            <a:ahLst/>
            <a:cxnLst>
              <a:cxn ang="0">
                <a:pos x="connsiteX0" y="connsiteY0"/>
              </a:cxn>
              <a:cxn ang="0">
                <a:pos x="connsiteX1" y="connsiteY1"/>
              </a:cxn>
              <a:cxn ang="0">
                <a:pos x="connsiteX2" y="connsiteY2"/>
              </a:cxn>
              <a:cxn ang="0">
                <a:pos x="connsiteX3" y="connsiteY3"/>
              </a:cxn>
            </a:cxnLst>
            <a:rect l="l" t="t" r="r" b="b"/>
            <a:pathLst>
              <a:path w="3649643" h="861110">
                <a:moveTo>
                  <a:pt x="0" y="0"/>
                </a:moveTo>
                <a:lnTo>
                  <a:pt x="3649643" y="0"/>
                </a:lnTo>
                <a:lnTo>
                  <a:pt x="3649643" y="861110"/>
                </a:lnTo>
                <a:lnTo>
                  <a:pt x="0" y="861110"/>
                </a:lnTo>
                <a:close/>
              </a:path>
            </a:pathLst>
          </a:custGeom>
          <a:solidFill>
            <a:srgbClr val="F1F5F6"/>
          </a:solidFill>
          <a:effectLst/>
        </p:spPr>
        <p:txBody>
          <a:bodyPr vert="horz" lIns="144000" tIns="144000" rIns="144000" bIns="144000" rtlCol="0" anchor="ctr">
            <a:noAutofit/>
          </a:bodyPr>
          <a:lstStyle>
            <a:lvl1pPr>
              <a:defRPr lang="en-US" b="0" i="0" dirty="0">
                <a:latin typeface="Abadi ExtraLight" panose="020B0204020104020204" pitchFamily="34" charset="77"/>
              </a:defRPr>
            </a:lvl1pPr>
            <a:lvl2pPr>
              <a:defRPr lang="en-US" b="0" i="0" dirty="0">
                <a:latin typeface="Abadi ExtraLight" panose="020B0204020104020204" pitchFamily="34" charset="77"/>
              </a:defRPr>
            </a:lvl2pPr>
            <a:lvl3pPr marL="914400" indent="0">
              <a:buNone/>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cxnSp>
        <p:nvCxnSpPr>
          <p:cNvPr id="51" name="Straight Connector 50">
            <a:extLst>
              <a:ext uri="{FF2B5EF4-FFF2-40B4-BE49-F238E27FC236}">
                <a16:creationId xmlns:a16="http://schemas.microsoft.com/office/drawing/2014/main" id="{019CA49A-837D-18A9-0261-CBE209E2D5DD}"/>
              </a:ext>
            </a:extLst>
          </p:cNvPr>
          <p:cNvCxnSpPr/>
          <p:nvPr userDrawn="1"/>
        </p:nvCxnSpPr>
        <p:spPr>
          <a:xfrm>
            <a:off x="2726846" y="3365792"/>
            <a:ext cx="902700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0CC4EC0-0FDA-4C16-7698-007E63EC86CF}"/>
              </a:ext>
            </a:extLst>
          </p:cNvPr>
          <p:cNvCxnSpPr/>
          <p:nvPr userDrawn="1"/>
        </p:nvCxnSpPr>
        <p:spPr>
          <a:xfrm>
            <a:off x="2726846" y="4793906"/>
            <a:ext cx="902700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ext Placeholder 8">
            <a:extLst>
              <a:ext uri="{FF2B5EF4-FFF2-40B4-BE49-F238E27FC236}">
                <a16:creationId xmlns:a16="http://schemas.microsoft.com/office/drawing/2014/main" id="{70A2A0DB-9287-43F2-BE8C-01AC9435C43F}"/>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96755731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Themen, 1 Highlight">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334040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341C7031-1985-4E2D-AB8A-1F2773FE7F2A}"/>
              </a:ext>
            </a:extLst>
          </p:cNvPr>
          <p:cNvSpPr>
            <a:spLocks noGrp="1"/>
          </p:cNvSpPr>
          <p:nvPr>
            <p:ph type="body" sz="quarter" idx="23"/>
          </p:nvPr>
        </p:nvSpPr>
        <p:spPr>
          <a:xfrm>
            <a:off x="6184366" y="3610990"/>
            <a:ext cx="5569485" cy="114300"/>
          </a:xfrm>
          <a:custGeom>
            <a:avLst/>
            <a:gdLst>
              <a:gd name="csX0" fmla="*/ 0 w 5569485"/>
              <a:gd name="csY0" fmla="*/ 0 h 114300"/>
              <a:gd name="csX1" fmla="*/ 5569485 w 5569485"/>
              <a:gd name="csY1" fmla="*/ 0 h 114300"/>
              <a:gd name="csX2" fmla="*/ 5569485 w 5569485"/>
              <a:gd name="csY2" fmla="*/ 114300 h 114300"/>
              <a:gd name="csX3" fmla="*/ 0 w 5569485"/>
              <a:gd name="csY3" fmla="*/ 114300 h 114300"/>
            </a:gdLst>
            <a:ahLst/>
            <a:cxnLst>
              <a:cxn ang="0">
                <a:pos x="csX0" y="csY0"/>
              </a:cxn>
              <a:cxn ang="0">
                <a:pos x="csX1" y="csY1"/>
              </a:cxn>
              <a:cxn ang="0">
                <a:pos x="csX2" y="csY2"/>
              </a:cxn>
              <a:cxn ang="0">
                <a:pos x="csX3" y="csY3"/>
              </a:cxn>
            </a:cxnLst>
            <a:rect l="l" t="t" r="r" b="b"/>
            <a:pathLst>
              <a:path w="5569485" h="114300">
                <a:moveTo>
                  <a:pt x="0" y="0"/>
                </a:moveTo>
                <a:lnTo>
                  <a:pt x="5569485" y="0"/>
                </a:lnTo>
                <a:lnTo>
                  <a:pt x="5569485" y="114300"/>
                </a:lnTo>
                <a:lnTo>
                  <a:pt x="0" y="114300"/>
                </a:lnTo>
                <a:close/>
              </a:path>
            </a:pathLst>
          </a:custGeom>
          <a:solidFill>
            <a:schemeClr val="accent2"/>
          </a:solidFill>
          <a:effectLst/>
        </p:spPr>
        <p:txBody>
          <a:bodyPr vert="horz" wrap="square" lIns="324000" tIns="144000" rIns="324000" bIns="144000" rtlCol="0" anchor="ctr">
            <a:noAutofit/>
          </a:bodyPr>
          <a:lstStyle>
            <a:lvl1pPr>
              <a:buNone/>
              <a:defRPr lang="en-US" sz="100" b="0" i="0" smtClean="0">
                <a:solidFill>
                  <a:schemeClr val="bg2">
                    <a:alpha val="0"/>
                  </a:schemeClr>
                </a:solidFill>
                <a:latin typeface="Abadi ExtraLight" panose="020B0204020104020204" pitchFamily="34" charset="77"/>
              </a:defRPr>
            </a:lvl1pPr>
            <a:lvl2pPr>
              <a:defRPr lang="en-US" b="0" i="0" smtClean="0">
                <a:solidFill>
                  <a:schemeClr val="bg2"/>
                </a:solidFill>
                <a:latin typeface="Abadi ExtraLight" panose="020B0204020104020204" pitchFamily="34" charset="77"/>
              </a:defRPr>
            </a:lvl2pPr>
            <a:lvl3pPr>
              <a:defRPr lang="en-US" b="0" i="0" smtClean="0">
                <a:solidFill>
                  <a:schemeClr val="bg2"/>
                </a:solidFill>
                <a:latin typeface="Abadi ExtraLight" panose="020B0204020104020204" pitchFamily="34" charset="77"/>
              </a:defRPr>
            </a:lvl3pPr>
            <a:lvl4pPr>
              <a:defRPr lang="en-US" b="0" i="0" smtClean="0">
                <a:solidFill>
                  <a:schemeClr val="bg2"/>
                </a:solidFill>
                <a:latin typeface="Abadi ExtraLight" panose="020B0204020104020204" pitchFamily="34" charset="77"/>
              </a:defRPr>
            </a:lvl4pPr>
            <a:lvl5pPr>
              <a:defRPr lang="en-GB" b="0" i="0">
                <a:solidFill>
                  <a:schemeClr val="bg2"/>
                </a:solidFill>
                <a:latin typeface="Abadi ExtraLight" panose="020B0204020104020204" pitchFamily="34" charset="77"/>
              </a:defRPr>
            </a:lvl5pPr>
          </a:lstStyle>
          <a:p>
            <a:pPr lvl="0"/>
            <a:endParaRPr lang="en-GB" dirty="0"/>
          </a:p>
        </p:txBody>
      </p:sp>
      <p:sp>
        <p:nvSpPr>
          <p:cNvPr id="16" name="Text Placeholder 16">
            <a:extLst>
              <a:ext uri="{FF2B5EF4-FFF2-40B4-BE49-F238E27FC236}">
                <a16:creationId xmlns:a16="http://schemas.microsoft.com/office/drawing/2014/main" id="{4C57B8C4-06D2-D241-7309-252C365D5414}"/>
              </a:ext>
            </a:extLst>
          </p:cNvPr>
          <p:cNvSpPr>
            <a:spLocks noGrp="1"/>
          </p:cNvSpPr>
          <p:nvPr>
            <p:ph type="body" sz="quarter" idx="19"/>
          </p:nvPr>
        </p:nvSpPr>
        <p:spPr>
          <a:xfrm>
            <a:off x="431799" y="1489075"/>
            <a:ext cx="5569485" cy="2236214"/>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324000" tIns="144000" rIns="32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7" name="Text Placeholder 16">
            <a:extLst>
              <a:ext uri="{FF2B5EF4-FFF2-40B4-BE49-F238E27FC236}">
                <a16:creationId xmlns:a16="http://schemas.microsoft.com/office/drawing/2014/main" id="{526703CA-DDC8-F468-4CA3-BDE30634F273}"/>
              </a:ext>
            </a:extLst>
          </p:cNvPr>
          <p:cNvSpPr>
            <a:spLocks noGrp="1"/>
          </p:cNvSpPr>
          <p:nvPr>
            <p:ph type="body" sz="quarter" idx="20"/>
          </p:nvPr>
        </p:nvSpPr>
        <p:spPr>
          <a:xfrm>
            <a:off x="431799" y="3907411"/>
            <a:ext cx="5569485" cy="2236214"/>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324000" tIns="144000" rIns="32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16">
            <a:extLst>
              <a:ext uri="{FF2B5EF4-FFF2-40B4-BE49-F238E27FC236}">
                <a16:creationId xmlns:a16="http://schemas.microsoft.com/office/drawing/2014/main" id="{994FD595-BF6A-6755-5C2B-E69CED22A79E}"/>
              </a:ext>
            </a:extLst>
          </p:cNvPr>
          <p:cNvSpPr>
            <a:spLocks noGrp="1"/>
          </p:cNvSpPr>
          <p:nvPr>
            <p:ph type="body" sz="quarter" idx="21"/>
          </p:nvPr>
        </p:nvSpPr>
        <p:spPr>
          <a:xfrm>
            <a:off x="6184364" y="1489076"/>
            <a:ext cx="5569485" cy="212191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chemeClr val="accent1"/>
          </a:solidFill>
          <a:effectLst/>
        </p:spPr>
        <p:txBody>
          <a:bodyPr vert="horz" lIns="324000" tIns="144000" rIns="324000" bIns="144000" rtlCol="0" anchor="ctr">
            <a:noAutofit/>
          </a:bodyPr>
          <a:lstStyle>
            <a:lvl1pPr>
              <a:defRPr lang="en-US" b="0" i="0" smtClean="0">
                <a:solidFill>
                  <a:schemeClr val="bg2"/>
                </a:solidFill>
                <a:latin typeface="Abadi ExtraLight" panose="020B0204020104020204" pitchFamily="34" charset="77"/>
              </a:defRPr>
            </a:lvl1pPr>
            <a:lvl2pPr>
              <a:defRPr lang="en-US" b="0" i="0" smtClean="0">
                <a:solidFill>
                  <a:schemeClr val="bg2"/>
                </a:solidFill>
                <a:latin typeface="Abadi ExtraLight" panose="020B0204020104020204" pitchFamily="34" charset="77"/>
              </a:defRPr>
            </a:lvl2pPr>
            <a:lvl3pPr>
              <a:defRPr lang="en-US" b="0" i="0" smtClean="0">
                <a:solidFill>
                  <a:schemeClr val="bg2"/>
                </a:solidFill>
                <a:latin typeface="Abadi ExtraLight" panose="020B0204020104020204" pitchFamily="34" charset="77"/>
              </a:defRPr>
            </a:lvl3pPr>
            <a:lvl4pPr>
              <a:defRPr lang="en-US" b="0" i="0" smtClean="0">
                <a:solidFill>
                  <a:schemeClr val="bg2"/>
                </a:solidFill>
                <a:latin typeface="Abadi ExtraLight" panose="020B0204020104020204" pitchFamily="34" charset="77"/>
              </a:defRPr>
            </a:lvl4pPr>
            <a:lvl5pPr>
              <a:defRPr lang="en-GB" b="0" i="0">
                <a:solidFill>
                  <a:schemeClr val="bg2"/>
                </a:solidFill>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16">
            <a:extLst>
              <a:ext uri="{FF2B5EF4-FFF2-40B4-BE49-F238E27FC236}">
                <a16:creationId xmlns:a16="http://schemas.microsoft.com/office/drawing/2014/main" id="{5F60DAE4-7BEF-2E68-01DB-03C18B7E368B}"/>
              </a:ext>
            </a:extLst>
          </p:cNvPr>
          <p:cNvSpPr>
            <a:spLocks noGrp="1"/>
          </p:cNvSpPr>
          <p:nvPr>
            <p:ph type="body" sz="quarter" idx="22"/>
          </p:nvPr>
        </p:nvSpPr>
        <p:spPr>
          <a:xfrm>
            <a:off x="6184364" y="3907411"/>
            <a:ext cx="5569485" cy="2236214"/>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324000" tIns="144000" rIns="32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Text Placeholder 8">
            <a:extLst>
              <a:ext uri="{FF2B5EF4-FFF2-40B4-BE49-F238E27FC236}">
                <a16:creationId xmlns:a16="http://schemas.microsoft.com/office/drawing/2014/main" id="{F031A213-FF05-8F19-B1CE-E3FE475C001F}"/>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164816296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Highlightthemen">
    <p:spTree>
      <p:nvGrpSpPr>
        <p:cNvPr id="1" name=""/>
        <p:cNvGrpSpPr/>
        <p:nvPr/>
      </p:nvGrpSpPr>
      <p:grpSpPr>
        <a:xfrm>
          <a:off x="0" y="0"/>
          <a:ext cx="0" cy="0"/>
          <a:chOff x="0" y="0"/>
          <a:chExt cx="0" cy="0"/>
        </a:xfrm>
      </p:grpSpPr>
      <p:sp>
        <p:nvSpPr>
          <p:cNvPr id="16" name="Text Placeholder 17">
            <a:extLst>
              <a:ext uri="{FF2B5EF4-FFF2-40B4-BE49-F238E27FC236}">
                <a16:creationId xmlns:a16="http://schemas.microsoft.com/office/drawing/2014/main" id="{EE09DE95-C994-A1B3-75A1-5E4D14E89E72}"/>
              </a:ext>
            </a:extLst>
          </p:cNvPr>
          <p:cNvSpPr>
            <a:spLocks noGrp="1"/>
          </p:cNvSpPr>
          <p:nvPr>
            <p:ph type="body" sz="quarter" idx="20"/>
          </p:nvPr>
        </p:nvSpPr>
        <p:spPr>
          <a:xfrm>
            <a:off x="4331209" y="1489075"/>
            <a:ext cx="7437881" cy="123417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18" name="Text Placeholder 17">
            <a:extLst>
              <a:ext uri="{FF2B5EF4-FFF2-40B4-BE49-F238E27FC236}">
                <a16:creationId xmlns:a16="http://schemas.microsoft.com/office/drawing/2014/main" id="{C76F8047-EB89-06F0-F3F5-E1346D4E2EFB}"/>
              </a:ext>
            </a:extLst>
          </p:cNvPr>
          <p:cNvSpPr>
            <a:spLocks noGrp="1"/>
          </p:cNvSpPr>
          <p:nvPr>
            <p:ph type="body" sz="quarter" idx="21"/>
          </p:nvPr>
        </p:nvSpPr>
        <p:spPr>
          <a:xfrm>
            <a:off x="4331209" y="2951847"/>
            <a:ext cx="7437881" cy="123417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sp>
        <p:nvSpPr>
          <p:cNvPr id="20" name="Text Placeholder 17">
            <a:extLst>
              <a:ext uri="{FF2B5EF4-FFF2-40B4-BE49-F238E27FC236}">
                <a16:creationId xmlns:a16="http://schemas.microsoft.com/office/drawing/2014/main" id="{DAA5F8A5-FB4C-5BE2-31BB-ACF28A371864}"/>
              </a:ext>
            </a:extLst>
          </p:cNvPr>
          <p:cNvSpPr>
            <a:spLocks noGrp="1"/>
          </p:cNvSpPr>
          <p:nvPr>
            <p:ph type="body" sz="quarter" idx="22"/>
          </p:nvPr>
        </p:nvSpPr>
        <p:spPr>
          <a:xfrm>
            <a:off x="4331209" y="4414619"/>
            <a:ext cx="7437881" cy="123417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40000" tIns="144000" rIns="144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smtClean="0"/>
            </a:lvl3pPr>
            <a:lvl4pPr>
              <a:defRPr lang="en-US" smtClean="0"/>
            </a:lvl4pPr>
            <a:lvl5pPr>
              <a:defRPr lang="en-GB"/>
            </a:lvl5pPr>
          </a:lstStyle>
          <a:p>
            <a:pPr lvl="0"/>
            <a:r>
              <a:rPr lang="en-US" dirty="0"/>
              <a:t>Click to edit Master text styles</a:t>
            </a:r>
          </a:p>
          <a:p>
            <a:pPr lvl="1"/>
            <a:r>
              <a:rPr lang="en-US" dirty="0"/>
              <a:t>Second level</a:t>
            </a:r>
          </a:p>
        </p:txBody>
      </p:sp>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802422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647CA50B-F798-39E8-8B8E-28795E5B6445}"/>
              </a:ext>
            </a:extLst>
          </p:cNvPr>
          <p:cNvSpPr/>
          <p:nvPr userDrawn="1"/>
        </p:nvSpPr>
        <p:spPr>
          <a:xfrm>
            <a:off x="0" y="-1"/>
            <a:ext cx="4315968"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13" name="Rectangle 12">
            <a:extLst>
              <a:ext uri="{FF2B5EF4-FFF2-40B4-BE49-F238E27FC236}">
                <a16:creationId xmlns:a16="http://schemas.microsoft.com/office/drawing/2014/main" id="{C2A89BC1-8F06-36AA-9051-A5C96B8FF9C2}"/>
              </a:ext>
            </a:extLst>
          </p:cNvPr>
          <p:cNvSpPr/>
          <p:nvPr userDrawn="1"/>
        </p:nvSpPr>
        <p:spPr>
          <a:xfrm rot="16200000">
            <a:off x="2113939" y="4650458"/>
            <a:ext cx="93603" cy="43214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pic>
        <p:nvPicPr>
          <p:cNvPr id="14" name="Picture 13" descr="A black background with a black square&#10;&#10;AI-generated content may be incorrect.">
            <a:extLst>
              <a:ext uri="{FF2B5EF4-FFF2-40B4-BE49-F238E27FC236}">
                <a16:creationId xmlns:a16="http://schemas.microsoft.com/office/drawing/2014/main" id="{65E9D035-B315-4FF5-7186-7A188529EDCC}"/>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192771" y="-1024066"/>
            <a:ext cx="5735079" cy="5735079"/>
          </a:xfrm>
          <a:prstGeom prst="rect">
            <a:avLst/>
          </a:prstGeom>
        </p:spPr>
      </p:pic>
      <p:sp>
        <p:nvSpPr>
          <p:cNvPr id="5" name="Text Placeholder 10">
            <a:extLst>
              <a:ext uri="{FF2B5EF4-FFF2-40B4-BE49-F238E27FC236}">
                <a16:creationId xmlns:a16="http://schemas.microsoft.com/office/drawing/2014/main" id="{2604FCD9-DF5D-D50B-F200-2148E3F570A8}"/>
              </a:ext>
            </a:extLst>
          </p:cNvPr>
          <p:cNvSpPr>
            <a:spLocks noGrp="1"/>
          </p:cNvSpPr>
          <p:nvPr>
            <p:ph type="body" sz="quarter" idx="33" hasCustomPrompt="1"/>
          </p:nvPr>
        </p:nvSpPr>
        <p:spPr>
          <a:xfrm>
            <a:off x="4046959" y="1829530"/>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6" name="Text Placeholder 10">
            <a:extLst>
              <a:ext uri="{FF2B5EF4-FFF2-40B4-BE49-F238E27FC236}">
                <a16:creationId xmlns:a16="http://schemas.microsoft.com/office/drawing/2014/main" id="{AD201F30-4178-F769-01B2-172AB0348D9B}"/>
              </a:ext>
            </a:extLst>
          </p:cNvPr>
          <p:cNvSpPr>
            <a:spLocks noGrp="1"/>
          </p:cNvSpPr>
          <p:nvPr>
            <p:ph type="body" sz="quarter" idx="34" hasCustomPrompt="1"/>
          </p:nvPr>
        </p:nvSpPr>
        <p:spPr>
          <a:xfrm>
            <a:off x="4046959" y="3292302"/>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8" name="Text Placeholder 10">
            <a:extLst>
              <a:ext uri="{FF2B5EF4-FFF2-40B4-BE49-F238E27FC236}">
                <a16:creationId xmlns:a16="http://schemas.microsoft.com/office/drawing/2014/main" id="{058A3257-FF86-3C65-6FAB-A1E44BF1397F}"/>
              </a:ext>
            </a:extLst>
          </p:cNvPr>
          <p:cNvSpPr>
            <a:spLocks noGrp="1"/>
          </p:cNvSpPr>
          <p:nvPr>
            <p:ph type="body" sz="quarter" idx="35" hasCustomPrompt="1"/>
          </p:nvPr>
        </p:nvSpPr>
        <p:spPr>
          <a:xfrm>
            <a:off x="4046959" y="4755074"/>
            <a:ext cx="553261" cy="553261"/>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Tree>
    <p:extLst>
      <p:ext uri="{BB962C8B-B14F-4D97-AF65-F5344CB8AC3E}">
        <p14:creationId xmlns:p14="http://schemas.microsoft.com/office/powerpoint/2010/main" val="112734268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10602564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19116190-8A17-B8EB-2E87-016833390765}"/>
              </a:ext>
            </a:extLst>
          </p:cNvPr>
          <p:cNvSpPr/>
          <p:nvPr userDrawn="1"/>
        </p:nvSpPr>
        <p:spPr>
          <a:xfrm>
            <a:off x="-1" y="-1"/>
            <a:ext cx="6096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42" name="Picture 41" descr="A black background with a black square&#10;&#10;AI-generated content may be incorrect.">
            <a:extLst>
              <a:ext uri="{FF2B5EF4-FFF2-40B4-BE49-F238E27FC236}">
                <a16:creationId xmlns:a16="http://schemas.microsoft.com/office/drawing/2014/main" id="{8B406D6B-F2E6-8BA9-BBE7-758060FD83C5}"/>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9" name="Text Placeholder 10">
            <a:extLst>
              <a:ext uri="{FF2B5EF4-FFF2-40B4-BE49-F238E27FC236}">
                <a16:creationId xmlns:a16="http://schemas.microsoft.com/office/drawing/2014/main" id="{EE3F6FFA-054C-31F6-1CE0-499B503868EF}"/>
              </a:ext>
            </a:extLst>
          </p:cNvPr>
          <p:cNvSpPr>
            <a:spLocks noGrp="1"/>
          </p:cNvSpPr>
          <p:nvPr>
            <p:ph type="body" sz="quarter" idx="13" hasCustomPrompt="1"/>
          </p:nvPr>
        </p:nvSpPr>
        <p:spPr>
          <a:xfrm>
            <a:off x="454024" y="1489076"/>
            <a:ext cx="51879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dirty="0">
                <a:solidFill>
                  <a:schemeClr val="accent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Titel</a:t>
            </a:r>
          </a:p>
        </p:txBody>
      </p:sp>
      <p:sp>
        <p:nvSpPr>
          <p:cNvPr id="10" name="Text Placeholder 9">
            <a:extLst>
              <a:ext uri="{FF2B5EF4-FFF2-40B4-BE49-F238E27FC236}">
                <a16:creationId xmlns:a16="http://schemas.microsoft.com/office/drawing/2014/main" id="{A7069A83-14DA-64A7-830E-474EFF1FF81A}"/>
              </a:ext>
            </a:extLst>
          </p:cNvPr>
          <p:cNvSpPr>
            <a:spLocks noGrp="1"/>
          </p:cNvSpPr>
          <p:nvPr>
            <p:ph type="body" sz="quarter" idx="14" hasCustomPrompt="1"/>
          </p:nvPr>
        </p:nvSpPr>
        <p:spPr>
          <a:xfrm>
            <a:off x="454024" y="2006323"/>
            <a:ext cx="5187950" cy="878702"/>
          </a:xfrm>
        </p:spPr>
        <p:txBody>
          <a:bodyPr>
            <a:noAutofit/>
          </a:bodyPr>
          <a:lstStyle>
            <a:lvl1pPr algn="ctr">
              <a:buNone/>
              <a:defRPr sz="2800" b="0" i="0">
                <a:solidFill>
                  <a:schemeClr val="bg2"/>
                </a:solidFill>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2" name="Text Placeholder 16">
            <a:extLst>
              <a:ext uri="{FF2B5EF4-FFF2-40B4-BE49-F238E27FC236}">
                <a16:creationId xmlns:a16="http://schemas.microsoft.com/office/drawing/2014/main" id="{C5105B1E-B5A7-EEEF-2AF2-7A6A153BB459}"/>
              </a:ext>
            </a:extLst>
          </p:cNvPr>
          <p:cNvSpPr>
            <a:spLocks noGrp="1"/>
          </p:cNvSpPr>
          <p:nvPr>
            <p:ph type="body" sz="quarter" idx="25"/>
          </p:nvPr>
        </p:nvSpPr>
        <p:spPr>
          <a:xfrm>
            <a:off x="454024" y="3188835"/>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bg2"/>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cxnSp>
        <p:nvCxnSpPr>
          <p:cNvPr id="13" name="Straight Connector 12">
            <a:extLst>
              <a:ext uri="{FF2B5EF4-FFF2-40B4-BE49-F238E27FC236}">
                <a16:creationId xmlns:a16="http://schemas.microsoft.com/office/drawing/2014/main" id="{D143A859-5887-EDCB-873E-864D977793A9}"/>
              </a:ext>
            </a:extLst>
          </p:cNvPr>
          <p:cNvCxnSpPr/>
          <p:nvPr userDrawn="1"/>
        </p:nvCxnSpPr>
        <p:spPr>
          <a:xfrm>
            <a:off x="454024" y="4032384"/>
            <a:ext cx="5187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16">
            <a:extLst>
              <a:ext uri="{FF2B5EF4-FFF2-40B4-BE49-F238E27FC236}">
                <a16:creationId xmlns:a16="http://schemas.microsoft.com/office/drawing/2014/main" id="{4F1E154A-2A41-D637-2A24-69CA69FDF2D4}"/>
              </a:ext>
            </a:extLst>
          </p:cNvPr>
          <p:cNvSpPr>
            <a:spLocks noGrp="1"/>
          </p:cNvSpPr>
          <p:nvPr>
            <p:ph type="body" sz="quarter" idx="26"/>
          </p:nvPr>
        </p:nvSpPr>
        <p:spPr>
          <a:xfrm>
            <a:off x="454024" y="4143458"/>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bg2"/>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9" name="Text Placeholder 16">
            <a:extLst>
              <a:ext uri="{FF2B5EF4-FFF2-40B4-BE49-F238E27FC236}">
                <a16:creationId xmlns:a16="http://schemas.microsoft.com/office/drawing/2014/main" id="{1A56E7C4-437C-F514-E590-AAE6AF8AE3B0}"/>
              </a:ext>
            </a:extLst>
          </p:cNvPr>
          <p:cNvSpPr>
            <a:spLocks noGrp="1"/>
          </p:cNvSpPr>
          <p:nvPr>
            <p:ph type="body" sz="quarter" idx="27"/>
          </p:nvPr>
        </p:nvSpPr>
        <p:spPr>
          <a:xfrm>
            <a:off x="454024" y="5098083"/>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bg2"/>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cxnSp>
        <p:nvCxnSpPr>
          <p:cNvPr id="20" name="Straight Connector 19">
            <a:extLst>
              <a:ext uri="{FF2B5EF4-FFF2-40B4-BE49-F238E27FC236}">
                <a16:creationId xmlns:a16="http://schemas.microsoft.com/office/drawing/2014/main" id="{467AE16F-D60F-1F17-A869-F3645BA6C16B}"/>
              </a:ext>
            </a:extLst>
          </p:cNvPr>
          <p:cNvCxnSpPr/>
          <p:nvPr userDrawn="1"/>
        </p:nvCxnSpPr>
        <p:spPr>
          <a:xfrm>
            <a:off x="454024" y="4987008"/>
            <a:ext cx="5187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Text Placeholder 10">
            <a:extLst>
              <a:ext uri="{FF2B5EF4-FFF2-40B4-BE49-F238E27FC236}">
                <a16:creationId xmlns:a16="http://schemas.microsoft.com/office/drawing/2014/main" id="{C725FD14-FE80-D64A-677F-0B0F7308ED24}"/>
              </a:ext>
            </a:extLst>
          </p:cNvPr>
          <p:cNvSpPr>
            <a:spLocks noGrp="1"/>
          </p:cNvSpPr>
          <p:nvPr>
            <p:ph type="body" sz="quarter" idx="28" hasCustomPrompt="1"/>
          </p:nvPr>
        </p:nvSpPr>
        <p:spPr>
          <a:xfrm>
            <a:off x="6565900" y="1489076"/>
            <a:ext cx="51879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Titel</a:t>
            </a:r>
          </a:p>
        </p:txBody>
      </p:sp>
      <p:sp>
        <p:nvSpPr>
          <p:cNvPr id="30" name="Text Placeholder 9">
            <a:extLst>
              <a:ext uri="{FF2B5EF4-FFF2-40B4-BE49-F238E27FC236}">
                <a16:creationId xmlns:a16="http://schemas.microsoft.com/office/drawing/2014/main" id="{18E42ED4-8B2F-F72E-06D9-3F51F0125ED8}"/>
              </a:ext>
            </a:extLst>
          </p:cNvPr>
          <p:cNvSpPr>
            <a:spLocks noGrp="1"/>
          </p:cNvSpPr>
          <p:nvPr>
            <p:ph type="body" sz="quarter" idx="29" hasCustomPrompt="1"/>
          </p:nvPr>
        </p:nvSpPr>
        <p:spPr>
          <a:xfrm>
            <a:off x="6565900" y="2006323"/>
            <a:ext cx="5187950" cy="878702"/>
          </a:xfrm>
        </p:spPr>
        <p:txBody>
          <a:bodyPr>
            <a:noAutofit/>
          </a:bodyPr>
          <a:lstStyle>
            <a:lvl1pPr algn="ctr">
              <a:buNone/>
              <a:defRPr sz="2800" b="0" i="0">
                <a:solidFill>
                  <a:schemeClr val="tx1"/>
                </a:solidFill>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31" name="Text Placeholder 16">
            <a:extLst>
              <a:ext uri="{FF2B5EF4-FFF2-40B4-BE49-F238E27FC236}">
                <a16:creationId xmlns:a16="http://schemas.microsoft.com/office/drawing/2014/main" id="{B9D1CDD4-8FA1-071D-29F7-4BB092FFB9C8}"/>
              </a:ext>
            </a:extLst>
          </p:cNvPr>
          <p:cNvSpPr>
            <a:spLocks noGrp="1"/>
          </p:cNvSpPr>
          <p:nvPr>
            <p:ph type="body" sz="quarter" idx="30"/>
          </p:nvPr>
        </p:nvSpPr>
        <p:spPr>
          <a:xfrm>
            <a:off x="6565900" y="3188835"/>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tx1"/>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cxnSp>
        <p:nvCxnSpPr>
          <p:cNvPr id="32" name="Straight Connector 31">
            <a:extLst>
              <a:ext uri="{FF2B5EF4-FFF2-40B4-BE49-F238E27FC236}">
                <a16:creationId xmlns:a16="http://schemas.microsoft.com/office/drawing/2014/main" id="{E64477F3-8D79-D5D0-6238-5A169D9F07FB}"/>
              </a:ext>
            </a:extLst>
          </p:cNvPr>
          <p:cNvCxnSpPr/>
          <p:nvPr userDrawn="1"/>
        </p:nvCxnSpPr>
        <p:spPr>
          <a:xfrm>
            <a:off x="6565900" y="4032384"/>
            <a:ext cx="5187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3" name="Text Placeholder 16">
            <a:extLst>
              <a:ext uri="{FF2B5EF4-FFF2-40B4-BE49-F238E27FC236}">
                <a16:creationId xmlns:a16="http://schemas.microsoft.com/office/drawing/2014/main" id="{0B7AEC60-A302-AB2E-C023-2F445483F792}"/>
              </a:ext>
            </a:extLst>
          </p:cNvPr>
          <p:cNvSpPr>
            <a:spLocks noGrp="1"/>
          </p:cNvSpPr>
          <p:nvPr>
            <p:ph type="body" sz="quarter" idx="31"/>
          </p:nvPr>
        </p:nvSpPr>
        <p:spPr>
          <a:xfrm>
            <a:off x="6565900" y="4143458"/>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tx1"/>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4" name="Text Placeholder 16">
            <a:extLst>
              <a:ext uri="{FF2B5EF4-FFF2-40B4-BE49-F238E27FC236}">
                <a16:creationId xmlns:a16="http://schemas.microsoft.com/office/drawing/2014/main" id="{977D4CC2-00F6-3BB0-F61B-98CC01FB18F1}"/>
              </a:ext>
            </a:extLst>
          </p:cNvPr>
          <p:cNvSpPr>
            <a:spLocks noGrp="1"/>
          </p:cNvSpPr>
          <p:nvPr>
            <p:ph type="body" sz="quarter" idx="32"/>
          </p:nvPr>
        </p:nvSpPr>
        <p:spPr>
          <a:xfrm>
            <a:off x="6565900" y="5098083"/>
            <a:ext cx="5187950" cy="73247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noFill/>
          <a:effectLst/>
        </p:spPr>
        <p:txBody>
          <a:bodyPr vert="horz" lIns="144000" tIns="144000" rIns="144000" bIns="144000" rtlCol="0" anchor="ctr">
            <a:noAutofit/>
          </a:bodyPr>
          <a:lstStyle>
            <a:lvl1pPr marL="0" indent="0" algn="ctr">
              <a:buNone/>
              <a:defRPr lang="en-US" b="0" i="0" smtClean="0">
                <a:solidFill>
                  <a:schemeClr val="tx1"/>
                </a:solidFill>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cxnSp>
        <p:nvCxnSpPr>
          <p:cNvPr id="35" name="Straight Connector 34">
            <a:extLst>
              <a:ext uri="{FF2B5EF4-FFF2-40B4-BE49-F238E27FC236}">
                <a16:creationId xmlns:a16="http://schemas.microsoft.com/office/drawing/2014/main" id="{5B857F5A-A200-EA9A-B41D-092F0F5672F7}"/>
              </a:ext>
            </a:extLst>
          </p:cNvPr>
          <p:cNvCxnSpPr/>
          <p:nvPr userDrawn="1"/>
        </p:nvCxnSpPr>
        <p:spPr>
          <a:xfrm>
            <a:off x="6565900" y="4987008"/>
            <a:ext cx="51879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 name="Text Placeholder 10">
            <a:extLst>
              <a:ext uri="{FF2B5EF4-FFF2-40B4-BE49-F238E27FC236}">
                <a16:creationId xmlns:a16="http://schemas.microsoft.com/office/drawing/2014/main" id="{DAFB1809-B87B-FF9F-6660-8380D1A99D64}"/>
              </a:ext>
            </a:extLst>
          </p:cNvPr>
          <p:cNvSpPr>
            <a:spLocks noGrp="1"/>
          </p:cNvSpPr>
          <p:nvPr>
            <p:ph type="body" sz="quarter" idx="33" hasCustomPrompt="1"/>
          </p:nvPr>
        </p:nvSpPr>
        <p:spPr>
          <a:xfrm>
            <a:off x="5810648" y="3269720"/>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8" name="Text Placeholder 10">
            <a:extLst>
              <a:ext uri="{FF2B5EF4-FFF2-40B4-BE49-F238E27FC236}">
                <a16:creationId xmlns:a16="http://schemas.microsoft.com/office/drawing/2014/main" id="{96BD5BE9-63A3-9119-E453-8541F30DBE97}"/>
              </a:ext>
            </a:extLst>
          </p:cNvPr>
          <p:cNvSpPr>
            <a:spLocks noGrp="1"/>
          </p:cNvSpPr>
          <p:nvPr>
            <p:ph type="body" sz="quarter" idx="35" hasCustomPrompt="1"/>
          </p:nvPr>
        </p:nvSpPr>
        <p:spPr>
          <a:xfrm>
            <a:off x="5810648" y="4224343"/>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40" name="Text Placeholder 10">
            <a:extLst>
              <a:ext uri="{FF2B5EF4-FFF2-40B4-BE49-F238E27FC236}">
                <a16:creationId xmlns:a16="http://schemas.microsoft.com/office/drawing/2014/main" id="{40A5297E-BD1A-31A5-1C0C-AC03470D796A}"/>
              </a:ext>
            </a:extLst>
          </p:cNvPr>
          <p:cNvSpPr>
            <a:spLocks noGrp="1"/>
          </p:cNvSpPr>
          <p:nvPr>
            <p:ph type="body" sz="quarter" idx="37" hasCustomPrompt="1"/>
          </p:nvPr>
        </p:nvSpPr>
        <p:spPr>
          <a:xfrm>
            <a:off x="5810648" y="5178968"/>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43" name="Footer Placeholder 6">
            <a:extLst>
              <a:ext uri="{FF2B5EF4-FFF2-40B4-BE49-F238E27FC236}">
                <a16:creationId xmlns:a16="http://schemas.microsoft.com/office/drawing/2014/main" id="{640E43BA-BE25-9FF2-0785-4094288F88EF}"/>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bg2">
                    <a:lumMod val="85000"/>
                  </a:schemeClr>
                </a:solidFill>
              </a:defRPr>
            </a:lvl1pPr>
          </a:lstStyle>
          <a:p>
            <a:endParaRPr lang="en-GB">
              <a:solidFill>
                <a:schemeClr val="bg2">
                  <a:lumMod val="85000"/>
                </a:schemeClr>
              </a:solidFill>
            </a:endParaRPr>
          </a:p>
        </p:txBody>
      </p:sp>
    </p:spTree>
    <p:extLst>
      <p:ext uri="{BB962C8B-B14F-4D97-AF65-F5344CB8AC3E}">
        <p14:creationId xmlns:p14="http://schemas.microsoft.com/office/powerpoint/2010/main" val="403848497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mit Logo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603838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3" name="Rectangle 32">
            <a:extLst>
              <a:ext uri="{FF2B5EF4-FFF2-40B4-BE49-F238E27FC236}">
                <a16:creationId xmlns:a16="http://schemas.microsoft.com/office/drawing/2014/main" id="{043136CF-42C2-BF36-BF38-AF0AD1CF8435}"/>
              </a:ext>
            </a:extLst>
          </p:cNvPr>
          <p:cNvSpPr/>
          <p:nvPr userDrawn="1"/>
        </p:nvSpPr>
        <p:spPr>
          <a:xfrm>
            <a:off x="431802" y="2085976"/>
            <a:ext cx="4578349" cy="2000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Picture Placeholder 24">
            <a:extLst>
              <a:ext uri="{FF2B5EF4-FFF2-40B4-BE49-F238E27FC236}">
                <a16:creationId xmlns:a16="http://schemas.microsoft.com/office/drawing/2014/main" id="{8A857C7B-395D-249C-B684-1A2E655944BA}"/>
              </a:ext>
            </a:extLst>
          </p:cNvPr>
          <p:cNvSpPr>
            <a:spLocks noGrp="1"/>
          </p:cNvSpPr>
          <p:nvPr>
            <p:ph type="pic" sz="quarter" idx="13"/>
          </p:nvPr>
        </p:nvSpPr>
        <p:spPr>
          <a:xfrm>
            <a:off x="431801" y="5067299"/>
            <a:ext cx="2090113" cy="1076325"/>
          </a:xfrm>
          <a:noFill/>
        </p:spPr>
        <p:txBody>
          <a:bodyPr>
            <a:noAutofit/>
          </a:bodyPr>
          <a:lstStyle/>
          <a:p>
            <a:endParaRPr lang="en-GB"/>
          </a:p>
        </p:txBody>
      </p:sp>
      <p:sp>
        <p:nvSpPr>
          <p:cNvPr id="20" name="Picture Placeholder 24">
            <a:extLst>
              <a:ext uri="{FF2B5EF4-FFF2-40B4-BE49-F238E27FC236}">
                <a16:creationId xmlns:a16="http://schemas.microsoft.com/office/drawing/2014/main" id="{D0E69256-CCA9-9EF0-9817-743FA150E092}"/>
              </a:ext>
            </a:extLst>
          </p:cNvPr>
          <p:cNvSpPr>
            <a:spLocks noGrp="1"/>
          </p:cNvSpPr>
          <p:nvPr>
            <p:ph type="pic" sz="quarter" idx="14"/>
          </p:nvPr>
        </p:nvSpPr>
        <p:spPr>
          <a:xfrm>
            <a:off x="2739786" y="5067299"/>
            <a:ext cx="2090113" cy="1076325"/>
          </a:xfrm>
          <a:noFill/>
        </p:spPr>
        <p:txBody>
          <a:bodyPr>
            <a:noAutofit/>
          </a:bodyPr>
          <a:lstStyle/>
          <a:p>
            <a:endParaRPr lang="en-GB"/>
          </a:p>
        </p:txBody>
      </p:sp>
      <p:sp>
        <p:nvSpPr>
          <p:cNvPr id="23" name="Picture Placeholder 24">
            <a:extLst>
              <a:ext uri="{FF2B5EF4-FFF2-40B4-BE49-F238E27FC236}">
                <a16:creationId xmlns:a16="http://schemas.microsoft.com/office/drawing/2014/main" id="{1281F4F1-762C-ED4D-B3FB-B35BAFA1BCEF}"/>
              </a:ext>
            </a:extLst>
          </p:cNvPr>
          <p:cNvSpPr>
            <a:spLocks noGrp="1"/>
          </p:cNvSpPr>
          <p:nvPr>
            <p:ph type="pic" sz="quarter" idx="15"/>
          </p:nvPr>
        </p:nvSpPr>
        <p:spPr>
          <a:xfrm>
            <a:off x="5047769" y="5067299"/>
            <a:ext cx="2090112" cy="1076325"/>
          </a:xfrm>
          <a:noFill/>
        </p:spPr>
        <p:txBody>
          <a:bodyPr>
            <a:noAutofit/>
          </a:bodyPr>
          <a:lstStyle/>
          <a:p>
            <a:endParaRPr lang="en-GB"/>
          </a:p>
        </p:txBody>
      </p:sp>
      <p:sp>
        <p:nvSpPr>
          <p:cNvPr id="29" name="Picture Placeholder 24">
            <a:extLst>
              <a:ext uri="{FF2B5EF4-FFF2-40B4-BE49-F238E27FC236}">
                <a16:creationId xmlns:a16="http://schemas.microsoft.com/office/drawing/2014/main" id="{4FBC6090-ED34-DF80-C699-0C537009B5D9}"/>
              </a:ext>
            </a:extLst>
          </p:cNvPr>
          <p:cNvSpPr>
            <a:spLocks noGrp="1"/>
          </p:cNvSpPr>
          <p:nvPr>
            <p:ph type="pic" sz="quarter" idx="16"/>
          </p:nvPr>
        </p:nvSpPr>
        <p:spPr>
          <a:xfrm>
            <a:off x="7355754" y="5067299"/>
            <a:ext cx="2090113" cy="1076325"/>
          </a:xfrm>
          <a:noFill/>
        </p:spPr>
        <p:txBody>
          <a:bodyPr>
            <a:noAutofit/>
          </a:bodyPr>
          <a:lstStyle/>
          <a:p>
            <a:endParaRPr lang="en-GB"/>
          </a:p>
        </p:txBody>
      </p:sp>
      <p:sp>
        <p:nvSpPr>
          <p:cNvPr id="30" name="Picture Placeholder 24">
            <a:extLst>
              <a:ext uri="{FF2B5EF4-FFF2-40B4-BE49-F238E27FC236}">
                <a16:creationId xmlns:a16="http://schemas.microsoft.com/office/drawing/2014/main" id="{8C1329B2-125F-48D6-A7E5-F3ABCE521E0B}"/>
              </a:ext>
            </a:extLst>
          </p:cNvPr>
          <p:cNvSpPr>
            <a:spLocks noGrp="1"/>
          </p:cNvSpPr>
          <p:nvPr>
            <p:ph type="pic" sz="quarter" idx="17"/>
          </p:nvPr>
        </p:nvSpPr>
        <p:spPr>
          <a:xfrm>
            <a:off x="9663737" y="5067299"/>
            <a:ext cx="2090113" cy="1076325"/>
          </a:xfrm>
          <a:noFill/>
        </p:spPr>
        <p:txBody>
          <a:bodyPr>
            <a:noAutofit/>
          </a:bodyPr>
          <a:lstStyle/>
          <a:p>
            <a:endParaRPr lang="en-GB"/>
          </a:p>
        </p:txBody>
      </p:sp>
      <p:sp>
        <p:nvSpPr>
          <p:cNvPr id="31" name="Text Placeholder 17">
            <a:extLst>
              <a:ext uri="{FF2B5EF4-FFF2-40B4-BE49-F238E27FC236}">
                <a16:creationId xmlns:a16="http://schemas.microsoft.com/office/drawing/2014/main" id="{E4D931EB-377E-BECA-5207-D80D9F37DD6D}"/>
              </a:ext>
            </a:extLst>
          </p:cNvPr>
          <p:cNvSpPr>
            <a:spLocks noGrp="1"/>
          </p:cNvSpPr>
          <p:nvPr>
            <p:ph type="body" sz="quarter" idx="41"/>
          </p:nvPr>
        </p:nvSpPr>
        <p:spPr>
          <a:xfrm>
            <a:off x="431802" y="2286000"/>
            <a:ext cx="11760198" cy="24193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7380000" bIns="144000" rtlCol="0" anchor="ctr">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2" name="Picture Placeholder 24">
            <a:extLst>
              <a:ext uri="{FF2B5EF4-FFF2-40B4-BE49-F238E27FC236}">
                <a16:creationId xmlns:a16="http://schemas.microsoft.com/office/drawing/2014/main" id="{D5D4EC67-C903-0559-7EE2-D89BD51AC440}"/>
              </a:ext>
            </a:extLst>
          </p:cNvPr>
          <p:cNvSpPr>
            <a:spLocks noGrp="1"/>
          </p:cNvSpPr>
          <p:nvPr>
            <p:ph type="pic" sz="quarter" idx="42"/>
          </p:nvPr>
        </p:nvSpPr>
        <p:spPr>
          <a:xfrm>
            <a:off x="5010150" y="1489075"/>
            <a:ext cx="7181849" cy="3216275"/>
          </a:xfrm>
          <a:pattFill prst="pct5">
            <a:fgClr>
              <a:schemeClr val="bg1">
                <a:lumMod val="75000"/>
              </a:schemeClr>
            </a:fgClr>
            <a:bgClr>
              <a:schemeClr val="bg1"/>
            </a:bgClr>
          </a:pattFill>
        </p:spPr>
        <p:txBody>
          <a:bodyPr>
            <a:noAutofit/>
          </a:bodyPr>
          <a:lstStyle/>
          <a:p>
            <a:endParaRPr lang="en-GB"/>
          </a:p>
        </p:txBody>
      </p:sp>
      <p:sp>
        <p:nvSpPr>
          <p:cNvPr id="3" name="Text Placeholder 8">
            <a:extLst>
              <a:ext uri="{FF2B5EF4-FFF2-40B4-BE49-F238E27FC236}">
                <a16:creationId xmlns:a16="http://schemas.microsoft.com/office/drawing/2014/main" id="{45999786-D427-5719-EAC1-10FEAB46084A}"/>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20540371"/>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reisgrafik">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4192980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5" name="Text Placeholder 34">
            <a:extLst>
              <a:ext uri="{FF2B5EF4-FFF2-40B4-BE49-F238E27FC236}">
                <a16:creationId xmlns:a16="http://schemas.microsoft.com/office/drawing/2014/main" id="{535534C1-7EA9-7577-52F7-A3B2DBA22E00}"/>
              </a:ext>
            </a:extLst>
          </p:cNvPr>
          <p:cNvSpPr>
            <a:spLocks noGrp="1"/>
          </p:cNvSpPr>
          <p:nvPr userDrawn="1">
            <p:ph type="body" sz="quarter" idx="53"/>
          </p:nvPr>
        </p:nvSpPr>
        <p:spPr>
          <a:xfrm>
            <a:off x="6178338" y="3909390"/>
            <a:ext cx="2240341" cy="2240340"/>
          </a:xfrm>
          <a:custGeom>
            <a:avLst/>
            <a:gdLst>
              <a:gd name="csX0" fmla="*/ 1227435 w 2240341"/>
              <a:gd name="csY0" fmla="*/ 0 h 2240340"/>
              <a:gd name="csX1" fmla="*/ 2075642 w 2240341"/>
              <a:gd name="csY1" fmla="*/ 0 h 2240340"/>
              <a:gd name="csX2" fmla="*/ 2239258 w 2240341"/>
              <a:gd name="csY2" fmla="*/ 184308 h 2240340"/>
              <a:gd name="csX3" fmla="*/ 184309 w 2240341"/>
              <a:gd name="csY3" fmla="*/ 2239257 h 2240340"/>
              <a:gd name="csX4" fmla="*/ 0 w 2240341"/>
              <a:gd name="csY4" fmla="*/ 2075642 h 2240340"/>
              <a:gd name="csX5" fmla="*/ 1 w 2240341"/>
              <a:gd name="csY5" fmla="*/ 1227434 h 2240340"/>
              <a:gd name="csX6" fmla="*/ 135549 w 2240341"/>
              <a:gd name="csY6" fmla="*/ 1065500 h 2240340"/>
              <a:gd name="csX7" fmla="*/ 1065372 w 2240341"/>
              <a:gd name="csY7" fmla="*/ 135677 h 2240340"/>
              <a:gd name="csX8" fmla="*/ 1227435 w 2240341"/>
              <a:gd name="csY8" fmla="*/ 0 h 2240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40341" h="2240340">
                <a:moveTo>
                  <a:pt x="1227435" y="0"/>
                </a:moveTo>
                <a:lnTo>
                  <a:pt x="2075642" y="0"/>
                </a:lnTo>
                <a:cubicBezTo>
                  <a:pt x="2174459" y="0"/>
                  <a:pt x="2250380" y="86269"/>
                  <a:pt x="2239258" y="184308"/>
                </a:cubicBezTo>
                <a:cubicBezTo>
                  <a:pt x="2116643" y="1260155"/>
                  <a:pt x="1260285" y="2116513"/>
                  <a:pt x="184309" y="2239257"/>
                </a:cubicBezTo>
                <a:cubicBezTo>
                  <a:pt x="86269" y="2250380"/>
                  <a:pt x="1" y="2174458"/>
                  <a:pt x="0" y="2075642"/>
                </a:cubicBezTo>
                <a:lnTo>
                  <a:pt x="1" y="1227434"/>
                </a:lnTo>
                <a:cubicBezTo>
                  <a:pt x="1" y="1147760"/>
                  <a:pt x="57298" y="1080116"/>
                  <a:pt x="135549" y="1065500"/>
                </a:cubicBezTo>
                <a:cubicBezTo>
                  <a:pt x="605958" y="976644"/>
                  <a:pt x="976515" y="606086"/>
                  <a:pt x="1065372" y="135677"/>
                </a:cubicBezTo>
                <a:cubicBezTo>
                  <a:pt x="1080246" y="57427"/>
                  <a:pt x="1147761" y="0"/>
                  <a:pt x="1227435" y="0"/>
                </a:cubicBez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34" name="Text Placeholder 33">
            <a:extLst>
              <a:ext uri="{FF2B5EF4-FFF2-40B4-BE49-F238E27FC236}">
                <a16:creationId xmlns:a16="http://schemas.microsoft.com/office/drawing/2014/main" id="{7ADB1B38-1F28-1817-7C6E-0CFC6820ADAA}"/>
              </a:ext>
            </a:extLst>
          </p:cNvPr>
          <p:cNvSpPr>
            <a:spLocks noGrp="1"/>
          </p:cNvSpPr>
          <p:nvPr>
            <p:ph type="body" sz="quarter" idx="55"/>
          </p:nvPr>
        </p:nvSpPr>
        <p:spPr>
          <a:xfrm>
            <a:off x="6178340" y="1504272"/>
            <a:ext cx="2240339" cy="2240340"/>
          </a:xfrm>
          <a:custGeom>
            <a:avLst/>
            <a:gdLst>
              <a:gd name="csX0" fmla="*/ 148242 w 2240339"/>
              <a:gd name="csY0" fmla="*/ 868 h 2240340"/>
              <a:gd name="csX1" fmla="*/ 184310 w 2240339"/>
              <a:gd name="csY1" fmla="*/ 1084 h 2240340"/>
              <a:gd name="csX2" fmla="*/ 2239256 w 2240339"/>
              <a:gd name="csY2" fmla="*/ 2056030 h 2240340"/>
              <a:gd name="csX3" fmla="*/ 2075642 w 2240339"/>
              <a:gd name="csY3" fmla="*/ 2240339 h 2240340"/>
              <a:gd name="csX4" fmla="*/ 1227431 w 2240339"/>
              <a:gd name="csY4" fmla="*/ 2240340 h 2240340"/>
              <a:gd name="csX5" fmla="*/ 1065499 w 2240339"/>
              <a:gd name="csY5" fmla="*/ 2104792 h 2240340"/>
              <a:gd name="csX6" fmla="*/ 135677 w 2240339"/>
              <a:gd name="csY6" fmla="*/ 1174970 h 2240340"/>
              <a:gd name="csX7" fmla="*/ 0 w 2240339"/>
              <a:gd name="csY7" fmla="*/ 1012909 h 2240340"/>
              <a:gd name="csX8" fmla="*/ 1 w 2240339"/>
              <a:gd name="csY8" fmla="*/ 164698 h 2240340"/>
              <a:gd name="csX9" fmla="*/ 148242 w 2240339"/>
              <a:gd name="csY9" fmla="*/ 868 h 2240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40339" h="2240340">
                <a:moveTo>
                  <a:pt x="148242" y="868"/>
                </a:moveTo>
                <a:cubicBezTo>
                  <a:pt x="159984" y="-337"/>
                  <a:pt x="172055" y="-307"/>
                  <a:pt x="184310" y="1084"/>
                </a:cubicBezTo>
                <a:cubicBezTo>
                  <a:pt x="1260156" y="123698"/>
                  <a:pt x="2116513" y="980055"/>
                  <a:pt x="2239256" y="2056030"/>
                </a:cubicBezTo>
                <a:cubicBezTo>
                  <a:pt x="2250379" y="2154070"/>
                  <a:pt x="2174456" y="2240339"/>
                  <a:pt x="2075642" y="2240339"/>
                </a:cubicBezTo>
                <a:lnTo>
                  <a:pt x="1227431" y="2240340"/>
                </a:lnTo>
                <a:cubicBezTo>
                  <a:pt x="1147629" y="2240470"/>
                  <a:pt x="1080244" y="2183172"/>
                  <a:pt x="1065499" y="2104792"/>
                </a:cubicBezTo>
                <a:cubicBezTo>
                  <a:pt x="976643" y="1634384"/>
                  <a:pt x="606086" y="1263827"/>
                  <a:pt x="135677" y="1174970"/>
                </a:cubicBezTo>
                <a:cubicBezTo>
                  <a:pt x="57427" y="1160097"/>
                  <a:pt x="0" y="1092581"/>
                  <a:pt x="0" y="1012909"/>
                </a:cubicBezTo>
                <a:lnTo>
                  <a:pt x="1" y="164698"/>
                </a:lnTo>
                <a:cubicBezTo>
                  <a:pt x="1" y="78236"/>
                  <a:pt x="66051" y="9299"/>
                  <a:pt x="148242" y="868"/>
                </a:cubicBez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32" name="Text Placeholder 31">
            <a:extLst>
              <a:ext uri="{FF2B5EF4-FFF2-40B4-BE49-F238E27FC236}">
                <a16:creationId xmlns:a16="http://schemas.microsoft.com/office/drawing/2014/main" id="{C710F35B-A9A0-C936-5CFB-30F7C79AE6D9}"/>
              </a:ext>
            </a:extLst>
          </p:cNvPr>
          <p:cNvSpPr>
            <a:spLocks noGrp="1"/>
          </p:cNvSpPr>
          <p:nvPr>
            <p:ph type="body" sz="quarter" idx="54"/>
          </p:nvPr>
        </p:nvSpPr>
        <p:spPr>
          <a:xfrm>
            <a:off x="3773351" y="3909262"/>
            <a:ext cx="2240339" cy="2240338"/>
          </a:xfrm>
          <a:custGeom>
            <a:avLst/>
            <a:gdLst>
              <a:gd name="csX0" fmla="*/ 164698 w 2240339"/>
              <a:gd name="csY0" fmla="*/ 0 h 2240338"/>
              <a:gd name="csX1" fmla="*/ 1012908 w 2240339"/>
              <a:gd name="csY1" fmla="*/ 0 h 2240338"/>
              <a:gd name="csX2" fmla="*/ 1174841 w 2240339"/>
              <a:gd name="csY2" fmla="*/ 135547 h 2240338"/>
              <a:gd name="csX3" fmla="*/ 2104663 w 2240339"/>
              <a:gd name="csY3" fmla="*/ 1065369 h 2240338"/>
              <a:gd name="csX4" fmla="*/ 2240339 w 2240339"/>
              <a:gd name="csY4" fmla="*/ 1227432 h 2240338"/>
              <a:gd name="csX5" fmla="*/ 2240339 w 2240339"/>
              <a:gd name="csY5" fmla="*/ 2075641 h 2240338"/>
              <a:gd name="csX6" fmla="*/ 2056030 w 2240339"/>
              <a:gd name="csY6" fmla="*/ 2239255 h 2240338"/>
              <a:gd name="csX7" fmla="*/ 1084 w 2240339"/>
              <a:gd name="csY7" fmla="*/ 184308 h 2240338"/>
              <a:gd name="csX8" fmla="*/ 164698 w 2240339"/>
              <a:gd name="csY8" fmla="*/ 0 h 2240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40339" h="2240338">
                <a:moveTo>
                  <a:pt x="164698" y="0"/>
                </a:moveTo>
                <a:lnTo>
                  <a:pt x="1012908" y="0"/>
                </a:lnTo>
                <a:cubicBezTo>
                  <a:pt x="1092581" y="0"/>
                  <a:pt x="1160096" y="57427"/>
                  <a:pt x="1174841" y="135547"/>
                </a:cubicBezTo>
                <a:cubicBezTo>
                  <a:pt x="1263696" y="605955"/>
                  <a:pt x="1634255" y="976513"/>
                  <a:pt x="2104663" y="1065369"/>
                </a:cubicBezTo>
                <a:cubicBezTo>
                  <a:pt x="2183042" y="1080373"/>
                  <a:pt x="2240340" y="1147759"/>
                  <a:pt x="2240339" y="1227432"/>
                </a:cubicBezTo>
                <a:lnTo>
                  <a:pt x="2240339" y="2075641"/>
                </a:lnTo>
                <a:cubicBezTo>
                  <a:pt x="2240339" y="2174455"/>
                  <a:pt x="2154070" y="2250378"/>
                  <a:pt x="2056030" y="2239255"/>
                </a:cubicBezTo>
                <a:cubicBezTo>
                  <a:pt x="980184" y="2116642"/>
                  <a:pt x="123827" y="1260285"/>
                  <a:pt x="1084" y="184308"/>
                </a:cubicBezTo>
                <a:cubicBezTo>
                  <a:pt x="-10039" y="86269"/>
                  <a:pt x="65884" y="0"/>
                  <a:pt x="164698" y="0"/>
                </a:cubicBez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30" name="Text Placeholder 29">
            <a:extLst>
              <a:ext uri="{FF2B5EF4-FFF2-40B4-BE49-F238E27FC236}">
                <a16:creationId xmlns:a16="http://schemas.microsoft.com/office/drawing/2014/main" id="{089933A8-1EB9-55C7-839E-9C0D099603E1}"/>
              </a:ext>
            </a:extLst>
          </p:cNvPr>
          <p:cNvSpPr>
            <a:spLocks noGrp="1"/>
          </p:cNvSpPr>
          <p:nvPr>
            <p:ph type="body" sz="quarter" idx="52"/>
          </p:nvPr>
        </p:nvSpPr>
        <p:spPr>
          <a:xfrm>
            <a:off x="3773351" y="1504403"/>
            <a:ext cx="2240341" cy="2240342"/>
          </a:xfrm>
          <a:custGeom>
            <a:avLst/>
            <a:gdLst>
              <a:gd name="csX0" fmla="*/ 2092100 w 2240341"/>
              <a:gd name="csY0" fmla="*/ 868 h 2240342"/>
              <a:gd name="csX1" fmla="*/ 2240341 w 2240341"/>
              <a:gd name="csY1" fmla="*/ 164699 h 2240342"/>
              <a:gd name="csX2" fmla="*/ 2240341 w 2240341"/>
              <a:gd name="csY2" fmla="*/ 1012907 h 2240342"/>
              <a:gd name="csX3" fmla="*/ 2104793 w 2240341"/>
              <a:gd name="csY3" fmla="*/ 1174841 h 2240342"/>
              <a:gd name="csX4" fmla="*/ 1174970 w 2240341"/>
              <a:gd name="csY4" fmla="*/ 2104664 h 2240342"/>
              <a:gd name="csX5" fmla="*/ 1012907 w 2240341"/>
              <a:gd name="csY5" fmla="*/ 2240341 h 2240342"/>
              <a:gd name="csX6" fmla="*/ 164699 w 2240341"/>
              <a:gd name="csY6" fmla="*/ 2240342 h 2240342"/>
              <a:gd name="csX7" fmla="*/ 1084 w 2240341"/>
              <a:gd name="csY7" fmla="*/ 2056033 h 2240342"/>
              <a:gd name="csX8" fmla="*/ 2056033 w 2240341"/>
              <a:gd name="csY8" fmla="*/ 1084 h 2240342"/>
              <a:gd name="csX9" fmla="*/ 2092100 w 2240341"/>
              <a:gd name="csY9" fmla="*/ 868 h 22403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40341" h="2240342">
                <a:moveTo>
                  <a:pt x="2092100" y="868"/>
                </a:moveTo>
                <a:cubicBezTo>
                  <a:pt x="2174291" y="9299"/>
                  <a:pt x="2240341" y="78235"/>
                  <a:pt x="2240341" y="164699"/>
                </a:cubicBezTo>
                <a:lnTo>
                  <a:pt x="2240341" y="1012907"/>
                </a:lnTo>
                <a:cubicBezTo>
                  <a:pt x="2240341" y="1092581"/>
                  <a:pt x="2183043" y="1159966"/>
                  <a:pt x="2104793" y="1174841"/>
                </a:cubicBezTo>
                <a:cubicBezTo>
                  <a:pt x="1634384" y="1263697"/>
                  <a:pt x="1263827" y="1634255"/>
                  <a:pt x="1174970" y="2104664"/>
                </a:cubicBezTo>
                <a:cubicBezTo>
                  <a:pt x="1160095" y="2182914"/>
                  <a:pt x="1092581" y="2240341"/>
                  <a:pt x="1012907" y="2240341"/>
                </a:cubicBezTo>
                <a:lnTo>
                  <a:pt x="164699" y="2240342"/>
                </a:lnTo>
                <a:cubicBezTo>
                  <a:pt x="65883" y="2240341"/>
                  <a:pt x="-10040" y="2154072"/>
                  <a:pt x="1084" y="2056033"/>
                </a:cubicBezTo>
                <a:cubicBezTo>
                  <a:pt x="123828" y="980056"/>
                  <a:pt x="980185" y="123699"/>
                  <a:pt x="2056033" y="1084"/>
                </a:cubicBezTo>
                <a:cubicBezTo>
                  <a:pt x="2068288" y="-306"/>
                  <a:pt x="2080359" y="-337"/>
                  <a:pt x="2092100" y="868"/>
                </a:cubicBezTo>
                <a:close/>
              </a:path>
            </a:pathLst>
          </a:custGeom>
          <a:solidFill>
            <a:srgbClr val="F2F6F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None/>
              <a:tabLst/>
              <a:defRPr lang="de-DE" sz="100" dirty="0">
                <a:solidFill>
                  <a:schemeClr val="lt1">
                    <a:alpha val="0"/>
                  </a:schemeClr>
                </a:solidFill>
              </a:defRPr>
            </a:lvl1pPr>
          </a:lstStyle>
          <a:p>
            <a:pPr marL="0" lvl="0" algn="ctr"/>
            <a:endParaRPr lang="de-DE" dirty="0"/>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3" name="Text Placeholder 10">
            <a:extLst>
              <a:ext uri="{FF2B5EF4-FFF2-40B4-BE49-F238E27FC236}">
                <a16:creationId xmlns:a16="http://schemas.microsoft.com/office/drawing/2014/main" id="{39315DCF-D6F0-3A0B-8299-236DCD825597}"/>
              </a:ext>
            </a:extLst>
          </p:cNvPr>
          <p:cNvSpPr>
            <a:spLocks noGrp="1" noChangeAspect="1"/>
          </p:cNvSpPr>
          <p:nvPr userDrawn="1">
            <p:ph type="body" sz="quarter" idx="36" hasCustomPrompt="1"/>
          </p:nvPr>
        </p:nvSpPr>
        <p:spPr>
          <a:xfrm>
            <a:off x="7456689" y="1951228"/>
            <a:ext cx="684000" cy="684000"/>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7" name="Text Placeholder 10">
            <a:extLst>
              <a:ext uri="{FF2B5EF4-FFF2-40B4-BE49-F238E27FC236}">
                <a16:creationId xmlns:a16="http://schemas.microsoft.com/office/drawing/2014/main" id="{675552BD-B025-7897-2DDF-16B25A51AD7F}"/>
              </a:ext>
            </a:extLst>
          </p:cNvPr>
          <p:cNvSpPr>
            <a:spLocks noGrp="1"/>
          </p:cNvSpPr>
          <p:nvPr userDrawn="1">
            <p:ph type="body" sz="quarter" idx="26" hasCustomPrompt="1"/>
          </p:nvPr>
        </p:nvSpPr>
        <p:spPr>
          <a:xfrm>
            <a:off x="5111580" y="2842542"/>
            <a:ext cx="1968842" cy="1968838"/>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800" smtClean="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 </a:t>
            </a:r>
            <a:r>
              <a:rPr lang="en-GB" dirty="0" err="1"/>
              <a:t>dolor</a:t>
            </a:r>
            <a:r>
              <a:rPr lang="en-GB" dirty="0"/>
              <a:t> </a:t>
            </a:r>
          </a:p>
        </p:txBody>
      </p:sp>
      <p:cxnSp>
        <p:nvCxnSpPr>
          <p:cNvPr id="18" name="Straight Connector 17">
            <a:extLst>
              <a:ext uri="{FF2B5EF4-FFF2-40B4-BE49-F238E27FC236}">
                <a16:creationId xmlns:a16="http://schemas.microsoft.com/office/drawing/2014/main" id="{8F8690BC-233F-4097-7506-D36CC131F5F1}"/>
              </a:ext>
            </a:extLst>
          </p:cNvPr>
          <p:cNvCxnSpPr>
            <a:cxnSpLocks/>
          </p:cNvCxnSpPr>
          <p:nvPr userDrawn="1"/>
        </p:nvCxnSpPr>
        <p:spPr>
          <a:xfrm>
            <a:off x="431799" y="3826961"/>
            <a:ext cx="318873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E0FB9AA-2347-DC07-BD59-854ABC22B5DE}"/>
              </a:ext>
            </a:extLst>
          </p:cNvPr>
          <p:cNvCxnSpPr>
            <a:cxnSpLocks/>
          </p:cNvCxnSpPr>
          <p:nvPr userDrawn="1"/>
        </p:nvCxnSpPr>
        <p:spPr>
          <a:xfrm>
            <a:off x="8565119" y="3826961"/>
            <a:ext cx="318873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E078B865-9BF3-9274-881F-C5C357F9F58D}"/>
              </a:ext>
            </a:extLst>
          </p:cNvPr>
          <p:cNvSpPr>
            <a:spLocks noGrp="1"/>
          </p:cNvSpPr>
          <p:nvPr userDrawn="1">
            <p:ph type="body" sz="quarter" idx="27" hasCustomPrompt="1"/>
          </p:nvPr>
        </p:nvSpPr>
        <p:spPr>
          <a:xfrm>
            <a:off x="425621" y="2449420"/>
            <a:ext cx="3175343" cy="741200"/>
          </a:xfrm>
        </p:spPr>
        <p:txBody>
          <a:bodyPr anchor="ctr">
            <a:noAutofit/>
          </a:bodyPr>
          <a:lstStyle>
            <a:lvl1pPr marL="0" indent="0" algn="r">
              <a:lnSpc>
                <a:spcPct val="100000"/>
              </a:lnSpc>
              <a:buFont typeface="Arial" panose="020B0604020202020204" pitchFamily="34" charset="0"/>
              <a:buNone/>
              <a:defRPr b="0" i="0">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eiusmaod</a:t>
            </a:r>
            <a:r>
              <a:rPr lang="en-US" dirty="0"/>
              <a:t> </a:t>
            </a:r>
            <a:r>
              <a:rPr lang="en-US" dirty="0" err="1"/>
              <a:t>tempor</a:t>
            </a:r>
            <a:r>
              <a:rPr lang="en-US" dirty="0"/>
              <a:t> </a:t>
            </a:r>
            <a:r>
              <a:rPr lang="en-US" dirty="0" err="1"/>
              <a:t>incididunt</a:t>
            </a:r>
            <a:r>
              <a:rPr lang="en-US" dirty="0"/>
              <a:t> </a:t>
            </a:r>
            <a:r>
              <a:rPr lang="en-US" dirty="0" err="1"/>
              <a:t>ut</a:t>
            </a:r>
            <a:r>
              <a:rPr lang="en-US" dirty="0"/>
              <a:t> labore et</a:t>
            </a:r>
          </a:p>
        </p:txBody>
      </p:sp>
      <p:sp>
        <p:nvSpPr>
          <p:cNvPr id="12" name="Text Placeholder 10">
            <a:extLst>
              <a:ext uri="{FF2B5EF4-FFF2-40B4-BE49-F238E27FC236}">
                <a16:creationId xmlns:a16="http://schemas.microsoft.com/office/drawing/2014/main" id="{F485B2D6-BB8A-37B7-F6DB-91AFCFEE1D6A}"/>
              </a:ext>
            </a:extLst>
          </p:cNvPr>
          <p:cNvSpPr>
            <a:spLocks noGrp="1" noChangeAspect="1"/>
          </p:cNvSpPr>
          <p:nvPr userDrawn="1">
            <p:ph type="body" sz="quarter" idx="37" hasCustomPrompt="1"/>
          </p:nvPr>
        </p:nvSpPr>
        <p:spPr>
          <a:xfrm>
            <a:off x="7444439" y="4935460"/>
            <a:ext cx="684000" cy="684000"/>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3" name="Text Placeholder 10">
            <a:extLst>
              <a:ext uri="{FF2B5EF4-FFF2-40B4-BE49-F238E27FC236}">
                <a16:creationId xmlns:a16="http://schemas.microsoft.com/office/drawing/2014/main" id="{364A6AD6-C0A7-C15C-574D-C310E299F76B}"/>
              </a:ext>
            </a:extLst>
          </p:cNvPr>
          <p:cNvSpPr>
            <a:spLocks noGrp="1" noChangeAspect="1"/>
          </p:cNvSpPr>
          <p:nvPr userDrawn="1">
            <p:ph type="body" sz="quarter" idx="38" hasCustomPrompt="1"/>
          </p:nvPr>
        </p:nvSpPr>
        <p:spPr>
          <a:xfrm>
            <a:off x="3996865" y="4935459"/>
            <a:ext cx="684000" cy="684000"/>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14" name="Text Placeholder 25">
            <a:extLst>
              <a:ext uri="{FF2B5EF4-FFF2-40B4-BE49-F238E27FC236}">
                <a16:creationId xmlns:a16="http://schemas.microsoft.com/office/drawing/2014/main" id="{F214112C-2C2C-B7D5-0C7F-EA25C33307AA}"/>
              </a:ext>
            </a:extLst>
          </p:cNvPr>
          <p:cNvSpPr>
            <a:spLocks noGrp="1"/>
          </p:cNvSpPr>
          <p:nvPr userDrawn="1">
            <p:ph type="body" sz="quarter" idx="39" hasCustomPrompt="1"/>
          </p:nvPr>
        </p:nvSpPr>
        <p:spPr>
          <a:xfrm>
            <a:off x="425621" y="1653401"/>
            <a:ext cx="3175343" cy="838428"/>
          </a:xfrm>
        </p:spPr>
        <p:txBody>
          <a:bodyPr anchor="b">
            <a:noAutofit/>
          </a:bodyPr>
          <a:lstStyle>
            <a:lvl1pPr marL="0" indent="0" algn="r">
              <a:lnSpc>
                <a:spcPct val="120000"/>
              </a:lnSpc>
              <a:buFont typeface="Arial" panose="020B0604020202020204" pitchFamily="34" charset="0"/>
              <a:buNone/>
              <a:defRPr sz="2000">
                <a:solidFill>
                  <a:schemeClr val="accent1"/>
                </a:solidFill>
              </a:defRPr>
            </a:lvl1pPr>
          </a:lstStyle>
          <a:p>
            <a:pPr lvl="0"/>
            <a:r>
              <a:rPr lang="en-US" dirty="0"/>
              <a:t>Titel</a:t>
            </a:r>
          </a:p>
        </p:txBody>
      </p:sp>
      <p:sp>
        <p:nvSpPr>
          <p:cNvPr id="15" name="Text Placeholder 25">
            <a:extLst>
              <a:ext uri="{FF2B5EF4-FFF2-40B4-BE49-F238E27FC236}">
                <a16:creationId xmlns:a16="http://schemas.microsoft.com/office/drawing/2014/main" id="{8C824FCF-5C5F-2485-5A24-DD7E6766DD5C}"/>
              </a:ext>
            </a:extLst>
          </p:cNvPr>
          <p:cNvSpPr>
            <a:spLocks noGrp="1"/>
          </p:cNvSpPr>
          <p:nvPr userDrawn="1">
            <p:ph type="body" sz="quarter" idx="40" hasCustomPrompt="1"/>
          </p:nvPr>
        </p:nvSpPr>
        <p:spPr>
          <a:xfrm>
            <a:off x="465844" y="5318420"/>
            <a:ext cx="3175343" cy="741200"/>
          </a:xfrm>
        </p:spPr>
        <p:txBody>
          <a:bodyPr anchor="ctr">
            <a:noAutofit/>
          </a:bodyPr>
          <a:lstStyle>
            <a:lvl1pPr marL="0" indent="0" algn="r">
              <a:lnSpc>
                <a:spcPct val="100000"/>
              </a:lnSpc>
              <a:buFont typeface="Arial" panose="020B0604020202020204" pitchFamily="34" charset="0"/>
              <a:buNone/>
              <a:defRPr b="0" i="0">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eiusmaod</a:t>
            </a:r>
            <a:r>
              <a:rPr lang="en-US" dirty="0"/>
              <a:t> </a:t>
            </a:r>
            <a:r>
              <a:rPr lang="en-US" dirty="0" err="1"/>
              <a:t>tempor</a:t>
            </a:r>
            <a:r>
              <a:rPr lang="en-US" dirty="0"/>
              <a:t> </a:t>
            </a:r>
            <a:r>
              <a:rPr lang="en-US" dirty="0" err="1"/>
              <a:t>incididunt</a:t>
            </a:r>
            <a:r>
              <a:rPr lang="en-US" dirty="0"/>
              <a:t> </a:t>
            </a:r>
            <a:r>
              <a:rPr lang="en-US" dirty="0" err="1"/>
              <a:t>ut</a:t>
            </a:r>
            <a:r>
              <a:rPr lang="en-US" dirty="0"/>
              <a:t> labore et</a:t>
            </a:r>
          </a:p>
        </p:txBody>
      </p:sp>
      <p:sp>
        <p:nvSpPr>
          <p:cNvPr id="19" name="Text Placeholder 25">
            <a:extLst>
              <a:ext uri="{FF2B5EF4-FFF2-40B4-BE49-F238E27FC236}">
                <a16:creationId xmlns:a16="http://schemas.microsoft.com/office/drawing/2014/main" id="{5EA5857C-E819-2542-C14C-445CE94DA0AD}"/>
              </a:ext>
            </a:extLst>
          </p:cNvPr>
          <p:cNvSpPr>
            <a:spLocks noGrp="1"/>
          </p:cNvSpPr>
          <p:nvPr userDrawn="1">
            <p:ph type="body" sz="quarter" idx="41" hasCustomPrompt="1"/>
          </p:nvPr>
        </p:nvSpPr>
        <p:spPr>
          <a:xfrm>
            <a:off x="465844" y="4522401"/>
            <a:ext cx="3175343" cy="838428"/>
          </a:xfrm>
        </p:spPr>
        <p:txBody>
          <a:bodyPr anchor="b">
            <a:noAutofit/>
          </a:bodyPr>
          <a:lstStyle>
            <a:lvl1pPr marL="0" indent="0" algn="r">
              <a:lnSpc>
                <a:spcPct val="120000"/>
              </a:lnSpc>
              <a:buFont typeface="Arial" panose="020B0604020202020204" pitchFamily="34" charset="0"/>
              <a:buNone/>
              <a:defRPr sz="2000">
                <a:solidFill>
                  <a:schemeClr val="accent1"/>
                </a:solidFill>
              </a:defRPr>
            </a:lvl1pPr>
          </a:lstStyle>
          <a:p>
            <a:pPr lvl="0"/>
            <a:r>
              <a:rPr lang="en-US" dirty="0"/>
              <a:t>Titel</a:t>
            </a:r>
          </a:p>
        </p:txBody>
      </p:sp>
      <p:cxnSp>
        <p:nvCxnSpPr>
          <p:cNvPr id="20" name="Straight Connector 17">
            <a:extLst>
              <a:ext uri="{FF2B5EF4-FFF2-40B4-BE49-F238E27FC236}">
                <a16:creationId xmlns:a16="http://schemas.microsoft.com/office/drawing/2014/main" id="{DA7AB547-A506-0404-8723-A08E51724085}"/>
              </a:ext>
            </a:extLst>
          </p:cNvPr>
          <p:cNvCxnSpPr>
            <a:cxnSpLocks/>
          </p:cNvCxnSpPr>
          <p:nvPr userDrawn="1"/>
        </p:nvCxnSpPr>
        <p:spPr>
          <a:xfrm>
            <a:off x="8516768" y="3826961"/>
            <a:ext cx="3188731"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 name="Text Placeholder 25">
            <a:extLst>
              <a:ext uri="{FF2B5EF4-FFF2-40B4-BE49-F238E27FC236}">
                <a16:creationId xmlns:a16="http://schemas.microsoft.com/office/drawing/2014/main" id="{42B19508-E24B-4D66-D436-1B1DDF21DBF7}"/>
              </a:ext>
            </a:extLst>
          </p:cNvPr>
          <p:cNvSpPr>
            <a:spLocks noGrp="1"/>
          </p:cNvSpPr>
          <p:nvPr userDrawn="1">
            <p:ph type="body" sz="quarter" idx="42" hasCustomPrompt="1"/>
          </p:nvPr>
        </p:nvSpPr>
        <p:spPr>
          <a:xfrm>
            <a:off x="8530156" y="2449420"/>
            <a:ext cx="3175343" cy="741200"/>
          </a:xfrm>
        </p:spPr>
        <p:txBody>
          <a:bodyPr anchor="ctr">
            <a:noAutofit/>
          </a:bodyPr>
          <a:lstStyle>
            <a:lvl1pPr marL="0" indent="0" algn="l">
              <a:lnSpc>
                <a:spcPct val="100000"/>
              </a:lnSpc>
              <a:buFont typeface="Arial" panose="020B0604020202020204" pitchFamily="34" charset="0"/>
              <a:buNone/>
              <a:defRPr b="0" i="0">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eiusmaod</a:t>
            </a:r>
            <a:r>
              <a:rPr lang="en-US" dirty="0"/>
              <a:t> </a:t>
            </a:r>
            <a:r>
              <a:rPr lang="en-US" dirty="0" err="1"/>
              <a:t>tempor</a:t>
            </a:r>
            <a:r>
              <a:rPr lang="en-US" dirty="0"/>
              <a:t> </a:t>
            </a:r>
            <a:r>
              <a:rPr lang="en-US" dirty="0" err="1"/>
              <a:t>incididunt</a:t>
            </a:r>
            <a:r>
              <a:rPr lang="en-US" dirty="0"/>
              <a:t> </a:t>
            </a:r>
            <a:r>
              <a:rPr lang="en-US" dirty="0" err="1"/>
              <a:t>ut</a:t>
            </a:r>
            <a:r>
              <a:rPr lang="en-US" dirty="0"/>
              <a:t> labore et</a:t>
            </a:r>
          </a:p>
        </p:txBody>
      </p:sp>
      <p:sp>
        <p:nvSpPr>
          <p:cNvPr id="22" name="Text Placeholder 25">
            <a:extLst>
              <a:ext uri="{FF2B5EF4-FFF2-40B4-BE49-F238E27FC236}">
                <a16:creationId xmlns:a16="http://schemas.microsoft.com/office/drawing/2014/main" id="{E4B0DB9A-A2DF-0092-8345-2F32EF0D524A}"/>
              </a:ext>
            </a:extLst>
          </p:cNvPr>
          <p:cNvSpPr>
            <a:spLocks noGrp="1"/>
          </p:cNvSpPr>
          <p:nvPr userDrawn="1">
            <p:ph type="body" sz="quarter" idx="43" hasCustomPrompt="1"/>
          </p:nvPr>
        </p:nvSpPr>
        <p:spPr>
          <a:xfrm>
            <a:off x="8530156" y="1653401"/>
            <a:ext cx="3175343" cy="838428"/>
          </a:xfrm>
        </p:spPr>
        <p:txBody>
          <a:bodyPr anchor="b">
            <a:noAutofit/>
          </a:bodyPr>
          <a:lstStyle>
            <a:lvl1pPr marL="0" indent="0" algn="l">
              <a:lnSpc>
                <a:spcPct val="120000"/>
              </a:lnSpc>
              <a:buFont typeface="Arial" panose="020B0604020202020204" pitchFamily="34" charset="0"/>
              <a:buNone/>
              <a:defRPr sz="2000">
                <a:solidFill>
                  <a:schemeClr val="accent1"/>
                </a:solidFill>
              </a:defRPr>
            </a:lvl1pPr>
          </a:lstStyle>
          <a:p>
            <a:pPr lvl="0"/>
            <a:r>
              <a:rPr lang="en-US" dirty="0"/>
              <a:t>Titel</a:t>
            </a:r>
          </a:p>
        </p:txBody>
      </p:sp>
      <p:sp>
        <p:nvSpPr>
          <p:cNvPr id="24" name="Text Placeholder 25">
            <a:extLst>
              <a:ext uri="{FF2B5EF4-FFF2-40B4-BE49-F238E27FC236}">
                <a16:creationId xmlns:a16="http://schemas.microsoft.com/office/drawing/2014/main" id="{309573FC-F7B3-4BF3-E346-4E11FFAC8F5C}"/>
              </a:ext>
            </a:extLst>
          </p:cNvPr>
          <p:cNvSpPr>
            <a:spLocks noGrp="1"/>
          </p:cNvSpPr>
          <p:nvPr userDrawn="1">
            <p:ph type="body" sz="quarter" idx="44" hasCustomPrompt="1"/>
          </p:nvPr>
        </p:nvSpPr>
        <p:spPr>
          <a:xfrm>
            <a:off x="8530156" y="5318420"/>
            <a:ext cx="3175343" cy="741200"/>
          </a:xfrm>
        </p:spPr>
        <p:txBody>
          <a:bodyPr anchor="ctr">
            <a:noAutofit/>
          </a:bodyPr>
          <a:lstStyle>
            <a:lvl1pPr marL="0" indent="0" algn="l">
              <a:lnSpc>
                <a:spcPct val="100000"/>
              </a:lnSpc>
              <a:buFont typeface="Arial" panose="020B0604020202020204" pitchFamily="34" charset="0"/>
              <a:buNone/>
              <a:defRPr b="0" i="0">
                <a:latin typeface="Abadi ExtraLight" panose="020B0204020104020204" pitchFamily="34" charset="77"/>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eiusmaod</a:t>
            </a:r>
            <a:r>
              <a:rPr lang="en-US" dirty="0"/>
              <a:t> </a:t>
            </a:r>
            <a:r>
              <a:rPr lang="en-US" dirty="0" err="1"/>
              <a:t>tempor</a:t>
            </a:r>
            <a:r>
              <a:rPr lang="en-US" dirty="0"/>
              <a:t> </a:t>
            </a:r>
            <a:r>
              <a:rPr lang="en-US" dirty="0" err="1"/>
              <a:t>incididunt</a:t>
            </a:r>
            <a:r>
              <a:rPr lang="en-US" dirty="0"/>
              <a:t> </a:t>
            </a:r>
            <a:r>
              <a:rPr lang="en-US" dirty="0" err="1"/>
              <a:t>ut</a:t>
            </a:r>
            <a:r>
              <a:rPr lang="en-US" dirty="0"/>
              <a:t> labore et</a:t>
            </a:r>
          </a:p>
        </p:txBody>
      </p:sp>
      <p:sp>
        <p:nvSpPr>
          <p:cNvPr id="25" name="Text Placeholder 25">
            <a:extLst>
              <a:ext uri="{FF2B5EF4-FFF2-40B4-BE49-F238E27FC236}">
                <a16:creationId xmlns:a16="http://schemas.microsoft.com/office/drawing/2014/main" id="{64A4A732-47F8-9EA7-631A-D0904F8C033D}"/>
              </a:ext>
            </a:extLst>
          </p:cNvPr>
          <p:cNvSpPr>
            <a:spLocks noGrp="1"/>
          </p:cNvSpPr>
          <p:nvPr userDrawn="1">
            <p:ph type="body" sz="quarter" idx="45" hasCustomPrompt="1"/>
          </p:nvPr>
        </p:nvSpPr>
        <p:spPr>
          <a:xfrm>
            <a:off x="8530156" y="4522401"/>
            <a:ext cx="3175343" cy="838428"/>
          </a:xfrm>
        </p:spPr>
        <p:txBody>
          <a:bodyPr anchor="b">
            <a:noAutofit/>
          </a:bodyPr>
          <a:lstStyle>
            <a:lvl1pPr marL="0" indent="0" algn="l">
              <a:lnSpc>
                <a:spcPct val="120000"/>
              </a:lnSpc>
              <a:buFont typeface="Arial" panose="020B0604020202020204" pitchFamily="34" charset="0"/>
              <a:buNone/>
              <a:defRPr sz="2000">
                <a:solidFill>
                  <a:schemeClr val="accent1"/>
                </a:solidFill>
              </a:defRPr>
            </a:lvl1pPr>
          </a:lstStyle>
          <a:p>
            <a:pPr lvl="0"/>
            <a:r>
              <a:rPr lang="en-US" dirty="0"/>
              <a:t>Titel</a:t>
            </a:r>
          </a:p>
        </p:txBody>
      </p:sp>
      <p:sp>
        <p:nvSpPr>
          <p:cNvPr id="27" name="Text Placeholder 8">
            <a:extLst>
              <a:ext uri="{FF2B5EF4-FFF2-40B4-BE49-F238E27FC236}">
                <a16:creationId xmlns:a16="http://schemas.microsoft.com/office/drawing/2014/main" id="{82AE70CF-953A-1087-3F95-0B55F05D10A5}"/>
              </a:ext>
            </a:extLst>
          </p:cNvPr>
          <p:cNvSpPr>
            <a:spLocks noGrp="1"/>
          </p:cNvSpPr>
          <p:nvPr userDrawn="1">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
        <p:nvSpPr>
          <p:cNvPr id="8" name="Text Placeholder 10">
            <a:extLst>
              <a:ext uri="{FF2B5EF4-FFF2-40B4-BE49-F238E27FC236}">
                <a16:creationId xmlns:a16="http://schemas.microsoft.com/office/drawing/2014/main" id="{BD97D7EC-9747-1EBA-B2EE-9E342A356B9F}"/>
              </a:ext>
            </a:extLst>
          </p:cNvPr>
          <p:cNvSpPr>
            <a:spLocks noGrp="1" noChangeAspect="1"/>
          </p:cNvSpPr>
          <p:nvPr>
            <p:ph type="body" sz="quarter" idx="56" hasCustomPrompt="1"/>
          </p:nvPr>
        </p:nvSpPr>
        <p:spPr>
          <a:xfrm>
            <a:off x="3996865" y="1951228"/>
            <a:ext cx="684000" cy="684000"/>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lnSpc>
                <a:spcPct val="100000"/>
              </a:lnSpc>
              <a:spcBef>
                <a:spcPts val="0"/>
              </a:spcBef>
              <a:buNone/>
              <a:defRPr lang="en-GB" sz="1600"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Tree>
    <p:extLst>
      <p:ext uri="{BB962C8B-B14F-4D97-AF65-F5344CB8AC3E}">
        <p14:creationId xmlns:p14="http://schemas.microsoft.com/office/powerpoint/2010/main" val="416678887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 AT Kart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2704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2" name="Text Placeholder 16">
            <a:extLst>
              <a:ext uri="{FF2B5EF4-FFF2-40B4-BE49-F238E27FC236}">
                <a16:creationId xmlns:a16="http://schemas.microsoft.com/office/drawing/2014/main" id="{EA1A999F-8DAD-E717-6437-0DBF3963CAC8}"/>
              </a:ext>
            </a:extLst>
          </p:cNvPr>
          <p:cNvSpPr>
            <a:spLocks noGrp="1"/>
          </p:cNvSpPr>
          <p:nvPr>
            <p:ph type="body" sz="quarter" idx="19"/>
          </p:nvPr>
        </p:nvSpPr>
        <p:spPr>
          <a:xfrm>
            <a:off x="431800" y="1990863"/>
            <a:ext cx="5582838" cy="4152765"/>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4" name="Freeform 73">
            <a:extLst>
              <a:ext uri="{FF2B5EF4-FFF2-40B4-BE49-F238E27FC236}">
                <a16:creationId xmlns:a16="http://schemas.microsoft.com/office/drawing/2014/main" id="{96E0E21F-45B3-3C72-D6E1-9AE588046C70}"/>
              </a:ext>
            </a:extLst>
          </p:cNvPr>
          <p:cNvSpPr>
            <a:spLocks noGrp="1"/>
          </p:cNvSpPr>
          <p:nvPr>
            <p:ph type="body" sz="quarter" idx="47" hasCustomPrompt="1"/>
          </p:nvPr>
        </p:nvSpPr>
        <p:spPr>
          <a:xfrm>
            <a:off x="8067432" y="4795699"/>
            <a:ext cx="3127661" cy="1525565"/>
          </a:xfrm>
          <a:custGeom>
            <a:avLst/>
            <a:gdLst>
              <a:gd name="connsiteX0" fmla="*/ 2652426 w 2652478"/>
              <a:gd name="connsiteY0" fmla="*/ 438933 h 1293787"/>
              <a:gd name="connsiteX1" fmla="*/ 2652478 w 2652478"/>
              <a:gd name="connsiteY1" fmla="*/ 439090 h 1293787"/>
              <a:gd name="connsiteX2" fmla="*/ 2652402 w 2652478"/>
              <a:gd name="connsiteY2" fmla="*/ 439005 h 1293787"/>
              <a:gd name="connsiteX3" fmla="*/ 1958225 w 2652478"/>
              <a:gd name="connsiteY3" fmla="*/ 0 h 1293787"/>
              <a:gd name="connsiteX4" fmla="*/ 2052908 w 2652478"/>
              <a:gd name="connsiteY4" fmla="*/ 0 h 1293787"/>
              <a:gd name="connsiteX5" fmla="*/ 2177179 w 2652478"/>
              <a:gd name="connsiteY5" fmla="*/ 38474 h 1293787"/>
              <a:gd name="connsiteX6" fmla="*/ 2280712 w 2652478"/>
              <a:gd name="connsiteY6" fmla="*/ 56243 h 1293787"/>
              <a:gd name="connsiteX7" fmla="*/ 2293543 w 2652478"/>
              <a:gd name="connsiteY7" fmla="*/ 88793 h 1293787"/>
              <a:gd name="connsiteX8" fmla="*/ 2375395 w 2652478"/>
              <a:gd name="connsiteY8" fmla="*/ 88793 h 1293787"/>
              <a:gd name="connsiteX9" fmla="*/ 2436457 w 2652478"/>
              <a:gd name="connsiteY9" fmla="*/ 56243 h 1293787"/>
              <a:gd name="connsiteX10" fmla="*/ 2493748 w 2652478"/>
              <a:gd name="connsiteY10" fmla="*/ 59178 h 1293787"/>
              <a:gd name="connsiteX11" fmla="*/ 2523337 w 2652478"/>
              <a:gd name="connsiteY11" fmla="*/ 97651 h 1293787"/>
              <a:gd name="connsiteX12" fmla="*/ 2585446 w 2652478"/>
              <a:gd name="connsiteY12" fmla="*/ 109497 h 1293787"/>
              <a:gd name="connsiteX13" fmla="*/ 2612049 w 2652478"/>
              <a:gd name="connsiteY13" fmla="*/ 112433 h 1293787"/>
              <a:gd name="connsiteX14" fmla="*/ 2570626 w 2652478"/>
              <a:gd name="connsiteY14" fmla="*/ 204213 h 1293787"/>
              <a:gd name="connsiteX15" fmla="*/ 2546955 w 2652478"/>
              <a:gd name="connsiteY15" fmla="*/ 242687 h 1293787"/>
              <a:gd name="connsiteX16" fmla="*/ 2544022 w 2652478"/>
              <a:gd name="connsiteY16" fmla="*/ 304852 h 1293787"/>
              <a:gd name="connsiteX17" fmla="*/ 2612049 w 2652478"/>
              <a:gd name="connsiteY17" fmla="*/ 393698 h 1293787"/>
              <a:gd name="connsiteX18" fmla="*/ 2652402 w 2652478"/>
              <a:gd name="connsiteY18" fmla="*/ 439005 h 1293787"/>
              <a:gd name="connsiteX19" fmla="*/ 2630745 w 2652478"/>
              <a:gd name="connsiteY19" fmla="*/ 504086 h 1293787"/>
              <a:gd name="connsiteX20" fmla="*/ 2601157 w 2652478"/>
              <a:gd name="connsiteY20" fmla="*/ 529770 h 1293787"/>
              <a:gd name="connsiteX21" fmla="*/ 2622837 w 2652478"/>
              <a:gd name="connsiteY21" fmla="*/ 592931 h 1293787"/>
              <a:gd name="connsiteX22" fmla="*/ 2624827 w 2652478"/>
              <a:gd name="connsiteY22" fmla="*/ 612692 h 1293787"/>
              <a:gd name="connsiteX23" fmla="*/ 2436352 w 2652478"/>
              <a:gd name="connsiteY23" fmla="*/ 618615 h 1293787"/>
              <a:gd name="connsiteX24" fmla="*/ 2399956 w 2652478"/>
              <a:gd name="connsiteY24" fmla="*/ 622546 h 1293787"/>
              <a:gd name="connsiteX25" fmla="*/ 2436352 w 2652478"/>
              <a:gd name="connsiteY25" fmla="*/ 658085 h 1293787"/>
              <a:gd name="connsiteX26" fmla="*/ 2484741 w 2652478"/>
              <a:gd name="connsiteY26" fmla="*/ 679785 h 1293787"/>
              <a:gd name="connsiteX27" fmla="*/ 2478823 w 2652478"/>
              <a:gd name="connsiteY27" fmla="*/ 744938 h 1293787"/>
              <a:gd name="connsiteX28" fmla="*/ 2446302 w 2652478"/>
              <a:gd name="connsiteY28" fmla="*/ 752853 h 1293787"/>
              <a:gd name="connsiteX29" fmla="*/ 2421637 w 2652478"/>
              <a:gd name="connsiteY29" fmla="*/ 782468 h 1293787"/>
              <a:gd name="connsiteX30" fmla="*/ 2436352 w 2652478"/>
              <a:gd name="connsiteY30" fmla="*/ 970013 h 1293787"/>
              <a:gd name="connsiteX31" fmla="*/ 2352615 w 2652478"/>
              <a:gd name="connsiteY31" fmla="*/ 962098 h 1293787"/>
              <a:gd name="connsiteX32" fmla="*/ 2325016 w 2652478"/>
              <a:gd name="connsiteY32" fmla="*/ 997636 h 1293787"/>
              <a:gd name="connsiteX33" fmla="*/ 2293438 w 2652478"/>
              <a:gd name="connsiteY33" fmla="*/ 1045020 h 1293787"/>
              <a:gd name="connsiteX34" fmla="*/ 2268772 w 2652478"/>
              <a:gd name="connsiteY34" fmla="*/ 1045020 h 1293787"/>
              <a:gd name="connsiteX35" fmla="*/ 2268772 w 2652478"/>
              <a:gd name="connsiteY35" fmla="*/ 1145712 h 1293787"/>
              <a:gd name="connsiteX36" fmla="*/ 2236251 w 2652478"/>
              <a:gd name="connsiteY36" fmla="*/ 1154570 h 1293787"/>
              <a:gd name="connsiteX37" fmla="*/ 2197813 w 2652478"/>
              <a:gd name="connsiteY37" fmla="*/ 1127942 h 1293787"/>
              <a:gd name="connsiteX38" fmla="*/ 2114965 w 2652478"/>
              <a:gd name="connsiteY38" fmla="*/ 1130878 h 1293787"/>
              <a:gd name="connsiteX39" fmla="*/ 2106115 w 2652478"/>
              <a:gd name="connsiteY39" fmla="*/ 1169351 h 1293787"/>
              <a:gd name="connsiteX40" fmla="*/ 1978911 w 2652478"/>
              <a:gd name="connsiteY40" fmla="*/ 1160493 h 1293787"/>
              <a:gd name="connsiteX41" fmla="*/ 1887213 w 2652478"/>
              <a:gd name="connsiteY41" fmla="*/ 1157558 h 1293787"/>
              <a:gd name="connsiteX42" fmla="*/ 1780695 w 2652478"/>
              <a:gd name="connsiteY42" fmla="*/ 1293787 h 1293787"/>
              <a:gd name="connsiteX43" fmla="*/ 1741261 w 2652478"/>
              <a:gd name="connsiteY43" fmla="*/ 1290852 h 1293787"/>
              <a:gd name="connsiteX44" fmla="*/ 1715601 w 2652478"/>
              <a:gd name="connsiteY44" fmla="*/ 1261237 h 1293787"/>
              <a:gd name="connsiteX45" fmla="*/ 1617985 w 2652478"/>
              <a:gd name="connsiteY45" fmla="*/ 1261237 h 1293787"/>
              <a:gd name="connsiteX46" fmla="*/ 1609135 w 2652478"/>
              <a:gd name="connsiteY46" fmla="*/ 1228686 h 1293787"/>
              <a:gd name="connsiteX47" fmla="*/ 1511520 w 2652478"/>
              <a:gd name="connsiteY47" fmla="*/ 1234609 h 1293787"/>
              <a:gd name="connsiteX48" fmla="*/ 1490834 w 2652478"/>
              <a:gd name="connsiteY48" fmla="*/ 1204994 h 1293787"/>
              <a:gd name="connsiteX49" fmla="*/ 1437575 w 2652478"/>
              <a:gd name="connsiteY49" fmla="*/ 1204994 h 1293787"/>
              <a:gd name="connsiteX50" fmla="*/ 1357713 w 2652478"/>
              <a:gd name="connsiteY50" fmla="*/ 1204994 h 1293787"/>
              <a:gd name="connsiteX51" fmla="*/ 1337027 w 2652478"/>
              <a:gd name="connsiteY51" fmla="*/ 1169456 h 1293787"/>
              <a:gd name="connsiteX52" fmla="*/ 1260097 w 2652478"/>
              <a:gd name="connsiteY52" fmla="*/ 1169456 h 1293787"/>
              <a:gd name="connsiteX53" fmla="*/ 1203906 w 2652478"/>
              <a:gd name="connsiteY53" fmla="*/ 1187225 h 1293787"/>
              <a:gd name="connsiteX54" fmla="*/ 1177302 w 2652478"/>
              <a:gd name="connsiteY54" fmla="*/ 1154675 h 1293787"/>
              <a:gd name="connsiteX55" fmla="*/ 1085605 w 2652478"/>
              <a:gd name="connsiteY55" fmla="*/ 1169456 h 1293787"/>
              <a:gd name="connsiteX56" fmla="*/ 1023495 w 2652478"/>
              <a:gd name="connsiteY56" fmla="*/ 1119137 h 1293787"/>
              <a:gd name="connsiteX57" fmla="*/ 946565 w 2652478"/>
              <a:gd name="connsiteY57" fmla="*/ 1062894 h 1293787"/>
              <a:gd name="connsiteX58" fmla="*/ 946565 w 2652478"/>
              <a:gd name="connsiteY58" fmla="*/ 1006652 h 1293787"/>
              <a:gd name="connsiteX59" fmla="*/ 945256 w 2652478"/>
              <a:gd name="connsiteY59" fmla="*/ 935575 h 1293787"/>
              <a:gd name="connsiteX60" fmla="*/ 896291 w 2652478"/>
              <a:gd name="connsiteY60" fmla="*/ 935575 h 1293787"/>
              <a:gd name="connsiteX61" fmla="*/ 896291 w 2652478"/>
              <a:gd name="connsiteY61" fmla="*/ 971113 h 1293787"/>
              <a:gd name="connsiteX62" fmla="*/ 846017 w 2652478"/>
              <a:gd name="connsiteY62" fmla="*/ 971113 h 1293787"/>
              <a:gd name="connsiteX63" fmla="*/ 816429 w 2652478"/>
              <a:gd name="connsiteY63" fmla="*/ 1006652 h 1293787"/>
              <a:gd name="connsiteX64" fmla="*/ 591558 w 2652478"/>
              <a:gd name="connsiteY64" fmla="*/ 1012574 h 1293787"/>
              <a:gd name="connsiteX65" fmla="*/ 573805 w 2652478"/>
              <a:gd name="connsiteY65" fmla="*/ 1056971 h 1293787"/>
              <a:gd name="connsiteX66" fmla="*/ 541284 w 2652478"/>
              <a:gd name="connsiteY66" fmla="*/ 1114734 h 1293787"/>
              <a:gd name="connsiteX67" fmla="*/ 493942 w 2652478"/>
              <a:gd name="connsiteY67" fmla="*/ 1086586 h 1293787"/>
              <a:gd name="connsiteX68" fmla="*/ 431833 w 2652478"/>
              <a:gd name="connsiteY68" fmla="*/ 1080663 h 1293787"/>
              <a:gd name="connsiteX69" fmla="*/ 393394 w 2652478"/>
              <a:gd name="connsiteY69" fmla="*/ 1045125 h 1293787"/>
              <a:gd name="connsiteX70" fmla="*/ 354956 w 2652478"/>
              <a:gd name="connsiteY70" fmla="*/ 1051048 h 1293787"/>
              <a:gd name="connsiteX71" fmla="*/ 340187 w 2652478"/>
              <a:gd name="connsiteY71" fmla="*/ 994806 h 1293787"/>
              <a:gd name="connsiteX72" fmla="*/ 289913 w 2652478"/>
              <a:gd name="connsiteY72" fmla="*/ 991870 h 1293787"/>
              <a:gd name="connsiteX73" fmla="*/ 278078 w 2652478"/>
              <a:gd name="connsiteY73" fmla="*/ 1045177 h 1293787"/>
              <a:gd name="connsiteX74" fmla="*/ 233722 w 2652478"/>
              <a:gd name="connsiteY74" fmla="*/ 1062947 h 1293787"/>
              <a:gd name="connsiteX75" fmla="*/ 186380 w 2652478"/>
              <a:gd name="connsiteY75" fmla="*/ 1045177 h 1293787"/>
              <a:gd name="connsiteX76" fmla="*/ 186380 w 2652478"/>
              <a:gd name="connsiteY76" fmla="*/ 1015562 h 1293787"/>
              <a:gd name="connsiteX77" fmla="*/ 139039 w 2652478"/>
              <a:gd name="connsiteY77" fmla="*/ 1012627 h 1293787"/>
              <a:gd name="connsiteX78" fmla="*/ 139039 w 2652478"/>
              <a:gd name="connsiteY78" fmla="*/ 977089 h 1293787"/>
              <a:gd name="connsiteX79" fmla="*/ 68027 w 2652478"/>
              <a:gd name="connsiteY79" fmla="*/ 959320 h 1293787"/>
              <a:gd name="connsiteX80" fmla="*/ 0 w 2652478"/>
              <a:gd name="connsiteY80" fmla="*/ 950462 h 1293787"/>
              <a:gd name="connsiteX81" fmla="*/ 20686 w 2652478"/>
              <a:gd name="connsiteY81" fmla="*/ 876922 h 1293787"/>
              <a:gd name="connsiteX82" fmla="*/ 47289 w 2652478"/>
              <a:gd name="connsiteY82" fmla="*/ 808309 h 1293787"/>
              <a:gd name="connsiteX83" fmla="*/ 76877 w 2652478"/>
              <a:gd name="connsiteY83" fmla="*/ 796463 h 1293787"/>
              <a:gd name="connsiteX84" fmla="*/ 65042 w 2652478"/>
              <a:gd name="connsiteY84" fmla="*/ 743156 h 1293787"/>
              <a:gd name="connsiteX85" fmla="*/ 82795 w 2652478"/>
              <a:gd name="connsiteY85" fmla="*/ 695771 h 1293787"/>
              <a:gd name="connsiteX86" fmla="*/ 198163 w 2652478"/>
              <a:gd name="connsiteY86" fmla="*/ 695771 h 1293787"/>
              <a:gd name="connsiteX87" fmla="*/ 204081 w 2652478"/>
              <a:gd name="connsiteY87" fmla="*/ 766848 h 1293787"/>
              <a:gd name="connsiteX88" fmla="*/ 251423 w 2652478"/>
              <a:gd name="connsiteY88" fmla="*/ 775706 h 1293787"/>
              <a:gd name="connsiteX89" fmla="*/ 257340 w 2652478"/>
              <a:gd name="connsiteY89" fmla="*/ 834937 h 1293787"/>
              <a:gd name="connsiteX90" fmla="*/ 331285 w 2652478"/>
              <a:gd name="connsiteY90" fmla="*/ 793475 h 1293787"/>
              <a:gd name="connsiteX91" fmla="*/ 360873 w 2652478"/>
              <a:gd name="connsiteY91" fmla="*/ 722399 h 1293787"/>
              <a:gd name="connsiteX92" fmla="*/ 349038 w 2652478"/>
              <a:gd name="connsiteY92" fmla="*/ 672080 h 1293787"/>
              <a:gd name="connsiteX93" fmla="*/ 399312 w 2652478"/>
              <a:gd name="connsiteY93" fmla="*/ 672080 h 1293787"/>
              <a:gd name="connsiteX94" fmla="*/ 422982 w 2652478"/>
              <a:gd name="connsiteY94" fmla="*/ 701695 h 1293787"/>
              <a:gd name="connsiteX95" fmla="*/ 517665 w 2652478"/>
              <a:gd name="connsiteY95" fmla="*/ 695771 h 1293787"/>
              <a:gd name="connsiteX96" fmla="*/ 535418 w 2652478"/>
              <a:gd name="connsiteY96" fmla="*/ 772771 h 1293787"/>
              <a:gd name="connsiteX97" fmla="*/ 659689 w 2652478"/>
              <a:gd name="connsiteY97" fmla="*/ 772771 h 1293787"/>
              <a:gd name="connsiteX98" fmla="*/ 712948 w 2652478"/>
              <a:gd name="connsiteY98" fmla="*/ 719464 h 1293787"/>
              <a:gd name="connsiteX99" fmla="*/ 780975 w 2652478"/>
              <a:gd name="connsiteY99" fmla="*/ 672080 h 1293787"/>
              <a:gd name="connsiteX100" fmla="*/ 961438 w 2652478"/>
              <a:gd name="connsiteY100" fmla="*/ 672080 h 1293787"/>
              <a:gd name="connsiteX101" fmla="*/ 964371 w 2652478"/>
              <a:gd name="connsiteY101" fmla="*/ 583234 h 1293787"/>
              <a:gd name="connsiteX102" fmla="*/ 1044233 w 2652478"/>
              <a:gd name="connsiteY102" fmla="*/ 642464 h 1293787"/>
              <a:gd name="connsiteX103" fmla="*/ 1159602 w 2652478"/>
              <a:gd name="connsiteY103" fmla="*/ 633606 h 1293787"/>
              <a:gd name="connsiteX104" fmla="*/ 1227629 w 2652478"/>
              <a:gd name="connsiteY104" fmla="*/ 553671 h 1293787"/>
              <a:gd name="connsiteX105" fmla="*/ 1195108 w 2652478"/>
              <a:gd name="connsiteY105" fmla="*/ 485583 h 1293787"/>
              <a:gd name="connsiteX106" fmla="*/ 1159602 w 2652478"/>
              <a:gd name="connsiteY106" fmla="*/ 390815 h 1293787"/>
              <a:gd name="connsiteX107" fmla="*/ 1209876 w 2652478"/>
              <a:gd name="connsiteY107" fmla="*/ 367123 h 1293787"/>
              <a:gd name="connsiteX108" fmla="*/ 1322311 w 2652478"/>
              <a:gd name="connsiteY108" fmla="*/ 322726 h 1293787"/>
              <a:gd name="connsiteX109" fmla="*/ 1360750 w 2652478"/>
              <a:gd name="connsiteY109" fmla="*/ 284253 h 1293787"/>
              <a:gd name="connsiteX110" fmla="*/ 1411024 w 2652478"/>
              <a:gd name="connsiteY110" fmla="*/ 149019 h 1293787"/>
              <a:gd name="connsiteX111" fmla="*/ 1461298 w 2652478"/>
              <a:gd name="connsiteY111" fmla="*/ 189484 h 1293787"/>
              <a:gd name="connsiteX112" fmla="*/ 1505654 w 2652478"/>
              <a:gd name="connsiteY112" fmla="*/ 186549 h 1293787"/>
              <a:gd name="connsiteX113" fmla="*/ 1523407 w 2652478"/>
              <a:gd name="connsiteY113" fmla="*/ 59230 h 1293787"/>
              <a:gd name="connsiteX114" fmla="*/ 1665432 w 2652478"/>
              <a:gd name="connsiteY114" fmla="*/ 180626 h 1293787"/>
              <a:gd name="connsiteX115" fmla="*/ 1733459 w 2652478"/>
              <a:gd name="connsiteY115" fmla="*/ 130307 h 1293787"/>
              <a:gd name="connsiteX116" fmla="*/ 1801485 w 2652478"/>
              <a:gd name="connsiteY116" fmla="*/ 168780 h 1293787"/>
              <a:gd name="connsiteX117" fmla="*/ 1842909 w 2652478"/>
              <a:gd name="connsiteY117" fmla="*/ 115473 h 1293787"/>
              <a:gd name="connsiteX118" fmla="*/ 1857677 w 2652478"/>
              <a:gd name="connsiteY118" fmla="*/ 59230 h 1293787"/>
              <a:gd name="connsiteX119" fmla="*/ 1907951 w 2652478"/>
              <a:gd name="connsiteY119" fmla="*/ 74012 h 1293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2652478" h="1293787">
                <a:moveTo>
                  <a:pt x="2652426" y="438933"/>
                </a:moveTo>
                <a:lnTo>
                  <a:pt x="2652478" y="439090"/>
                </a:lnTo>
                <a:lnTo>
                  <a:pt x="2652402" y="439005"/>
                </a:lnTo>
                <a:close/>
                <a:moveTo>
                  <a:pt x="1958225" y="0"/>
                </a:moveTo>
                <a:lnTo>
                  <a:pt x="2052908" y="0"/>
                </a:lnTo>
                <a:lnTo>
                  <a:pt x="2177179" y="38474"/>
                </a:lnTo>
                <a:lnTo>
                  <a:pt x="2280712" y="56243"/>
                </a:lnTo>
                <a:cubicBezTo>
                  <a:pt x="2280712" y="56243"/>
                  <a:pt x="2276785" y="91781"/>
                  <a:pt x="2293543" y="88793"/>
                </a:cubicBezTo>
                <a:cubicBezTo>
                  <a:pt x="2310301" y="85858"/>
                  <a:pt x="2375395" y="88793"/>
                  <a:pt x="2375395" y="88793"/>
                </a:cubicBezTo>
                <a:lnTo>
                  <a:pt x="2436457" y="56243"/>
                </a:lnTo>
                <a:lnTo>
                  <a:pt x="2493748" y="59178"/>
                </a:lnTo>
                <a:lnTo>
                  <a:pt x="2523337" y="97651"/>
                </a:lnTo>
                <a:lnTo>
                  <a:pt x="2585446" y="109497"/>
                </a:lnTo>
                <a:lnTo>
                  <a:pt x="2612049" y="112433"/>
                </a:lnTo>
                <a:lnTo>
                  <a:pt x="2570626" y="204213"/>
                </a:lnTo>
                <a:lnTo>
                  <a:pt x="2546955" y="242687"/>
                </a:lnTo>
                <a:lnTo>
                  <a:pt x="2544022" y="304852"/>
                </a:lnTo>
                <a:lnTo>
                  <a:pt x="2612049" y="393698"/>
                </a:lnTo>
                <a:lnTo>
                  <a:pt x="2652402" y="439005"/>
                </a:lnTo>
                <a:lnTo>
                  <a:pt x="2630745" y="504086"/>
                </a:lnTo>
                <a:lnTo>
                  <a:pt x="2601157" y="529770"/>
                </a:lnTo>
                <a:lnTo>
                  <a:pt x="2622837" y="592931"/>
                </a:lnTo>
                <a:lnTo>
                  <a:pt x="2624827" y="612692"/>
                </a:lnTo>
                <a:lnTo>
                  <a:pt x="2436352" y="618615"/>
                </a:lnTo>
                <a:lnTo>
                  <a:pt x="2399956" y="622546"/>
                </a:lnTo>
                <a:lnTo>
                  <a:pt x="2436352" y="658085"/>
                </a:lnTo>
                <a:lnTo>
                  <a:pt x="2484741" y="679785"/>
                </a:lnTo>
                <a:lnTo>
                  <a:pt x="2478823" y="744938"/>
                </a:lnTo>
                <a:lnTo>
                  <a:pt x="2446302" y="752853"/>
                </a:lnTo>
                <a:lnTo>
                  <a:pt x="2421637" y="782468"/>
                </a:lnTo>
                <a:lnTo>
                  <a:pt x="2436352" y="970013"/>
                </a:lnTo>
                <a:lnTo>
                  <a:pt x="2352615" y="962098"/>
                </a:lnTo>
                <a:lnTo>
                  <a:pt x="2325016" y="997636"/>
                </a:lnTo>
                <a:lnTo>
                  <a:pt x="2293438" y="1045020"/>
                </a:lnTo>
                <a:lnTo>
                  <a:pt x="2268772" y="1045020"/>
                </a:lnTo>
                <a:lnTo>
                  <a:pt x="2268772" y="1145712"/>
                </a:lnTo>
                <a:lnTo>
                  <a:pt x="2236251" y="1154570"/>
                </a:lnTo>
                <a:lnTo>
                  <a:pt x="2197813" y="1127942"/>
                </a:lnTo>
                <a:lnTo>
                  <a:pt x="2114965" y="1130878"/>
                </a:lnTo>
                <a:lnTo>
                  <a:pt x="2106115" y="1169351"/>
                </a:lnTo>
                <a:lnTo>
                  <a:pt x="1978911" y="1160493"/>
                </a:lnTo>
                <a:lnTo>
                  <a:pt x="1887213" y="1157558"/>
                </a:lnTo>
                <a:lnTo>
                  <a:pt x="1780695" y="1293787"/>
                </a:lnTo>
                <a:lnTo>
                  <a:pt x="1741261" y="1290852"/>
                </a:lnTo>
                <a:lnTo>
                  <a:pt x="1715601" y="1261237"/>
                </a:lnTo>
                <a:lnTo>
                  <a:pt x="1617985" y="1261237"/>
                </a:lnTo>
                <a:lnTo>
                  <a:pt x="1609135" y="1228686"/>
                </a:lnTo>
                <a:lnTo>
                  <a:pt x="1511520" y="1234609"/>
                </a:lnTo>
                <a:lnTo>
                  <a:pt x="1490834" y="1204994"/>
                </a:lnTo>
                <a:cubicBezTo>
                  <a:pt x="1455328" y="1207929"/>
                  <a:pt x="1437575" y="1204994"/>
                  <a:pt x="1437575" y="1204994"/>
                </a:cubicBezTo>
                <a:lnTo>
                  <a:pt x="1357713" y="1204994"/>
                </a:lnTo>
                <a:lnTo>
                  <a:pt x="1337027" y="1169456"/>
                </a:lnTo>
                <a:cubicBezTo>
                  <a:pt x="1337027" y="1169456"/>
                  <a:pt x="1269000" y="1163533"/>
                  <a:pt x="1260097" y="1169456"/>
                </a:cubicBezTo>
                <a:cubicBezTo>
                  <a:pt x="1251247" y="1175379"/>
                  <a:pt x="1203906" y="1187225"/>
                  <a:pt x="1203906" y="1187225"/>
                </a:cubicBezTo>
                <a:lnTo>
                  <a:pt x="1177302" y="1154675"/>
                </a:lnTo>
                <a:cubicBezTo>
                  <a:pt x="1177302" y="1154675"/>
                  <a:pt x="1097440" y="1184290"/>
                  <a:pt x="1085605" y="1169456"/>
                </a:cubicBezTo>
                <a:cubicBezTo>
                  <a:pt x="1073769" y="1154675"/>
                  <a:pt x="1035330" y="1125060"/>
                  <a:pt x="1023495" y="1119137"/>
                </a:cubicBezTo>
                <a:cubicBezTo>
                  <a:pt x="1011660" y="1113214"/>
                  <a:pt x="949551" y="1071753"/>
                  <a:pt x="946565" y="1062894"/>
                </a:cubicBezTo>
                <a:cubicBezTo>
                  <a:pt x="943580" y="1054036"/>
                  <a:pt x="946565" y="1006652"/>
                  <a:pt x="946565" y="1006652"/>
                </a:cubicBezTo>
                <a:lnTo>
                  <a:pt x="945256" y="935575"/>
                </a:lnTo>
                <a:lnTo>
                  <a:pt x="896291" y="935575"/>
                </a:lnTo>
                <a:lnTo>
                  <a:pt x="896291" y="971113"/>
                </a:lnTo>
                <a:lnTo>
                  <a:pt x="846017" y="971113"/>
                </a:lnTo>
                <a:lnTo>
                  <a:pt x="816429" y="1006652"/>
                </a:lnTo>
                <a:lnTo>
                  <a:pt x="591558" y="1012574"/>
                </a:lnTo>
                <a:lnTo>
                  <a:pt x="573805" y="1056971"/>
                </a:lnTo>
                <a:lnTo>
                  <a:pt x="541284" y="1114734"/>
                </a:lnTo>
                <a:lnTo>
                  <a:pt x="493942" y="1086586"/>
                </a:lnTo>
                <a:cubicBezTo>
                  <a:pt x="493942" y="1086586"/>
                  <a:pt x="452519" y="1080663"/>
                  <a:pt x="431833" y="1080663"/>
                </a:cubicBezTo>
                <a:cubicBezTo>
                  <a:pt x="411147" y="1080663"/>
                  <a:pt x="393394" y="1045125"/>
                  <a:pt x="393394" y="1045125"/>
                </a:cubicBezTo>
                <a:lnTo>
                  <a:pt x="354956" y="1051048"/>
                </a:lnTo>
                <a:lnTo>
                  <a:pt x="340187" y="994806"/>
                </a:lnTo>
                <a:lnTo>
                  <a:pt x="289913" y="991870"/>
                </a:lnTo>
                <a:lnTo>
                  <a:pt x="278078" y="1045177"/>
                </a:lnTo>
                <a:cubicBezTo>
                  <a:pt x="278078" y="1045177"/>
                  <a:pt x="242572" y="1062947"/>
                  <a:pt x="233722" y="1062947"/>
                </a:cubicBezTo>
                <a:cubicBezTo>
                  <a:pt x="224872" y="1062947"/>
                  <a:pt x="186380" y="1062947"/>
                  <a:pt x="186380" y="1045177"/>
                </a:cubicBezTo>
                <a:cubicBezTo>
                  <a:pt x="186380" y="1027408"/>
                  <a:pt x="210051" y="1012627"/>
                  <a:pt x="186380" y="1015562"/>
                </a:cubicBezTo>
                <a:cubicBezTo>
                  <a:pt x="162710" y="1018498"/>
                  <a:pt x="139039" y="1012627"/>
                  <a:pt x="139039" y="1012627"/>
                </a:cubicBezTo>
                <a:lnTo>
                  <a:pt x="139039" y="977089"/>
                </a:lnTo>
                <a:cubicBezTo>
                  <a:pt x="139039" y="977089"/>
                  <a:pt x="73945" y="959320"/>
                  <a:pt x="68027" y="959320"/>
                </a:cubicBezTo>
                <a:cubicBezTo>
                  <a:pt x="62109" y="959320"/>
                  <a:pt x="0" y="950462"/>
                  <a:pt x="0" y="950462"/>
                </a:cubicBezTo>
                <a:lnTo>
                  <a:pt x="20686" y="876922"/>
                </a:lnTo>
                <a:lnTo>
                  <a:pt x="47289" y="808309"/>
                </a:lnTo>
                <a:lnTo>
                  <a:pt x="76877" y="796463"/>
                </a:lnTo>
                <a:lnTo>
                  <a:pt x="65042" y="743156"/>
                </a:lnTo>
                <a:lnTo>
                  <a:pt x="82795" y="695771"/>
                </a:lnTo>
                <a:lnTo>
                  <a:pt x="198163" y="695771"/>
                </a:lnTo>
                <a:lnTo>
                  <a:pt x="204081" y="766848"/>
                </a:lnTo>
                <a:lnTo>
                  <a:pt x="251423" y="775706"/>
                </a:lnTo>
                <a:lnTo>
                  <a:pt x="257340" y="834937"/>
                </a:lnTo>
                <a:lnTo>
                  <a:pt x="331285" y="793475"/>
                </a:lnTo>
                <a:lnTo>
                  <a:pt x="360873" y="722399"/>
                </a:lnTo>
                <a:lnTo>
                  <a:pt x="349038" y="672080"/>
                </a:lnTo>
                <a:lnTo>
                  <a:pt x="399312" y="672080"/>
                </a:lnTo>
                <a:lnTo>
                  <a:pt x="422982" y="701695"/>
                </a:lnTo>
                <a:lnTo>
                  <a:pt x="517665" y="695771"/>
                </a:lnTo>
                <a:lnTo>
                  <a:pt x="535418" y="772771"/>
                </a:lnTo>
                <a:lnTo>
                  <a:pt x="659689" y="772771"/>
                </a:lnTo>
                <a:lnTo>
                  <a:pt x="712948" y="719464"/>
                </a:lnTo>
                <a:lnTo>
                  <a:pt x="780975" y="672080"/>
                </a:lnTo>
                <a:lnTo>
                  <a:pt x="961438" y="672080"/>
                </a:lnTo>
                <a:lnTo>
                  <a:pt x="964371" y="583234"/>
                </a:lnTo>
                <a:cubicBezTo>
                  <a:pt x="999877" y="586170"/>
                  <a:pt x="1044233" y="642464"/>
                  <a:pt x="1044233" y="642464"/>
                </a:cubicBezTo>
                <a:lnTo>
                  <a:pt x="1159602" y="633606"/>
                </a:lnTo>
                <a:lnTo>
                  <a:pt x="1227629" y="553671"/>
                </a:lnTo>
                <a:lnTo>
                  <a:pt x="1195108" y="485583"/>
                </a:lnTo>
                <a:lnTo>
                  <a:pt x="1159602" y="390815"/>
                </a:lnTo>
                <a:lnTo>
                  <a:pt x="1209876" y="367123"/>
                </a:lnTo>
                <a:lnTo>
                  <a:pt x="1322311" y="322726"/>
                </a:lnTo>
                <a:lnTo>
                  <a:pt x="1360750" y="284253"/>
                </a:lnTo>
                <a:lnTo>
                  <a:pt x="1411024" y="149019"/>
                </a:lnTo>
                <a:lnTo>
                  <a:pt x="1461298" y="189484"/>
                </a:lnTo>
                <a:lnTo>
                  <a:pt x="1505654" y="186549"/>
                </a:lnTo>
                <a:lnTo>
                  <a:pt x="1523407" y="59230"/>
                </a:lnTo>
                <a:lnTo>
                  <a:pt x="1665432" y="180626"/>
                </a:lnTo>
                <a:lnTo>
                  <a:pt x="1733459" y="130307"/>
                </a:lnTo>
                <a:lnTo>
                  <a:pt x="1801485" y="168780"/>
                </a:lnTo>
                <a:lnTo>
                  <a:pt x="1842909" y="115473"/>
                </a:lnTo>
                <a:lnTo>
                  <a:pt x="1857677" y="59230"/>
                </a:lnTo>
                <a:lnTo>
                  <a:pt x="1907951" y="74012"/>
                </a:lnTo>
                <a:close/>
              </a:path>
            </a:pathLst>
          </a:custGeom>
          <a:solidFill>
            <a:schemeClr val="accent1">
              <a:lumMod val="10000"/>
              <a:lumOff val="90000"/>
              <a:alpha val="50000"/>
            </a:schemeClr>
          </a:solidFill>
          <a:ln w="317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l">
              <a:buNone/>
              <a:defRPr lang="en-US" sz="14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72" name="Freeform 71">
            <a:extLst>
              <a:ext uri="{FF2B5EF4-FFF2-40B4-BE49-F238E27FC236}">
                <a16:creationId xmlns:a16="http://schemas.microsoft.com/office/drawing/2014/main" id="{DDB632CB-B277-C499-ADCD-DEE6BEFFD1BF}"/>
              </a:ext>
            </a:extLst>
          </p:cNvPr>
          <p:cNvSpPr>
            <a:spLocks noGrp="1"/>
          </p:cNvSpPr>
          <p:nvPr>
            <p:ph type="body" sz="quarter" idx="46"/>
          </p:nvPr>
        </p:nvSpPr>
        <p:spPr>
          <a:xfrm>
            <a:off x="6771058" y="917841"/>
            <a:ext cx="3694224" cy="4944259"/>
          </a:xfrm>
          <a:custGeom>
            <a:avLst/>
            <a:gdLst>
              <a:gd name="connsiteX0" fmla="*/ 958401 w 3132962"/>
              <a:gd name="connsiteY0" fmla="*/ 0 h 4193080"/>
              <a:gd name="connsiteX1" fmla="*/ 1286805 w 3132962"/>
              <a:gd name="connsiteY1" fmla="*/ 56242 h 4193080"/>
              <a:gd name="connsiteX2" fmla="*/ 1397461 w 3132962"/>
              <a:gd name="connsiteY2" fmla="*/ 64000 h 4193080"/>
              <a:gd name="connsiteX3" fmla="*/ 1431814 w 3132962"/>
              <a:gd name="connsiteY3" fmla="*/ 162804 h 4193080"/>
              <a:gd name="connsiteX4" fmla="*/ 1422964 w 3132962"/>
              <a:gd name="connsiteY4" fmla="*/ 210189 h 4193080"/>
              <a:gd name="connsiteX5" fmla="*/ 1384525 w 3132962"/>
              <a:gd name="connsiteY5" fmla="*/ 245727 h 4193080"/>
              <a:gd name="connsiteX6" fmla="*/ 1446635 w 3132962"/>
              <a:gd name="connsiteY6" fmla="*/ 313815 h 4193080"/>
              <a:gd name="connsiteX7" fmla="*/ 1511729 w 3132962"/>
              <a:gd name="connsiteY7" fmla="*/ 328597 h 4193080"/>
              <a:gd name="connsiteX8" fmla="*/ 1566455 w 3132962"/>
              <a:gd name="connsiteY8" fmla="*/ 304905 h 4193080"/>
              <a:gd name="connsiteX9" fmla="*/ 1609345 w 3132962"/>
              <a:gd name="connsiteY9" fmla="*/ 361147 h 4193080"/>
              <a:gd name="connsiteX10" fmla="*/ 1671454 w 3132962"/>
              <a:gd name="connsiteY10" fmla="*/ 375928 h 4193080"/>
              <a:gd name="connsiteX11" fmla="*/ 1715810 w 3132962"/>
              <a:gd name="connsiteY11" fmla="*/ 358159 h 4193080"/>
              <a:gd name="connsiteX12" fmla="*/ 1766084 w 3132962"/>
              <a:gd name="connsiteY12" fmla="*/ 367018 h 4193080"/>
              <a:gd name="connsiteX13" fmla="*/ 1754249 w 3132962"/>
              <a:gd name="connsiteY13" fmla="*/ 452875 h 4193080"/>
              <a:gd name="connsiteX14" fmla="*/ 1715810 w 3132962"/>
              <a:gd name="connsiteY14" fmla="*/ 497272 h 4193080"/>
              <a:gd name="connsiteX15" fmla="*/ 1677372 w 3132962"/>
              <a:gd name="connsiteY15" fmla="*/ 553514 h 4193080"/>
              <a:gd name="connsiteX16" fmla="*/ 1774987 w 3132962"/>
              <a:gd name="connsiteY16" fmla="*/ 583129 h 4193080"/>
              <a:gd name="connsiteX17" fmla="*/ 1854849 w 3132962"/>
              <a:gd name="connsiteY17" fmla="*/ 603834 h 4193080"/>
              <a:gd name="connsiteX18" fmla="*/ 1899206 w 3132962"/>
              <a:gd name="connsiteY18" fmla="*/ 600898 h 4193080"/>
              <a:gd name="connsiteX19" fmla="*/ 1928794 w 3132962"/>
              <a:gd name="connsiteY19" fmla="*/ 541668 h 4193080"/>
              <a:gd name="connsiteX20" fmla="*/ 2023477 w 3132962"/>
              <a:gd name="connsiteY20" fmla="*/ 473580 h 4193080"/>
              <a:gd name="connsiteX21" fmla="*/ 2097422 w 3132962"/>
              <a:gd name="connsiteY21" fmla="*/ 473580 h 4193080"/>
              <a:gd name="connsiteX22" fmla="*/ 2257199 w 3132962"/>
              <a:gd name="connsiteY22" fmla="*/ 361042 h 4193080"/>
              <a:gd name="connsiteX23" fmla="*/ 2307473 w 3132962"/>
              <a:gd name="connsiteY23" fmla="*/ 287031 h 4193080"/>
              <a:gd name="connsiteX24" fmla="*/ 2411006 w 3132962"/>
              <a:gd name="connsiteY24" fmla="*/ 307735 h 4193080"/>
              <a:gd name="connsiteX25" fmla="*/ 2473115 w 3132962"/>
              <a:gd name="connsiteY25" fmla="*/ 310670 h 4193080"/>
              <a:gd name="connsiteX26" fmla="*/ 2481965 w 3132962"/>
              <a:gd name="connsiteY26" fmla="*/ 349144 h 4193080"/>
              <a:gd name="connsiteX27" fmla="*/ 2529307 w 3132962"/>
              <a:gd name="connsiteY27" fmla="*/ 343221 h 4193080"/>
              <a:gd name="connsiteX28" fmla="*/ 2532239 w 3132962"/>
              <a:gd name="connsiteY28" fmla="*/ 224760 h 4193080"/>
              <a:gd name="connsiteX29" fmla="*/ 2597334 w 3132962"/>
              <a:gd name="connsiteY29" fmla="*/ 186287 h 4193080"/>
              <a:gd name="connsiteX30" fmla="*/ 2647608 w 3132962"/>
              <a:gd name="connsiteY30" fmla="*/ 201068 h 4193080"/>
              <a:gd name="connsiteX31" fmla="*/ 2659443 w 3132962"/>
              <a:gd name="connsiteY31" fmla="*/ 289914 h 4193080"/>
              <a:gd name="connsiteX32" fmla="*/ 2686047 w 3132962"/>
              <a:gd name="connsiteY32" fmla="*/ 363925 h 4193080"/>
              <a:gd name="connsiteX33" fmla="*/ 2609117 w 3132962"/>
              <a:gd name="connsiteY33" fmla="*/ 378706 h 4193080"/>
              <a:gd name="connsiteX34" fmla="*/ 2552925 w 3132962"/>
              <a:gd name="connsiteY34" fmla="*/ 402399 h 4193080"/>
              <a:gd name="connsiteX35" fmla="*/ 2620952 w 3132962"/>
              <a:gd name="connsiteY35" fmla="*/ 470487 h 4193080"/>
              <a:gd name="connsiteX36" fmla="*/ 2727470 w 3132962"/>
              <a:gd name="connsiteY36" fmla="*/ 491191 h 4193080"/>
              <a:gd name="connsiteX37" fmla="*/ 2759991 w 3132962"/>
              <a:gd name="connsiteY37" fmla="*/ 529665 h 4193080"/>
              <a:gd name="connsiteX38" fmla="*/ 2712650 w 3132962"/>
              <a:gd name="connsiteY38" fmla="*/ 562215 h 4193080"/>
              <a:gd name="connsiteX39" fmla="*/ 2742238 w 3132962"/>
              <a:gd name="connsiteY39" fmla="*/ 588843 h 4193080"/>
              <a:gd name="connsiteX40" fmla="*/ 2777744 w 3132962"/>
              <a:gd name="connsiteY40" fmla="*/ 603624 h 4193080"/>
              <a:gd name="connsiteX41" fmla="*/ 2817859 w 3132962"/>
              <a:gd name="connsiteY41" fmla="*/ 645085 h 4193080"/>
              <a:gd name="connsiteX42" fmla="*/ 2869494 w 3132962"/>
              <a:gd name="connsiteY42" fmla="*/ 612535 h 4193080"/>
              <a:gd name="connsiteX43" fmla="*/ 2884262 w 3132962"/>
              <a:gd name="connsiteY43" fmla="*/ 585907 h 4193080"/>
              <a:gd name="connsiteX44" fmla="*/ 2884420 w 3132962"/>
              <a:gd name="connsiteY44" fmla="*/ 586379 h 4193080"/>
              <a:gd name="connsiteX45" fmla="*/ 2925843 w 3132962"/>
              <a:gd name="connsiteY45" fmla="*/ 660338 h 4193080"/>
              <a:gd name="connsiteX46" fmla="*/ 2996855 w 3132962"/>
              <a:gd name="connsiteY46" fmla="*/ 689953 h 4193080"/>
              <a:gd name="connsiteX47" fmla="*/ 2967267 w 3132962"/>
              <a:gd name="connsiteY47" fmla="*/ 755107 h 4193080"/>
              <a:gd name="connsiteX48" fmla="*/ 2884420 w 3132962"/>
              <a:gd name="connsiteY48" fmla="*/ 737338 h 4193080"/>
              <a:gd name="connsiteX49" fmla="*/ 2925843 w 3132962"/>
              <a:gd name="connsiteY49" fmla="*/ 956489 h 4193080"/>
              <a:gd name="connsiteX50" fmla="*/ 2908090 w 3132962"/>
              <a:gd name="connsiteY50" fmla="*/ 1086796 h 4193080"/>
              <a:gd name="connsiteX51" fmla="*/ 2831160 w 3132962"/>
              <a:gd name="connsiteY51" fmla="*/ 1134180 h 4193080"/>
              <a:gd name="connsiteX52" fmla="*/ 2831160 w 3132962"/>
              <a:gd name="connsiteY52" fmla="*/ 1234871 h 4193080"/>
              <a:gd name="connsiteX53" fmla="*/ 2943596 w 3132962"/>
              <a:gd name="connsiteY53" fmla="*/ 1288178 h 4193080"/>
              <a:gd name="connsiteX54" fmla="*/ 2985020 w 3132962"/>
              <a:gd name="connsiteY54" fmla="*/ 1394793 h 4193080"/>
              <a:gd name="connsiteX55" fmla="*/ 2961349 w 3132962"/>
              <a:gd name="connsiteY55" fmla="*/ 1457116 h 4193080"/>
              <a:gd name="connsiteX56" fmla="*/ 2985020 w 3132962"/>
              <a:gd name="connsiteY56" fmla="*/ 1560585 h 4193080"/>
              <a:gd name="connsiteX57" fmla="*/ 3038279 w 3132962"/>
              <a:gd name="connsiteY57" fmla="*/ 1619815 h 4193080"/>
              <a:gd name="connsiteX58" fmla="*/ 3020526 w 3132962"/>
              <a:gd name="connsiteY58" fmla="*/ 1708661 h 4193080"/>
              <a:gd name="connsiteX59" fmla="*/ 2990937 w 3132962"/>
              <a:gd name="connsiteY59" fmla="*/ 1815275 h 4193080"/>
              <a:gd name="connsiteX60" fmla="*/ 3044196 w 3132962"/>
              <a:gd name="connsiteY60" fmla="*/ 1921889 h 4193080"/>
              <a:gd name="connsiteX61" fmla="*/ 3091538 w 3132962"/>
              <a:gd name="connsiteY61" fmla="*/ 1991655 h 4193080"/>
              <a:gd name="connsiteX62" fmla="*/ 3132962 w 3132962"/>
              <a:gd name="connsiteY62" fmla="*/ 2063989 h 4193080"/>
              <a:gd name="connsiteX63" fmla="*/ 3115208 w 3132962"/>
              <a:gd name="connsiteY63" fmla="*/ 2235757 h 4193080"/>
              <a:gd name="connsiteX64" fmla="*/ 3077713 w 3132962"/>
              <a:gd name="connsiteY64" fmla="*/ 2263380 h 4193080"/>
              <a:gd name="connsiteX65" fmla="*/ 3063887 w 3132962"/>
              <a:gd name="connsiteY65" fmla="*/ 2312756 h 4193080"/>
              <a:gd name="connsiteX66" fmla="*/ 2996803 w 3132962"/>
              <a:gd name="connsiteY66" fmla="*/ 2312756 h 4193080"/>
              <a:gd name="connsiteX67" fmla="*/ 2979050 w 3132962"/>
              <a:gd name="connsiteY67" fmla="*/ 2232822 h 4193080"/>
              <a:gd name="connsiteX68" fmla="*/ 2904110 w 3132962"/>
              <a:gd name="connsiteY68" fmla="*/ 2216049 h 4193080"/>
              <a:gd name="connsiteX69" fmla="*/ 2874522 w 3132962"/>
              <a:gd name="connsiteY69" fmla="*/ 2184442 h 4193080"/>
              <a:gd name="connsiteX70" fmla="*/ 2874522 w 3132962"/>
              <a:gd name="connsiteY70" fmla="*/ 2241680 h 4193080"/>
              <a:gd name="connsiteX71" fmla="*/ 2902120 w 3132962"/>
              <a:gd name="connsiteY71" fmla="*/ 2283141 h 4193080"/>
              <a:gd name="connsiteX72" fmla="*/ 2870123 w 3132962"/>
              <a:gd name="connsiteY72" fmla="*/ 2316688 h 4193080"/>
              <a:gd name="connsiteX73" fmla="*/ 2783767 w 3132962"/>
              <a:gd name="connsiteY73" fmla="*/ 2368003 h 4193080"/>
              <a:gd name="connsiteX74" fmla="*/ 2679239 w 3132962"/>
              <a:gd name="connsiteY74" fmla="*/ 2383780 h 4193080"/>
              <a:gd name="connsiteX75" fmla="*/ 2602309 w 3132962"/>
              <a:gd name="connsiteY75" fmla="*/ 2383780 h 4193080"/>
              <a:gd name="connsiteX76" fmla="*/ 2519461 w 3132962"/>
              <a:gd name="connsiteY76" fmla="*/ 2492386 h 4193080"/>
              <a:gd name="connsiteX77" fmla="*/ 2424779 w 3132962"/>
              <a:gd name="connsiteY77" fmla="*/ 2559531 h 4193080"/>
              <a:gd name="connsiteX78" fmla="*/ 2280817 w 3132962"/>
              <a:gd name="connsiteY78" fmla="*/ 2549677 h 4193080"/>
              <a:gd name="connsiteX79" fmla="*/ 2231486 w 3132962"/>
              <a:gd name="connsiteY79" fmla="*/ 2610532 h 4193080"/>
              <a:gd name="connsiteX80" fmla="*/ 2188072 w 3132962"/>
              <a:gd name="connsiteY80" fmla="*/ 2648377 h 4193080"/>
              <a:gd name="connsiteX81" fmla="*/ 2138741 w 3132962"/>
              <a:gd name="connsiteY81" fmla="*/ 2599001 h 4193080"/>
              <a:gd name="connsiteX82" fmla="*/ 2146648 w 3132962"/>
              <a:gd name="connsiteY82" fmla="*/ 2687846 h 4193080"/>
              <a:gd name="connsiteX83" fmla="*/ 2199907 w 3132962"/>
              <a:gd name="connsiteY83" fmla="*/ 2766837 h 4193080"/>
              <a:gd name="connsiteX84" fmla="*/ 2280765 w 3132962"/>
              <a:gd name="connsiteY84" fmla="*/ 2822136 h 4193080"/>
              <a:gd name="connsiteX85" fmla="*/ 2243269 w 3132962"/>
              <a:gd name="connsiteY85" fmla="*/ 2871512 h 4193080"/>
              <a:gd name="connsiteX86" fmla="*/ 2221588 w 3132962"/>
              <a:gd name="connsiteY86" fmla="*/ 2936665 h 4193080"/>
              <a:gd name="connsiteX87" fmla="*/ 2306425 w 3132962"/>
              <a:gd name="connsiteY87" fmla="*/ 3025511 h 4193080"/>
              <a:gd name="connsiteX88" fmla="*/ 2733440 w 3132962"/>
              <a:gd name="connsiteY88" fmla="*/ 3417373 h 4193080"/>
              <a:gd name="connsiteX89" fmla="*/ 2715687 w 3132962"/>
              <a:gd name="connsiteY89" fmla="*/ 3544692 h 4193080"/>
              <a:gd name="connsiteX90" fmla="*/ 2671331 w 3132962"/>
              <a:gd name="connsiteY90" fmla="*/ 3547628 h 4193080"/>
              <a:gd name="connsiteX91" fmla="*/ 2621057 w 3132962"/>
              <a:gd name="connsiteY91" fmla="*/ 3507162 h 4193080"/>
              <a:gd name="connsiteX92" fmla="*/ 2570783 w 3132962"/>
              <a:gd name="connsiteY92" fmla="*/ 3642396 h 4193080"/>
              <a:gd name="connsiteX93" fmla="*/ 2532344 w 3132962"/>
              <a:gd name="connsiteY93" fmla="*/ 3680869 h 4193080"/>
              <a:gd name="connsiteX94" fmla="*/ 2419909 w 3132962"/>
              <a:gd name="connsiteY94" fmla="*/ 3725266 h 4193080"/>
              <a:gd name="connsiteX95" fmla="*/ 2369635 w 3132962"/>
              <a:gd name="connsiteY95" fmla="*/ 3748958 h 4193080"/>
              <a:gd name="connsiteX96" fmla="*/ 2405141 w 3132962"/>
              <a:gd name="connsiteY96" fmla="*/ 3843726 h 4193080"/>
              <a:gd name="connsiteX97" fmla="*/ 2437661 w 3132962"/>
              <a:gd name="connsiteY97" fmla="*/ 3911815 h 4193080"/>
              <a:gd name="connsiteX98" fmla="*/ 2369635 w 3132962"/>
              <a:gd name="connsiteY98" fmla="*/ 3991749 h 4193080"/>
              <a:gd name="connsiteX99" fmla="*/ 2254266 w 3132962"/>
              <a:gd name="connsiteY99" fmla="*/ 4000608 h 4193080"/>
              <a:gd name="connsiteX100" fmla="*/ 2174404 w 3132962"/>
              <a:gd name="connsiteY100" fmla="*/ 3941377 h 4193080"/>
              <a:gd name="connsiteX101" fmla="*/ 2171471 w 3132962"/>
              <a:gd name="connsiteY101" fmla="*/ 4030223 h 4193080"/>
              <a:gd name="connsiteX102" fmla="*/ 1991008 w 3132962"/>
              <a:gd name="connsiteY102" fmla="*/ 4030223 h 4193080"/>
              <a:gd name="connsiteX103" fmla="*/ 1922981 w 3132962"/>
              <a:gd name="connsiteY103" fmla="*/ 4077607 h 4193080"/>
              <a:gd name="connsiteX104" fmla="*/ 1869722 w 3132962"/>
              <a:gd name="connsiteY104" fmla="*/ 4130914 h 4193080"/>
              <a:gd name="connsiteX105" fmla="*/ 1745451 w 3132962"/>
              <a:gd name="connsiteY105" fmla="*/ 4130914 h 4193080"/>
              <a:gd name="connsiteX106" fmla="*/ 1727698 w 3132962"/>
              <a:gd name="connsiteY106" fmla="*/ 4053915 h 4193080"/>
              <a:gd name="connsiteX107" fmla="*/ 1633015 w 3132962"/>
              <a:gd name="connsiteY107" fmla="*/ 4059838 h 4193080"/>
              <a:gd name="connsiteX108" fmla="*/ 1609345 w 3132962"/>
              <a:gd name="connsiteY108" fmla="*/ 4030223 h 4193080"/>
              <a:gd name="connsiteX109" fmla="*/ 1559071 w 3132962"/>
              <a:gd name="connsiteY109" fmla="*/ 4030223 h 4193080"/>
              <a:gd name="connsiteX110" fmla="*/ 1570906 w 3132962"/>
              <a:gd name="connsiteY110" fmla="*/ 4080542 h 4193080"/>
              <a:gd name="connsiteX111" fmla="*/ 1541318 w 3132962"/>
              <a:gd name="connsiteY111" fmla="*/ 4151618 h 4193080"/>
              <a:gd name="connsiteX112" fmla="*/ 1467373 w 3132962"/>
              <a:gd name="connsiteY112" fmla="*/ 4193080 h 4193080"/>
              <a:gd name="connsiteX113" fmla="*/ 1461455 w 3132962"/>
              <a:gd name="connsiteY113" fmla="*/ 4133849 h 4193080"/>
              <a:gd name="connsiteX114" fmla="*/ 1414114 w 3132962"/>
              <a:gd name="connsiteY114" fmla="*/ 4124991 h 4193080"/>
              <a:gd name="connsiteX115" fmla="*/ 1408196 w 3132962"/>
              <a:gd name="connsiteY115" fmla="*/ 4053915 h 4193080"/>
              <a:gd name="connsiteX116" fmla="*/ 1292828 w 3132962"/>
              <a:gd name="connsiteY116" fmla="*/ 4053915 h 4193080"/>
              <a:gd name="connsiteX117" fmla="*/ 1275075 w 3132962"/>
              <a:gd name="connsiteY117" fmla="*/ 4101299 h 4193080"/>
              <a:gd name="connsiteX118" fmla="*/ 1209980 w 3132962"/>
              <a:gd name="connsiteY118" fmla="*/ 4058370 h 4193080"/>
              <a:gd name="connsiteX119" fmla="*/ 1165624 w 3132962"/>
              <a:gd name="connsiteY119" fmla="*/ 4005063 h 4193080"/>
              <a:gd name="connsiteX120" fmla="*/ 1019149 w 3132962"/>
              <a:gd name="connsiteY120" fmla="*/ 4005063 h 4193080"/>
              <a:gd name="connsiteX121" fmla="*/ 965890 w 3132962"/>
              <a:gd name="connsiteY121" fmla="*/ 3969525 h 4193080"/>
              <a:gd name="connsiteX122" fmla="*/ 939286 w 3132962"/>
              <a:gd name="connsiteY122" fmla="*/ 4005063 h 4193080"/>
              <a:gd name="connsiteX123" fmla="*/ 859424 w 3132962"/>
              <a:gd name="connsiteY123" fmla="*/ 4027288 h 4193080"/>
              <a:gd name="connsiteX124" fmla="*/ 837219 w 3132962"/>
              <a:gd name="connsiteY124" fmla="*/ 4053915 h 4193080"/>
              <a:gd name="connsiteX125" fmla="*/ 584278 w 3132962"/>
              <a:gd name="connsiteY125" fmla="*/ 4058370 h 4193080"/>
              <a:gd name="connsiteX126" fmla="*/ 584278 w 3132962"/>
              <a:gd name="connsiteY126" fmla="*/ 3769662 h 4193080"/>
              <a:gd name="connsiteX127" fmla="*/ 602031 w 3132962"/>
              <a:gd name="connsiteY127" fmla="*/ 3658592 h 4193080"/>
              <a:gd name="connsiteX128" fmla="*/ 650839 w 3132962"/>
              <a:gd name="connsiteY128" fmla="*/ 3507058 h 4193080"/>
              <a:gd name="connsiteX129" fmla="*/ 810616 w 3132962"/>
              <a:gd name="connsiteY129" fmla="*/ 3315319 h 4193080"/>
              <a:gd name="connsiteX130" fmla="*/ 650839 w 3132962"/>
              <a:gd name="connsiteY130" fmla="*/ 3272129 h 4193080"/>
              <a:gd name="connsiteX131" fmla="*/ 539870 w 3132962"/>
              <a:gd name="connsiteY131" fmla="*/ 3227732 h 4193080"/>
              <a:gd name="connsiteX132" fmla="*/ 446653 w 3132962"/>
              <a:gd name="connsiteY132" fmla="*/ 3227732 h 4193080"/>
              <a:gd name="connsiteX133" fmla="*/ 446653 w 3132962"/>
              <a:gd name="connsiteY133" fmla="*/ 3258815 h 4193080"/>
              <a:gd name="connsiteX134" fmla="*/ 371190 w 3132962"/>
              <a:gd name="connsiteY134" fmla="*/ 3245501 h 4193080"/>
              <a:gd name="connsiteX135" fmla="*/ 371190 w 3132962"/>
              <a:gd name="connsiteY135" fmla="*/ 3201105 h 4193080"/>
              <a:gd name="connsiteX136" fmla="*/ 291327 w 3132962"/>
              <a:gd name="connsiteY136" fmla="*/ 3232188 h 4193080"/>
              <a:gd name="connsiteX137" fmla="*/ 251370 w 3132962"/>
              <a:gd name="connsiteY137" fmla="*/ 3161111 h 4193080"/>
              <a:gd name="connsiteX138" fmla="*/ 229166 w 3132962"/>
              <a:gd name="connsiteY138" fmla="*/ 3090035 h 4193080"/>
              <a:gd name="connsiteX139" fmla="*/ 167056 w 3132962"/>
              <a:gd name="connsiteY139" fmla="*/ 3067811 h 4193080"/>
              <a:gd name="connsiteX140" fmla="*/ 167056 w 3132962"/>
              <a:gd name="connsiteY140" fmla="*/ 3032272 h 4193080"/>
              <a:gd name="connsiteX141" fmla="*/ 201096 w 3132962"/>
              <a:gd name="connsiteY141" fmla="*/ 2952338 h 4193080"/>
              <a:gd name="connsiteX142" fmla="*/ 209946 w 3132962"/>
              <a:gd name="connsiteY142" fmla="*/ 2884249 h 4193080"/>
              <a:gd name="connsiteX143" fmla="*/ 144852 w 3132962"/>
              <a:gd name="connsiteY143" fmla="*/ 2845776 h 4193080"/>
              <a:gd name="connsiteX144" fmla="*/ 118249 w 3132962"/>
              <a:gd name="connsiteY144" fmla="*/ 2839853 h 4193080"/>
              <a:gd name="connsiteX145" fmla="*/ 97563 w 3132962"/>
              <a:gd name="connsiteY145" fmla="*/ 2798392 h 4193080"/>
              <a:gd name="connsiteX146" fmla="*/ 82795 w 3132962"/>
              <a:gd name="connsiteY146" fmla="*/ 2742149 h 4193080"/>
              <a:gd name="connsiteX147" fmla="*/ 82795 w 3132962"/>
              <a:gd name="connsiteY147" fmla="*/ 2688842 h 4193080"/>
              <a:gd name="connsiteX148" fmla="*/ 165642 w 3132962"/>
              <a:gd name="connsiteY148" fmla="*/ 2620753 h 4193080"/>
              <a:gd name="connsiteX149" fmla="*/ 147889 w 3132962"/>
              <a:gd name="connsiteY149" fmla="*/ 2561523 h 4193080"/>
              <a:gd name="connsiteX150" fmla="*/ 97615 w 3132962"/>
              <a:gd name="connsiteY150" fmla="*/ 2546742 h 4193080"/>
              <a:gd name="connsiteX151" fmla="*/ 71012 w 3132962"/>
              <a:gd name="connsiteY151" fmla="*/ 2449038 h 4193080"/>
              <a:gd name="connsiteX152" fmla="*/ 59177 w 3132962"/>
              <a:gd name="connsiteY152" fmla="*/ 2372039 h 4193080"/>
              <a:gd name="connsiteX153" fmla="*/ 59177 w 3132962"/>
              <a:gd name="connsiteY153" fmla="*/ 2277271 h 4193080"/>
              <a:gd name="connsiteX154" fmla="*/ 29588 w 3132962"/>
              <a:gd name="connsiteY154" fmla="*/ 2223964 h 4193080"/>
              <a:gd name="connsiteX155" fmla="*/ 0 w 3132962"/>
              <a:gd name="connsiteY155" fmla="*/ 2197336 h 4193080"/>
              <a:gd name="connsiteX156" fmla="*/ 65094 w 3132962"/>
              <a:gd name="connsiteY156" fmla="*/ 2155875 h 4193080"/>
              <a:gd name="connsiteX157" fmla="*/ 106518 w 3132962"/>
              <a:gd name="connsiteY157" fmla="*/ 2173644 h 4193080"/>
              <a:gd name="connsiteX158" fmla="*/ 91750 w 3132962"/>
              <a:gd name="connsiteY158" fmla="*/ 2070017 h 4193080"/>
              <a:gd name="connsiteX159" fmla="*/ 97668 w 3132962"/>
              <a:gd name="connsiteY159" fmla="*/ 1972314 h 4193080"/>
              <a:gd name="connsiteX160" fmla="*/ 118353 w 3132962"/>
              <a:gd name="connsiteY160" fmla="*/ 1945686 h 4193080"/>
              <a:gd name="connsiteX161" fmla="*/ 29588 w 3132962"/>
              <a:gd name="connsiteY161" fmla="*/ 1853906 h 4193080"/>
              <a:gd name="connsiteX162" fmla="*/ 0 w 3132962"/>
              <a:gd name="connsiteY162" fmla="*/ 1794675 h 4193080"/>
              <a:gd name="connsiteX163" fmla="*/ 29588 w 3132962"/>
              <a:gd name="connsiteY163" fmla="*/ 1759137 h 4193080"/>
              <a:gd name="connsiteX164" fmla="*/ 76930 w 3132962"/>
              <a:gd name="connsiteY164" fmla="*/ 1747291 h 4193080"/>
              <a:gd name="connsiteX165" fmla="*/ 150874 w 3132962"/>
              <a:gd name="connsiteY165" fmla="*/ 1714741 h 4193080"/>
              <a:gd name="connsiteX166" fmla="*/ 272160 w 3132962"/>
              <a:gd name="connsiteY166" fmla="*/ 1729522 h 4193080"/>
              <a:gd name="connsiteX167" fmla="*/ 304681 w 3132962"/>
              <a:gd name="connsiteY167" fmla="*/ 1682138 h 4193080"/>
              <a:gd name="connsiteX168" fmla="*/ 281011 w 3132962"/>
              <a:gd name="connsiteY168" fmla="*/ 1640677 h 4193080"/>
              <a:gd name="connsiteX169" fmla="*/ 354956 w 3132962"/>
              <a:gd name="connsiteY169" fmla="*/ 1581447 h 4193080"/>
              <a:gd name="connsiteX170" fmla="*/ 417065 w 3132962"/>
              <a:gd name="connsiteY170" fmla="*/ 1545908 h 4193080"/>
              <a:gd name="connsiteX171" fmla="*/ 411147 w 3132962"/>
              <a:gd name="connsiteY171" fmla="*/ 1234976 h 4193080"/>
              <a:gd name="connsiteX172" fmla="*/ 440736 w 3132962"/>
              <a:gd name="connsiteY172" fmla="*/ 983274 h 4193080"/>
              <a:gd name="connsiteX173" fmla="*/ 461421 w 3132962"/>
              <a:gd name="connsiteY173" fmla="*/ 962570 h 4193080"/>
              <a:gd name="connsiteX174" fmla="*/ 443668 w 3132962"/>
              <a:gd name="connsiteY174" fmla="*/ 927031 h 4193080"/>
              <a:gd name="connsiteX175" fmla="*/ 393394 w 3132962"/>
              <a:gd name="connsiteY175" fmla="*/ 906327 h 4193080"/>
              <a:gd name="connsiteX176" fmla="*/ 399312 w 3132962"/>
              <a:gd name="connsiteY176" fmla="*/ 826393 h 4193080"/>
              <a:gd name="connsiteX177" fmla="*/ 502845 w 3132962"/>
              <a:gd name="connsiteY177" fmla="*/ 764227 h 4193080"/>
              <a:gd name="connsiteX178" fmla="*/ 644869 w 3132962"/>
              <a:gd name="connsiteY178" fmla="*/ 725754 h 4193080"/>
              <a:gd name="connsiteX179" fmla="*/ 769140 w 3132962"/>
              <a:gd name="connsiteY179" fmla="*/ 743523 h 4193080"/>
              <a:gd name="connsiteX180" fmla="*/ 780975 w 3132962"/>
              <a:gd name="connsiteY180" fmla="*/ 805688 h 4193080"/>
              <a:gd name="connsiteX181" fmla="*/ 807579 w 3132962"/>
              <a:gd name="connsiteY181" fmla="*/ 867854 h 4193080"/>
              <a:gd name="connsiteX182" fmla="*/ 840100 w 3132962"/>
              <a:gd name="connsiteY182" fmla="*/ 820469 h 4193080"/>
              <a:gd name="connsiteX183" fmla="*/ 822347 w 3132962"/>
              <a:gd name="connsiteY183" fmla="*/ 779008 h 4193080"/>
              <a:gd name="connsiteX184" fmla="*/ 872621 w 3132962"/>
              <a:gd name="connsiteY184" fmla="*/ 793790 h 4193080"/>
              <a:gd name="connsiteX185" fmla="*/ 893306 w 3132962"/>
              <a:gd name="connsiteY185" fmla="*/ 823405 h 4193080"/>
              <a:gd name="connsiteX186" fmla="*/ 896239 w 3132962"/>
              <a:gd name="connsiteY186" fmla="*/ 758252 h 4193080"/>
              <a:gd name="connsiteX187" fmla="*/ 881471 w 3132962"/>
              <a:gd name="connsiteY187" fmla="*/ 722713 h 4193080"/>
              <a:gd name="connsiteX188" fmla="*/ 922895 w 3132962"/>
              <a:gd name="connsiteY188" fmla="*/ 642779 h 4193080"/>
              <a:gd name="connsiteX189" fmla="*/ 1002757 w 3132962"/>
              <a:gd name="connsiteY189" fmla="*/ 633921 h 4193080"/>
              <a:gd name="connsiteX190" fmla="*/ 1097440 w 3132962"/>
              <a:gd name="connsiteY190" fmla="*/ 622074 h 4193080"/>
              <a:gd name="connsiteX191" fmla="*/ 1085605 w 3132962"/>
              <a:gd name="connsiteY191" fmla="*/ 586589 h 4193080"/>
              <a:gd name="connsiteX192" fmla="*/ 1041248 w 3132962"/>
              <a:gd name="connsiteY192" fmla="*/ 571755 h 4193080"/>
              <a:gd name="connsiteX193" fmla="*/ 1023495 w 3132962"/>
              <a:gd name="connsiteY193" fmla="*/ 468128 h 4193080"/>
              <a:gd name="connsiteX194" fmla="*/ 1011660 w 3132962"/>
              <a:gd name="connsiteY194" fmla="*/ 379283 h 4193080"/>
              <a:gd name="connsiteX195" fmla="*/ 976154 w 3132962"/>
              <a:gd name="connsiteY195" fmla="*/ 379283 h 4193080"/>
              <a:gd name="connsiteX196" fmla="*/ 964319 w 3132962"/>
              <a:gd name="connsiteY196" fmla="*/ 331899 h 4193080"/>
              <a:gd name="connsiteX197" fmla="*/ 1017578 w 3132962"/>
              <a:gd name="connsiteY197" fmla="*/ 331899 h 4193080"/>
              <a:gd name="connsiteX198" fmla="*/ 1038263 w 3132962"/>
              <a:gd name="connsiteY198" fmla="*/ 251964 h 4193080"/>
              <a:gd name="connsiteX199" fmla="*/ 1017578 w 3132962"/>
              <a:gd name="connsiteY199" fmla="*/ 172030 h 4193080"/>
              <a:gd name="connsiteX200" fmla="*/ 958401 w 3132962"/>
              <a:gd name="connsiteY200" fmla="*/ 86172 h 419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Lst>
            <a:rect l="l" t="t" r="r" b="b"/>
            <a:pathLst>
              <a:path w="3132962" h="4193080">
                <a:moveTo>
                  <a:pt x="958401" y="0"/>
                </a:moveTo>
                <a:lnTo>
                  <a:pt x="1286805" y="56242"/>
                </a:lnTo>
                <a:lnTo>
                  <a:pt x="1397461" y="64000"/>
                </a:lnTo>
                <a:lnTo>
                  <a:pt x="1431814" y="162804"/>
                </a:lnTo>
                <a:cubicBezTo>
                  <a:pt x="1431814" y="162804"/>
                  <a:pt x="1431814" y="204266"/>
                  <a:pt x="1422964" y="210189"/>
                </a:cubicBezTo>
                <a:cubicBezTo>
                  <a:pt x="1414114" y="216112"/>
                  <a:pt x="1384525" y="245727"/>
                  <a:pt x="1384525" y="245727"/>
                </a:cubicBezTo>
                <a:lnTo>
                  <a:pt x="1446635" y="313815"/>
                </a:lnTo>
                <a:cubicBezTo>
                  <a:pt x="1446635" y="313815"/>
                  <a:pt x="1502827" y="328597"/>
                  <a:pt x="1511729" y="328597"/>
                </a:cubicBezTo>
                <a:cubicBezTo>
                  <a:pt x="1520632" y="328597"/>
                  <a:pt x="1567921" y="298982"/>
                  <a:pt x="1566455" y="304905"/>
                </a:cubicBezTo>
                <a:cubicBezTo>
                  <a:pt x="1564988" y="310828"/>
                  <a:pt x="1609345" y="361147"/>
                  <a:pt x="1609345" y="361147"/>
                </a:cubicBezTo>
                <a:lnTo>
                  <a:pt x="1671454" y="375928"/>
                </a:lnTo>
                <a:lnTo>
                  <a:pt x="1715810" y="358159"/>
                </a:lnTo>
                <a:lnTo>
                  <a:pt x="1766084" y="367018"/>
                </a:lnTo>
                <a:lnTo>
                  <a:pt x="1754249" y="452875"/>
                </a:lnTo>
                <a:cubicBezTo>
                  <a:pt x="1754249" y="452875"/>
                  <a:pt x="1724661" y="491349"/>
                  <a:pt x="1715810" y="497272"/>
                </a:cubicBezTo>
                <a:cubicBezTo>
                  <a:pt x="1706960" y="503195"/>
                  <a:pt x="1677372" y="553514"/>
                  <a:pt x="1677372" y="553514"/>
                </a:cubicBezTo>
                <a:cubicBezTo>
                  <a:pt x="1677372" y="553514"/>
                  <a:pt x="1748384" y="586065"/>
                  <a:pt x="1774987" y="583129"/>
                </a:cubicBezTo>
                <a:cubicBezTo>
                  <a:pt x="1801590" y="580194"/>
                  <a:pt x="1854849" y="603834"/>
                  <a:pt x="1854849" y="603834"/>
                </a:cubicBezTo>
                <a:lnTo>
                  <a:pt x="1899206" y="600898"/>
                </a:lnTo>
                <a:lnTo>
                  <a:pt x="1928794" y="541668"/>
                </a:lnTo>
                <a:lnTo>
                  <a:pt x="2023477" y="473580"/>
                </a:lnTo>
                <a:lnTo>
                  <a:pt x="2097422" y="473580"/>
                </a:lnTo>
                <a:lnTo>
                  <a:pt x="2257199" y="361042"/>
                </a:lnTo>
                <a:lnTo>
                  <a:pt x="2307473" y="287031"/>
                </a:lnTo>
                <a:lnTo>
                  <a:pt x="2411006" y="307735"/>
                </a:lnTo>
                <a:lnTo>
                  <a:pt x="2473115" y="310670"/>
                </a:lnTo>
                <a:lnTo>
                  <a:pt x="2481965" y="349144"/>
                </a:lnTo>
                <a:lnTo>
                  <a:pt x="2529307" y="343221"/>
                </a:lnTo>
                <a:lnTo>
                  <a:pt x="2532239" y="224760"/>
                </a:lnTo>
                <a:lnTo>
                  <a:pt x="2597334" y="186287"/>
                </a:lnTo>
                <a:lnTo>
                  <a:pt x="2647608" y="201068"/>
                </a:lnTo>
                <a:cubicBezTo>
                  <a:pt x="2647608" y="201068"/>
                  <a:pt x="2656458" y="281003"/>
                  <a:pt x="2659443" y="289914"/>
                </a:cubicBezTo>
                <a:cubicBezTo>
                  <a:pt x="2662428" y="298824"/>
                  <a:pt x="2694949" y="358002"/>
                  <a:pt x="2686047" y="363925"/>
                </a:cubicBezTo>
                <a:cubicBezTo>
                  <a:pt x="2677196" y="369848"/>
                  <a:pt x="2609117" y="378706"/>
                  <a:pt x="2609117" y="378706"/>
                </a:cubicBezTo>
                <a:lnTo>
                  <a:pt x="2552925" y="402399"/>
                </a:lnTo>
                <a:lnTo>
                  <a:pt x="2620952" y="470487"/>
                </a:lnTo>
                <a:lnTo>
                  <a:pt x="2727470" y="491191"/>
                </a:lnTo>
                <a:cubicBezTo>
                  <a:pt x="2727470" y="491191"/>
                  <a:pt x="2771827" y="520807"/>
                  <a:pt x="2759991" y="529665"/>
                </a:cubicBezTo>
                <a:cubicBezTo>
                  <a:pt x="2748156" y="538523"/>
                  <a:pt x="2712650" y="562215"/>
                  <a:pt x="2712650" y="562215"/>
                </a:cubicBezTo>
                <a:lnTo>
                  <a:pt x="2742238" y="588843"/>
                </a:lnTo>
                <a:lnTo>
                  <a:pt x="2777744" y="603624"/>
                </a:lnTo>
                <a:lnTo>
                  <a:pt x="2817859" y="645085"/>
                </a:lnTo>
                <a:lnTo>
                  <a:pt x="2869494" y="612535"/>
                </a:lnTo>
                <a:lnTo>
                  <a:pt x="2884262" y="585907"/>
                </a:lnTo>
                <a:lnTo>
                  <a:pt x="2884420" y="586379"/>
                </a:lnTo>
                <a:lnTo>
                  <a:pt x="2925843" y="660338"/>
                </a:lnTo>
                <a:lnTo>
                  <a:pt x="2996855" y="689953"/>
                </a:lnTo>
                <a:lnTo>
                  <a:pt x="2967267" y="755107"/>
                </a:lnTo>
                <a:lnTo>
                  <a:pt x="2884420" y="737338"/>
                </a:lnTo>
                <a:lnTo>
                  <a:pt x="2925843" y="956489"/>
                </a:lnTo>
                <a:lnTo>
                  <a:pt x="2908090" y="1086796"/>
                </a:lnTo>
                <a:lnTo>
                  <a:pt x="2831160" y="1134180"/>
                </a:lnTo>
                <a:cubicBezTo>
                  <a:pt x="2831160" y="1134180"/>
                  <a:pt x="2801572" y="1228948"/>
                  <a:pt x="2831160" y="1234871"/>
                </a:cubicBezTo>
                <a:cubicBezTo>
                  <a:pt x="2860749" y="1240794"/>
                  <a:pt x="2943596" y="1288178"/>
                  <a:pt x="2943596" y="1288178"/>
                </a:cubicBezTo>
                <a:lnTo>
                  <a:pt x="2985020" y="1394793"/>
                </a:lnTo>
                <a:lnTo>
                  <a:pt x="2961349" y="1457116"/>
                </a:lnTo>
                <a:cubicBezTo>
                  <a:pt x="2961349" y="1457116"/>
                  <a:pt x="2967267" y="1554662"/>
                  <a:pt x="2985020" y="1560585"/>
                </a:cubicBezTo>
                <a:cubicBezTo>
                  <a:pt x="3002773" y="1566508"/>
                  <a:pt x="3038279" y="1619815"/>
                  <a:pt x="3038279" y="1619815"/>
                </a:cubicBezTo>
                <a:lnTo>
                  <a:pt x="3020526" y="1708661"/>
                </a:lnTo>
                <a:lnTo>
                  <a:pt x="2990937" y="1815275"/>
                </a:lnTo>
                <a:lnTo>
                  <a:pt x="3044196" y="1921889"/>
                </a:lnTo>
                <a:lnTo>
                  <a:pt x="3091538" y="1991655"/>
                </a:lnTo>
                <a:lnTo>
                  <a:pt x="3132962" y="2063989"/>
                </a:lnTo>
                <a:lnTo>
                  <a:pt x="3115208" y="2235757"/>
                </a:lnTo>
                <a:lnTo>
                  <a:pt x="3077713" y="2263380"/>
                </a:lnTo>
                <a:lnTo>
                  <a:pt x="3063887" y="2312756"/>
                </a:lnTo>
                <a:lnTo>
                  <a:pt x="2996803" y="2312756"/>
                </a:lnTo>
                <a:cubicBezTo>
                  <a:pt x="2996803" y="2312756"/>
                  <a:pt x="2984967" y="2235757"/>
                  <a:pt x="2979050" y="2232822"/>
                </a:cubicBezTo>
                <a:cubicBezTo>
                  <a:pt x="2973132" y="2229887"/>
                  <a:pt x="2913955" y="2219980"/>
                  <a:pt x="2904110" y="2216049"/>
                </a:cubicBezTo>
                <a:cubicBezTo>
                  <a:pt x="2894265" y="2212117"/>
                  <a:pt x="2884367" y="2178519"/>
                  <a:pt x="2874522" y="2184442"/>
                </a:cubicBezTo>
                <a:cubicBezTo>
                  <a:pt x="2864676" y="2190365"/>
                  <a:pt x="2874522" y="2241680"/>
                  <a:pt x="2874522" y="2241680"/>
                </a:cubicBezTo>
                <a:lnTo>
                  <a:pt x="2902120" y="2283141"/>
                </a:lnTo>
                <a:lnTo>
                  <a:pt x="2870123" y="2316688"/>
                </a:lnTo>
                <a:cubicBezTo>
                  <a:pt x="2870123" y="2316688"/>
                  <a:pt x="2789684" y="2366064"/>
                  <a:pt x="2783767" y="2368003"/>
                </a:cubicBezTo>
                <a:cubicBezTo>
                  <a:pt x="2777849" y="2369995"/>
                  <a:pt x="2687094" y="2385772"/>
                  <a:pt x="2679239" y="2383780"/>
                </a:cubicBezTo>
                <a:cubicBezTo>
                  <a:pt x="2671383" y="2381788"/>
                  <a:pt x="2608227" y="2375865"/>
                  <a:pt x="2602309" y="2383780"/>
                </a:cubicBezTo>
                <a:cubicBezTo>
                  <a:pt x="2596391" y="2391695"/>
                  <a:pt x="2527369" y="2486463"/>
                  <a:pt x="2519461" y="2492386"/>
                </a:cubicBezTo>
                <a:cubicBezTo>
                  <a:pt x="2511554" y="2498309"/>
                  <a:pt x="2432686" y="2559531"/>
                  <a:pt x="2424779" y="2559531"/>
                </a:cubicBezTo>
                <a:cubicBezTo>
                  <a:pt x="2416871" y="2559531"/>
                  <a:pt x="2280817" y="2549677"/>
                  <a:pt x="2280817" y="2549677"/>
                </a:cubicBezTo>
                <a:cubicBezTo>
                  <a:pt x="2280817" y="2549677"/>
                  <a:pt x="2231486" y="2598319"/>
                  <a:pt x="2231486" y="2610532"/>
                </a:cubicBezTo>
                <a:cubicBezTo>
                  <a:pt x="2231486" y="2622745"/>
                  <a:pt x="2188072" y="2648377"/>
                  <a:pt x="2188072" y="2648377"/>
                </a:cubicBezTo>
                <a:cubicBezTo>
                  <a:pt x="2188072" y="2648377"/>
                  <a:pt x="2142721" y="2597061"/>
                  <a:pt x="2138741" y="2599001"/>
                </a:cubicBezTo>
                <a:cubicBezTo>
                  <a:pt x="2134813" y="2600993"/>
                  <a:pt x="2146648" y="2687846"/>
                  <a:pt x="2146648" y="2687846"/>
                </a:cubicBezTo>
                <a:cubicBezTo>
                  <a:pt x="2146648" y="2687846"/>
                  <a:pt x="2190062" y="2762853"/>
                  <a:pt x="2199907" y="2766837"/>
                </a:cubicBezTo>
                <a:cubicBezTo>
                  <a:pt x="2209753" y="2770768"/>
                  <a:pt x="2280765" y="2822136"/>
                  <a:pt x="2280765" y="2822136"/>
                </a:cubicBezTo>
                <a:lnTo>
                  <a:pt x="2243269" y="2871512"/>
                </a:lnTo>
                <a:cubicBezTo>
                  <a:pt x="2243269" y="2871512"/>
                  <a:pt x="2213680" y="2922827"/>
                  <a:pt x="2221588" y="2936665"/>
                </a:cubicBezTo>
                <a:cubicBezTo>
                  <a:pt x="2229496" y="2950503"/>
                  <a:pt x="2300508" y="3021580"/>
                  <a:pt x="2306425" y="3025511"/>
                </a:cubicBezTo>
                <a:cubicBezTo>
                  <a:pt x="2312343" y="3029442"/>
                  <a:pt x="2733440" y="3417373"/>
                  <a:pt x="2733440" y="3417373"/>
                </a:cubicBezTo>
                <a:lnTo>
                  <a:pt x="2715687" y="3544692"/>
                </a:lnTo>
                <a:lnTo>
                  <a:pt x="2671331" y="3547628"/>
                </a:lnTo>
                <a:lnTo>
                  <a:pt x="2621057" y="3507162"/>
                </a:lnTo>
                <a:lnTo>
                  <a:pt x="2570783" y="3642396"/>
                </a:lnTo>
                <a:lnTo>
                  <a:pt x="2532344" y="3680869"/>
                </a:lnTo>
                <a:lnTo>
                  <a:pt x="2419909" y="3725266"/>
                </a:lnTo>
                <a:lnTo>
                  <a:pt x="2369635" y="3748958"/>
                </a:lnTo>
                <a:lnTo>
                  <a:pt x="2405141" y="3843726"/>
                </a:lnTo>
                <a:lnTo>
                  <a:pt x="2437661" y="3911815"/>
                </a:lnTo>
                <a:lnTo>
                  <a:pt x="2369635" y="3991749"/>
                </a:lnTo>
                <a:lnTo>
                  <a:pt x="2254266" y="4000608"/>
                </a:lnTo>
                <a:cubicBezTo>
                  <a:pt x="2254266" y="4000608"/>
                  <a:pt x="2209910" y="3944365"/>
                  <a:pt x="2174404" y="3941377"/>
                </a:cubicBezTo>
                <a:lnTo>
                  <a:pt x="2171471" y="4030223"/>
                </a:lnTo>
                <a:lnTo>
                  <a:pt x="1991008" y="4030223"/>
                </a:lnTo>
                <a:lnTo>
                  <a:pt x="1922981" y="4077607"/>
                </a:lnTo>
                <a:lnTo>
                  <a:pt x="1869722" y="4130914"/>
                </a:lnTo>
                <a:lnTo>
                  <a:pt x="1745451" y="4130914"/>
                </a:lnTo>
                <a:lnTo>
                  <a:pt x="1727698" y="4053915"/>
                </a:lnTo>
                <a:lnTo>
                  <a:pt x="1633015" y="4059838"/>
                </a:lnTo>
                <a:lnTo>
                  <a:pt x="1609345" y="4030223"/>
                </a:lnTo>
                <a:lnTo>
                  <a:pt x="1559071" y="4030223"/>
                </a:lnTo>
                <a:lnTo>
                  <a:pt x="1570906" y="4080542"/>
                </a:lnTo>
                <a:lnTo>
                  <a:pt x="1541318" y="4151618"/>
                </a:lnTo>
                <a:lnTo>
                  <a:pt x="1467373" y="4193080"/>
                </a:lnTo>
                <a:lnTo>
                  <a:pt x="1461455" y="4133849"/>
                </a:lnTo>
                <a:lnTo>
                  <a:pt x="1414114" y="4124991"/>
                </a:lnTo>
                <a:lnTo>
                  <a:pt x="1408196" y="4053915"/>
                </a:lnTo>
                <a:lnTo>
                  <a:pt x="1292828" y="4053915"/>
                </a:lnTo>
                <a:lnTo>
                  <a:pt x="1275075" y="4101299"/>
                </a:lnTo>
                <a:lnTo>
                  <a:pt x="1209980" y="4058370"/>
                </a:lnTo>
                <a:lnTo>
                  <a:pt x="1165624" y="4005063"/>
                </a:lnTo>
                <a:lnTo>
                  <a:pt x="1019149" y="4005063"/>
                </a:lnTo>
                <a:lnTo>
                  <a:pt x="965890" y="3969525"/>
                </a:lnTo>
                <a:lnTo>
                  <a:pt x="939286" y="4005063"/>
                </a:lnTo>
                <a:lnTo>
                  <a:pt x="859424" y="4027288"/>
                </a:lnTo>
                <a:lnTo>
                  <a:pt x="837219" y="4053915"/>
                </a:lnTo>
                <a:lnTo>
                  <a:pt x="584278" y="4058370"/>
                </a:lnTo>
                <a:lnTo>
                  <a:pt x="584278" y="3769662"/>
                </a:lnTo>
                <a:lnTo>
                  <a:pt x="602031" y="3658592"/>
                </a:lnTo>
                <a:lnTo>
                  <a:pt x="650839" y="3507058"/>
                </a:lnTo>
                <a:lnTo>
                  <a:pt x="810616" y="3315319"/>
                </a:lnTo>
                <a:lnTo>
                  <a:pt x="650839" y="3272129"/>
                </a:lnTo>
                <a:lnTo>
                  <a:pt x="539870" y="3227732"/>
                </a:lnTo>
                <a:lnTo>
                  <a:pt x="446653" y="3227732"/>
                </a:lnTo>
                <a:lnTo>
                  <a:pt x="446653" y="3258815"/>
                </a:lnTo>
                <a:lnTo>
                  <a:pt x="371190" y="3245501"/>
                </a:lnTo>
                <a:cubicBezTo>
                  <a:pt x="371190" y="3245501"/>
                  <a:pt x="393185" y="3198170"/>
                  <a:pt x="371190" y="3201105"/>
                </a:cubicBezTo>
                <a:cubicBezTo>
                  <a:pt x="304629" y="3209963"/>
                  <a:pt x="291327" y="3232188"/>
                  <a:pt x="291327" y="3232188"/>
                </a:cubicBezTo>
                <a:cubicBezTo>
                  <a:pt x="291327" y="3232188"/>
                  <a:pt x="255821" y="3174425"/>
                  <a:pt x="251370" y="3161111"/>
                </a:cubicBezTo>
                <a:cubicBezTo>
                  <a:pt x="246919" y="3147797"/>
                  <a:pt x="242520" y="3090035"/>
                  <a:pt x="229166" y="3090035"/>
                </a:cubicBezTo>
                <a:cubicBezTo>
                  <a:pt x="215812" y="3090035"/>
                  <a:pt x="180358" y="3067811"/>
                  <a:pt x="167056" y="3067811"/>
                </a:cubicBezTo>
                <a:cubicBezTo>
                  <a:pt x="153755" y="3067811"/>
                  <a:pt x="167056" y="3032272"/>
                  <a:pt x="167056" y="3032272"/>
                </a:cubicBezTo>
                <a:lnTo>
                  <a:pt x="201096" y="2952338"/>
                </a:lnTo>
                <a:lnTo>
                  <a:pt x="209946" y="2884249"/>
                </a:lnTo>
                <a:lnTo>
                  <a:pt x="144852" y="2845776"/>
                </a:lnTo>
                <a:cubicBezTo>
                  <a:pt x="144852" y="2845776"/>
                  <a:pt x="118249" y="2848711"/>
                  <a:pt x="118249" y="2839853"/>
                </a:cubicBezTo>
                <a:cubicBezTo>
                  <a:pt x="118249" y="2830994"/>
                  <a:pt x="97563" y="2798392"/>
                  <a:pt x="97563" y="2798392"/>
                </a:cubicBezTo>
                <a:lnTo>
                  <a:pt x="82795" y="2742149"/>
                </a:lnTo>
                <a:lnTo>
                  <a:pt x="82795" y="2688842"/>
                </a:lnTo>
                <a:lnTo>
                  <a:pt x="165642" y="2620753"/>
                </a:lnTo>
                <a:lnTo>
                  <a:pt x="147889" y="2561523"/>
                </a:lnTo>
                <a:lnTo>
                  <a:pt x="97615" y="2546742"/>
                </a:lnTo>
                <a:lnTo>
                  <a:pt x="71012" y="2449038"/>
                </a:lnTo>
                <a:cubicBezTo>
                  <a:pt x="71012" y="2449038"/>
                  <a:pt x="71012" y="2377962"/>
                  <a:pt x="59177" y="2372039"/>
                </a:cubicBezTo>
                <a:cubicBezTo>
                  <a:pt x="47341" y="2366116"/>
                  <a:pt x="59177" y="2277271"/>
                  <a:pt x="59177" y="2277271"/>
                </a:cubicBezTo>
                <a:lnTo>
                  <a:pt x="29588" y="2223964"/>
                </a:lnTo>
                <a:lnTo>
                  <a:pt x="0" y="2197336"/>
                </a:lnTo>
                <a:lnTo>
                  <a:pt x="65094" y="2155875"/>
                </a:lnTo>
                <a:lnTo>
                  <a:pt x="106518" y="2173644"/>
                </a:lnTo>
                <a:cubicBezTo>
                  <a:pt x="106518" y="2173644"/>
                  <a:pt x="91750" y="2081863"/>
                  <a:pt x="91750" y="2070017"/>
                </a:cubicBezTo>
                <a:cubicBezTo>
                  <a:pt x="91750" y="2058171"/>
                  <a:pt x="97668" y="1972314"/>
                  <a:pt x="97668" y="1972314"/>
                </a:cubicBezTo>
                <a:lnTo>
                  <a:pt x="118353" y="1945686"/>
                </a:lnTo>
                <a:lnTo>
                  <a:pt x="29588" y="1853906"/>
                </a:lnTo>
                <a:lnTo>
                  <a:pt x="0" y="1794675"/>
                </a:lnTo>
                <a:lnTo>
                  <a:pt x="29588" y="1759137"/>
                </a:lnTo>
                <a:lnTo>
                  <a:pt x="76930" y="1747291"/>
                </a:lnTo>
                <a:lnTo>
                  <a:pt x="150874" y="1714741"/>
                </a:lnTo>
                <a:lnTo>
                  <a:pt x="272160" y="1729522"/>
                </a:lnTo>
                <a:lnTo>
                  <a:pt x="304681" y="1682138"/>
                </a:lnTo>
                <a:lnTo>
                  <a:pt x="281011" y="1640677"/>
                </a:lnTo>
                <a:lnTo>
                  <a:pt x="354956" y="1581447"/>
                </a:lnTo>
                <a:cubicBezTo>
                  <a:pt x="354956" y="1581447"/>
                  <a:pt x="422983" y="1554819"/>
                  <a:pt x="417065" y="1545908"/>
                </a:cubicBezTo>
                <a:cubicBezTo>
                  <a:pt x="411147" y="1536998"/>
                  <a:pt x="411147" y="1234976"/>
                  <a:pt x="411147" y="1234976"/>
                </a:cubicBezTo>
                <a:lnTo>
                  <a:pt x="440736" y="983274"/>
                </a:lnTo>
                <a:lnTo>
                  <a:pt x="461421" y="962570"/>
                </a:lnTo>
                <a:lnTo>
                  <a:pt x="443668" y="927031"/>
                </a:lnTo>
                <a:lnTo>
                  <a:pt x="393394" y="906327"/>
                </a:lnTo>
                <a:cubicBezTo>
                  <a:pt x="393394" y="906327"/>
                  <a:pt x="390462" y="829328"/>
                  <a:pt x="399312" y="826393"/>
                </a:cubicBezTo>
                <a:cubicBezTo>
                  <a:pt x="408162" y="823457"/>
                  <a:pt x="502845" y="764227"/>
                  <a:pt x="502845" y="764227"/>
                </a:cubicBezTo>
                <a:cubicBezTo>
                  <a:pt x="502845" y="764227"/>
                  <a:pt x="630049" y="725754"/>
                  <a:pt x="644869" y="725754"/>
                </a:cubicBezTo>
                <a:cubicBezTo>
                  <a:pt x="659689" y="725754"/>
                  <a:pt x="772073" y="728689"/>
                  <a:pt x="769140" y="743523"/>
                </a:cubicBezTo>
                <a:cubicBezTo>
                  <a:pt x="766207" y="758304"/>
                  <a:pt x="780975" y="805688"/>
                  <a:pt x="780975" y="805688"/>
                </a:cubicBezTo>
                <a:lnTo>
                  <a:pt x="807579" y="867854"/>
                </a:lnTo>
                <a:lnTo>
                  <a:pt x="840100" y="820469"/>
                </a:lnTo>
                <a:lnTo>
                  <a:pt x="822347" y="779008"/>
                </a:lnTo>
                <a:lnTo>
                  <a:pt x="872621" y="793790"/>
                </a:lnTo>
                <a:lnTo>
                  <a:pt x="893306" y="823405"/>
                </a:lnTo>
                <a:cubicBezTo>
                  <a:pt x="922895" y="808623"/>
                  <a:pt x="896239" y="758252"/>
                  <a:pt x="896239" y="758252"/>
                </a:cubicBezTo>
                <a:cubicBezTo>
                  <a:pt x="896239" y="758252"/>
                  <a:pt x="872568" y="728636"/>
                  <a:pt x="881471" y="722713"/>
                </a:cubicBezTo>
                <a:cubicBezTo>
                  <a:pt x="890374" y="716790"/>
                  <a:pt x="922895" y="642779"/>
                  <a:pt x="922895" y="642779"/>
                </a:cubicBezTo>
                <a:cubicBezTo>
                  <a:pt x="922895" y="642779"/>
                  <a:pt x="993907" y="633921"/>
                  <a:pt x="1002757" y="633921"/>
                </a:cubicBezTo>
                <a:cubicBezTo>
                  <a:pt x="1011608" y="633921"/>
                  <a:pt x="1097440" y="622074"/>
                  <a:pt x="1097440" y="622074"/>
                </a:cubicBezTo>
                <a:cubicBezTo>
                  <a:pt x="1097440" y="622074"/>
                  <a:pt x="1094507" y="589577"/>
                  <a:pt x="1085605" y="586589"/>
                </a:cubicBezTo>
                <a:cubicBezTo>
                  <a:pt x="1076754" y="583601"/>
                  <a:pt x="1048161" y="577259"/>
                  <a:pt x="1041248" y="571755"/>
                </a:cubicBezTo>
                <a:cubicBezTo>
                  <a:pt x="1011660" y="548063"/>
                  <a:pt x="1023495" y="468128"/>
                  <a:pt x="1023495" y="468128"/>
                </a:cubicBezTo>
                <a:lnTo>
                  <a:pt x="1011660" y="379283"/>
                </a:lnTo>
                <a:lnTo>
                  <a:pt x="976154" y="379283"/>
                </a:lnTo>
                <a:lnTo>
                  <a:pt x="964319" y="331899"/>
                </a:lnTo>
                <a:lnTo>
                  <a:pt x="1017578" y="331899"/>
                </a:lnTo>
                <a:cubicBezTo>
                  <a:pt x="1017578" y="331899"/>
                  <a:pt x="1041248" y="260823"/>
                  <a:pt x="1038263" y="251964"/>
                </a:cubicBezTo>
                <a:cubicBezTo>
                  <a:pt x="1035278" y="243106"/>
                  <a:pt x="1026428" y="180888"/>
                  <a:pt x="1017578" y="172030"/>
                </a:cubicBezTo>
                <a:cubicBezTo>
                  <a:pt x="1008727" y="163171"/>
                  <a:pt x="958401" y="86172"/>
                  <a:pt x="958401" y="86172"/>
                </a:cubicBezTo>
                <a:close/>
              </a:path>
            </a:pathLst>
          </a:custGeom>
          <a:solidFill>
            <a:schemeClr val="accent1">
              <a:lumMod val="10000"/>
              <a:lumOff val="90000"/>
              <a:alpha val="50000"/>
            </a:schemeClr>
          </a:solidFill>
          <a:ln w="31750">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l">
              <a:buNone/>
              <a:defRPr lang="en-US" sz="14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38" name="Text Placeholder 37">
            <a:extLst>
              <a:ext uri="{FF2B5EF4-FFF2-40B4-BE49-F238E27FC236}">
                <a16:creationId xmlns:a16="http://schemas.microsoft.com/office/drawing/2014/main" id="{FAA86109-1518-DA62-233B-C3E50EC36E1B}"/>
              </a:ext>
            </a:extLst>
          </p:cNvPr>
          <p:cNvSpPr>
            <a:spLocks noGrp="1"/>
          </p:cNvSpPr>
          <p:nvPr>
            <p:ph type="body" sz="quarter" idx="28"/>
          </p:nvPr>
        </p:nvSpPr>
        <p:spPr>
          <a:xfrm>
            <a:off x="7674491" y="385843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5" name="Text Placeholder 37">
            <a:extLst>
              <a:ext uri="{FF2B5EF4-FFF2-40B4-BE49-F238E27FC236}">
                <a16:creationId xmlns:a16="http://schemas.microsoft.com/office/drawing/2014/main" id="{01DC16EA-806D-A16D-69E4-8733E2FB20DD}"/>
              </a:ext>
            </a:extLst>
          </p:cNvPr>
          <p:cNvSpPr>
            <a:spLocks noGrp="1"/>
          </p:cNvSpPr>
          <p:nvPr>
            <p:ph type="body" sz="quarter" idx="48"/>
          </p:nvPr>
        </p:nvSpPr>
        <p:spPr>
          <a:xfrm>
            <a:off x="7857371" y="253763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6" name="Text Placeholder 37">
            <a:extLst>
              <a:ext uri="{FF2B5EF4-FFF2-40B4-BE49-F238E27FC236}">
                <a16:creationId xmlns:a16="http://schemas.microsoft.com/office/drawing/2014/main" id="{988B3D87-C9B7-5C7A-49A1-7A0E11BA3D31}"/>
              </a:ext>
            </a:extLst>
          </p:cNvPr>
          <p:cNvSpPr>
            <a:spLocks noGrp="1"/>
          </p:cNvSpPr>
          <p:nvPr>
            <p:ph type="body" sz="quarter" idx="49"/>
          </p:nvPr>
        </p:nvSpPr>
        <p:spPr>
          <a:xfrm>
            <a:off x="8934331" y="335043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7" name="Text Placeholder 37">
            <a:extLst>
              <a:ext uri="{FF2B5EF4-FFF2-40B4-BE49-F238E27FC236}">
                <a16:creationId xmlns:a16="http://schemas.microsoft.com/office/drawing/2014/main" id="{6AB23A72-A248-16E0-034B-66BD859FCDC6}"/>
              </a:ext>
            </a:extLst>
          </p:cNvPr>
          <p:cNvSpPr>
            <a:spLocks noGrp="1"/>
          </p:cNvSpPr>
          <p:nvPr>
            <p:ph type="body" sz="quarter" idx="50"/>
          </p:nvPr>
        </p:nvSpPr>
        <p:spPr>
          <a:xfrm>
            <a:off x="8558411" y="470171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8" name="Text Placeholder 37">
            <a:extLst>
              <a:ext uri="{FF2B5EF4-FFF2-40B4-BE49-F238E27FC236}">
                <a16:creationId xmlns:a16="http://schemas.microsoft.com/office/drawing/2014/main" id="{37D42094-D5C4-3956-B223-D6522F43127D}"/>
              </a:ext>
            </a:extLst>
          </p:cNvPr>
          <p:cNvSpPr>
            <a:spLocks noGrp="1"/>
          </p:cNvSpPr>
          <p:nvPr>
            <p:ph type="body" sz="quarter" idx="51"/>
          </p:nvPr>
        </p:nvSpPr>
        <p:spPr>
          <a:xfrm>
            <a:off x="9554091" y="532147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79" name="Text Placeholder 39">
            <a:extLst>
              <a:ext uri="{FF2B5EF4-FFF2-40B4-BE49-F238E27FC236}">
                <a16:creationId xmlns:a16="http://schemas.microsoft.com/office/drawing/2014/main" id="{36902B29-4F88-7A82-6A4F-CE234DC954C3}"/>
              </a:ext>
            </a:extLst>
          </p:cNvPr>
          <p:cNvSpPr>
            <a:spLocks noGrp="1"/>
          </p:cNvSpPr>
          <p:nvPr>
            <p:ph type="body" sz="quarter" idx="52"/>
          </p:nvPr>
        </p:nvSpPr>
        <p:spPr>
          <a:xfrm>
            <a:off x="10310440" y="4981852"/>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80" name="Text Placeholder 37">
            <a:extLst>
              <a:ext uri="{FF2B5EF4-FFF2-40B4-BE49-F238E27FC236}">
                <a16:creationId xmlns:a16="http://schemas.microsoft.com/office/drawing/2014/main" id="{5FE4A59F-B4F8-7206-9D7E-6077262215FF}"/>
              </a:ext>
            </a:extLst>
          </p:cNvPr>
          <p:cNvSpPr>
            <a:spLocks noGrp="1"/>
          </p:cNvSpPr>
          <p:nvPr>
            <p:ph type="body" sz="quarter" idx="53"/>
          </p:nvPr>
        </p:nvSpPr>
        <p:spPr>
          <a:xfrm>
            <a:off x="9290590" y="2056027"/>
            <a:ext cx="323153" cy="524912"/>
          </a:xfrm>
          <a:custGeom>
            <a:avLst/>
            <a:gdLst>
              <a:gd name="connsiteX0" fmla="*/ 199373 w 398745"/>
              <a:gd name="connsiteY0" fmla="*/ 114300 h 647700"/>
              <a:gd name="connsiteX1" fmla="*/ 113648 w 398745"/>
              <a:gd name="connsiteY1" fmla="*/ 200025 h 647700"/>
              <a:gd name="connsiteX2" fmla="*/ 199373 w 398745"/>
              <a:gd name="connsiteY2" fmla="*/ 285750 h 647700"/>
              <a:gd name="connsiteX3" fmla="*/ 285098 w 398745"/>
              <a:gd name="connsiteY3" fmla="*/ 200025 h 647700"/>
              <a:gd name="connsiteX4" fmla="*/ 199373 w 398745"/>
              <a:gd name="connsiteY4" fmla="*/ 114300 h 647700"/>
              <a:gd name="connsiteX5" fmla="*/ 199373 w 398745"/>
              <a:gd name="connsiteY5" fmla="*/ 0 h 647700"/>
              <a:gd name="connsiteX6" fmla="*/ 364155 w 398745"/>
              <a:gd name="connsiteY6" fmla="*/ 87630 h 647700"/>
              <a:gd name="connsiteX7" fmla="*/ 385110 w 398745"/>
              <a:gd name="connsiteY7" fmla="*/ 273368 h 647700"/>
              <a:gd name="connsiteX8" fmla="*/ 294623 w 398745"/>
              <a:gd name="connsiteY8" fmla="*/ 473393 h 647700"/>
              <a:gd name="connsiteX9" fmla="*/ 216518 w 398745"/>
              <a:gd name="connsiteY9" fmla="*/ 637223 h 647700"/>
              <a:gd name="connsiteX10" fmla="*/ 199373 w 398745"/>
              <a:gd name="connsiteY10" fmla="*/ 647700 h 647700"/>
              <a:gd name="connsiteX11" fmla="*/ 182228 w 398745"/>
              <a:gd name="connsiteY11" fmla="*/ 637223 h 647700"/>
              <a:gd name="connsiteX12" fmla="*/ 104123 w 398745"/>
              <a:gd name="connsiteY12" fmla="*/ 473393 h 647700"/>
              <a:gd name="connsiteX13" fmla="*/ 13635 w 398745"/>
              <a:gd name="connsiteY13" fmla="*/ 273368 h 647700"/>
              <a:gd name="connsiteX14" fmla="*/ 34590 w 398745"/>
              <a:gd name="connsiteY14" fmla="*/ 87630 h 647700"/>
              <a:gd name="connsiteX15" fmla="*/ 199373 w 398745"/>
              <a:gd name="connsiteY15" fmla="*/ 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8745" h="647700">
                <a:moveTo>
                  <a:pt x="199373" y="114300"/>
                </a:moveTo>
                <a:cubicBezTo>
                  <a:pt x="151748" y="114300"/>
                  <a:pt x="113648" y="152400"/>
                  <a:pt x="113648" y="200025"/>
                </a:cubicBezTo>
                <a:cubicBezTo>
                  <a:pt x="113648" y="247650"/>
                  <a:pt x="151748" y="285750"/>
                  <a:pt x="199373" y="285750"/>
                </a:cubicBezTo>
                <a:cubicBezTo>
                  <a:pt x="246998" y="285750"/>
                  <a:pt x="285098" y="247650"/>
                  <a:pt x="285098" y="200025"/>
                </a:cubicBezTo>
                <a:cubicBezTo>
                  <a:pt x="285098" y="152400"/>
                  <a:pt x="246998" y="114300"/>
                  <a:pt x="199373" y="114300"/>
                </a:cubicBezTo>
                <a:close/>
                <a:moveTo>
                  <a:pt x="199373" y="0"/>
                </a:moveTo>
                <a:cubicBezTo>
                  <a:pt x="265095" y="0"/>
                  <a:pt x="327008" y="32385"/>
                  <a:pt x="364155" y="87630"/>
                </a:cubicBezTo>
                <a:cubicBezTo>
                  <a:pt x="401303" y="141923"/>
                  <a:pt x="408923" y="211455"/>
                  <a:pt x="385110" y="273368"/>
                </a:cubicBezTo>
                <a:lnTo>
                  <a:pt x="294623" y="473393"/>
                </a:lnTo>
                <a:lnTo>
                  <a:pt x="216518" y="637223"/>
                </a:lnTo>
                <a:cubicBezTo>
                  <a:pt x="213660" y="643890"/>
                  <a:pt x="206993" y="647700"/>
                  <a:pt x="199373" y="647700"/>
                </a:cubicBezTo>
                <a:cubicBezTo>
                  <a:pt x="191753" y="647700"/>
                  <a:pt x="185085" y="643890"/>
                  <a:pt x="182228" y="637223"/>
                </a:cubicBezTo>
                <a:lnTo>
                  <a:pt x="104123" y="473393"/>
                </a:lnTo>
                <a:lnTo>
                  <a:pt x="13635" y="273368"/>
                </a:lnTo>
                <a:cubicBezTo>
                  <a:pt x="-10177" y="211455"/>
                  <a:pt x="-2557" y="141923"/>
                  <a:pt x="34590" y="87630"/>
                </a:cubicBezTo>
                <a:cubicBezTo>
                  <a:pt x="71738" y="32385"/>
                  <a:pt x="133650" y="0"/>
                  <a:pt x="199373"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lvl1pPr marL="0" indent="0" algn="ctr">
              <a:buNone/>
              <a:defRPr lang="en-US" sz="100" smtClean="0">
                <a:solidFill>
                  <a:schemeClr val="bg2">
                    <a:alpha val="0"/>
                  </a:schemeClr>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endParaRPr lang="en-GB" dirty="0"/>
          </a:p>
        </p:txBody>
      </p:sp>
      <p:sp>
        <p:nvSpPr>
          <p:cNvPr id="81" name="Text Placeholder 10">
            <a:extLst>
              <a:ext uri="{FF2B5EF4-FFF2-40B4-BE49-F238E27FC236}">
                <a16:creationId xmlns:a16="http://schemas.microsoft.com/office/drawing/2014/main" id="{8B6AEBF3-5D55-531C-31EC-F9E68084C392}"/>
              </a:ext>
            </a:extLst>
          </p:cNvPr>
          <p:cNvSpPr>
            <a:spLocks noGrp="1"/>
          </p:cNvSpPr>
          <p:nvPr>
            <p:ph type="body" sz="quarter" idx="54" hasCustomPrompt="1"/>
          </p:nvPr>
        </p:nvSpPr>
        <p:spPr>
          <a:xfrm>
            <a:off x="431800" y="1489076"/>
            <a:ext cx="5582838"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 name="Text Placeholder 8">
            <a:extLst>
              <a:ext uri="{FF2B5EF4-FFF2-40B4-BE49-F238E27FC236}">
                <a16:creationId xmlns:a16="http://schemas.microsoft.com/office/drawing/2014/main" id="{A91D16D2-647E-9E5A-86D2-D7794096F5B1}"/>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32005555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feld groß">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437403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6">
            <a:extLst>
              <a:ext uri="{FF2B5EF4-FFF2-40B4-BE49-F238E27FC236}">
                <a16:creationId xmlns:a16="http://schemas.microsoft.com/office/drawing/2014/main" id="{BE30BC64-1883-75D8-C8FC-CB118E113C9F}"/>
              </a:ext>
            </a:extLst>
          </p:cNvPr>
          <p:cNvSpPr>
            <a:spLocks noGrp="1"/>
          </p:cNvSpPr>
          <p:nvPr>
            <p:ph type="body" sz="quarter" idx="19"/>
          </p:nvPr>
        </p:nvSpPr>
        <p:spPr>
          <a:xfrm>
            <a:off x="438150" y="1489075"/>
            <a:ext cx="11315700" cy="4654553"/>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Text Placeholder 8">
            <a:extLst>
              <a:ext uri="{FF2B5EF4-FFF2-40B4-BE49-F238E27FC236}">
                <a16:creationId xmlns:a16="http://schemas.microsoft.com/office/drawing/2014/main" id="{62FF9BD0-2AF9-C55C-5A37-58D0CA121EA5}"/>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75399951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am 4 Personen">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99758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6" name="Picture Placeholder 15">
            <a:extLst>
              <a:ext uri="{FF2B5EF4-FFF2-40B4-BE49-F238E27FC236}">
                <a16:creationId xmlns:a16="http://schemas.microsoft.com/office/drawing/2014/main" id="{8EAC8E47-4714-A0AD-3B15-BEC5A9520773}"/>
              </a:ext>
            </a:extLst>
          </p:cNvPr>
          <p:cNvSpPr>
            <a:spLocks noGrp="1" noChangeAspect="1"/>
          </p:cNvSpPr>
          <p:nvPr>
            <p:ph type="pic" sz="quarter" idx="30"/>
          </p:nvPr>
        </p:nvSpPr>
        <p:spPr>
          <a:xfrm>
            <a:off x="1161968" y="1636436"/>
            <a:ext cx="1224000" cy="1224000"/>
          </a:xfrm>
          <a:prstGeom prst="ellipse">
            <a:avLst/>
          </a:prstGeom>
          <a:ln w="28575">
            <a:solidFill>
              <a:schemeClr val="accent2"/>
            </a:solidFill>
          </a:ln>
        </p:spPr>
        <p:txBody>
          <a:bodyPr>
            <a:noAutofit/>
          </a:bodyPr>
          <a:lstStyle/>
          <a:p>
            <a:endParaRPr lang="en-GB"/>
          </a:p>
        </p:txBody>
      </p:sp>
      <p:sp>
        <p:nvSpPr>
          <p:cNvPr id="17" name="Text Placeholder 16">
            <a:extLst>
              <a:ext uri="{FF2B5EF4-FFF2-40B4-BE49-F238E27FC236}">
                <a16:creationId xmlns:a16="http://schemas.microsoft.com/office/drawing/2014/main" id="{4E7745FC-566A-A684-8DC1-E85C2D3B5CED}"/>
              </a:ext>
            </a:extLst>
          </p:cNvPr>
          <p:cNvSpPr>
            <a:spLocks noGrp="1"/>
          </p:cNvSpPr>
          <p:nvPr>
            <p:ph type="body" sz="quarter" idx="31"/>
          </p:nvPr>
        </p:nvSpPr>
        <p:spPr>
          <a:xfrm>
            <a:off x="431799" y="3701006"/>
            <a:ext cx="2684341" cy="244261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t">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1" name="Picture Placeholder 15">
            <a:extLst>
              <a:ext uri="{FF2B5EF4-FFF2-40B4-BE49-F238E27FC236}">
                <a16:creationId xmlns:a16="http://schemas.microsoft.com/office/drawing/2014/main" id="{64097D49-F93F-626D-F600-B5AE3A0E0FAA}"/>
              </a:ext>
            </a:extLst>
          </p:cNvPr>
          <p:cNvSpPr>
            <a:spLocks noGrp="1" noChangeAspect="1"/>
          </p:cNvSpPr>
          <p:nvPr>
            <p:ph type="pic" sz="quarter" idx="33"/>
          </p:nvPr>
        </p:nvSpPr>
        <p:spPr>
          <a:xfrm>
            <a:off x="4041205" y="1636436"/>
            <a:ext cx="1224000" cy="1224000"/>
          </a:xfrm>
          <a:prstGeom prst="ellipse">
            <a:avLst/>
          </a:prstGeom>
          <a:ln w="28575">
            <a:solidFill>
              <a:schemeClr val="accent2"/>
            </a:solidFill>
          </a:ln>
        </p:spPr>
        <p:txBody>
          <a:bodyPr>
            <a:noAutofit/>
          </a:bodyPr>
          <a:lstStyle/>
          <a:p>
            <a:endParaRPr lang="en-GB"/>
          </a:p>
        </p:txBody>
      </p:sp>
      <p:sp>
        <p:nvSpPr>
          <p:cNvPr id="22" name="Text Placeholder 16">
            <a:extLst>
              <a:ext uri="{FF2B5EF4-FFF2-40B4-BE49-F238E27FC236}">
                <a16:creationId xmlns:a16="http://schemas.microsoft.com/office/drawing/2014/main" id="{6C7B39CE-8DF9-EA5A-8B12-1F2DB9DF4775}"/>
              </a:ext>
            </a:extLst>
          </p:cNvPr>
          <p:cNvSpPr>
            <a:spLocks noGrp="1"/>
          </p:cNvSpPr>
          <p:nvPr>
            <p:ph type="body" sz="quarter" idx="34"/>
          </p:nvPr>
        </p:nvSpPr>
        <p:spPr>
          <a:xfrm>
            <a:off x="3311036" y="3701006"/>
            <a:ext cx="2684341" cy="244261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t">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4" name="Text Placeholder 10">
            <a:extLst>
              <a:ext uri="{FF2B5EF4-FFF2-40B4-BE49-F238E27FC236}">
                <a16:creationId xmlns:a16="http://schemas.microsoft.com/office/drawing/2014/main" id="{63C3CDCE-F7E1-0237-C359-0D3C44B45A8E}"/>
              </a:ext>
            </a:extLst>
          </p:cNvPr>
          <p:cNvSpPr>
            <a:spLocks noGrp="1"/>
          </p:cNvSpPr>
          <p:nvPr>
            <p:ph type="body" sz="quarter" idx="35" hasCustomPrompt="1"/>
          </p:nvPr>
        </p:nvSpPr>
        <p:spPr>
          <a:xfrm>
            <a:off x="3311036" y="3115945"/>
            <a:ext cx="2684341" cy="4718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sz="1600"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Lorem Ipsum</a:t>
            </a:r>
          </a:p>
        </p:txBody>
      </p:sp>
      <p:sp>
        <p:nvSpPr>
          <p:cNvPr id="26" name="Picture Placeholder 15">
            <a:extLst>
              <a:ext uri="{FF2B5EF4-FFF2-40B4-BE49-F238E27FC236}">
                <a16:creationId xmlns:a16="http://schemas.microsoft.com/office/drawing/2014/main" id="{DBF8F8BA-67D6-97D4-636D-1C24BA79E564}"/>
              </a:ext>
            </a:extLst>
          </p:cNvPr>
          <p:cNvSpPr>
            <a:spLocks noGrp="1" noChangeAspect="1"/>
          </p:cNvSpPr>
          <p:nvPr>
            <p:ph type="pic" sz="quarter" idx="37"/>
          </p:nvPr>
        </p:nvSpPr>
        <p:spPr>
          <a:xfrm>
            <a:off x="6920442" y="1636436"/>
            <a:ext cx="1224000" cy="1224000"/>
          </a:xfrm>
          <a:prstGeom prst="ellipse">
            <a:avLst/>
          </a:prstGeom>
          <a:ln w="28575">
            <a:solidFill>
              <a:schemeClr val="accent2"/>
            </a:solidFill>
          </a:ln>
        </p:spPr>
        <p:txBody>
          <a:bodyPr>
            <a:noAutofit/>
          </a:bodyPr>
          <a:lstStyle/>
          <a:p>
            <a:endParaRPr lang="en-GB"/>
          </a:p>
        </p:txBody>
      </p:sp>
      <p:sp>
        <p:nvSpPr>
          <p:cNvPr id="27" name="Text Placeholder 16">
            <a:extLst>
              <a:ext uri="{FF2B5EF4-FFF2-40B4-BE49-F238E27FC236}">
                <a16:creationId xmlns:a16="http://schemas.microsoft.com/office/drawing/2014/main" id="{3357CCAC-3618-0683-92B5-CF2CED5A683A}"/>
              </a:ext>
            </a:extLst>
          </p:cNvPr>
          <p:cNvSpPr>
            <a:spLocks noGrp="1"/>
          </p:cNvSpPr>
          <p:nvPr>
            <p:ph type="body" sz="quarter" idx="38"/>
          </p:nvPr>
        </p:nvSpPr>
        <p:spPr>
          <a:xfrm>
            <a:off x="6190272" y="3701006"/>
            <a:ext cx="2684341" cy="244261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t">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0">
            <a:extLst>
              <a:ext uri="{FF2B5EF4-FFF2-40B4-BE49-F238E27FC236}">
                <a16:creationId xmlns:a16="http://schemas.microsoft.com/office/drawing/2014/main" id="{CFAA26A9-4791-4940-9829-75A43B9E9D85}"/>
              </a:ext>
            </a:extLst>
          </p:cNvPr>
          <p:cNvSpPr>
            <a:spLocks noGrp="1"/>
          </p:cNvSpPr>
          <p:nvPr>
            <p:ph type="body" sz="quarter" idx="39" hasCustomPrompt="1"/>
          </p:nvPr>
        </p:nvSpPr>
        <p:spPr>
          <a:xfrm>
            <a:off x="6190272" y="3115945"/>
            <a:ext cx="2684341" cy="4718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sz="1600"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Lorem Ipsum</a:t>
            </a:r>
          </a:p>
        </p:txBody>
      </p:sp>
      <p:sp>
        <p:nvSpPr>
          <p:cNvPr id="35" name="Picture Placeholder 15">
            <a:extLst>
              <a:ext uri="{FF2B5EF4-FFF2-40B4-BE49-F238E27FC236}">
                <a16:creationId xmlns:a16="http://schemas.microsoft.com/office/drawing/2014/main" id="{B59EBC6F-08A3-DEE3-5624-7A68D2374E6D}"/>
              </a:ext>
            </a:extLst>
          </p:cNvPr>
          <p:cNvSpPr>
            <a:spLocks noGrp="1" noChangeAspect="1"/>
          </p:cNvSpPr>
          <p:nvPr>
            <p:ph type="pic" sz="quarter" idx="41"/>
          </p:nvPr>
        </p:nvSpPr>
        <p:spPr>
          <a:xfrm>
            <a:off x="9799679" y="1636436"/>
            <a:ext cx="1224000" cy="1224000"/>
          </a:xfrm>
          <a:prstGeom prst="ellipse">
            <a:avLst/>
          </a:prstGeom>
          <a:ln w="28575">
            <a:solidFill>
              <a:schemeClr val="accent2"/>
            </a:solidFill>
          </a:ln>
        </p:spPr>
        <p:txBody>
          <a:bodyPr>
            <a:noAutofit/>
          </a:bodyPr>
          <a:lstStyle/>
          <a:p>
            <a:endParaRPr lang="en-GB"/>
          </a:p>
        </p:txBody>
      </p:sp>
      <p:sp>
        <p:nvSpPr>
          <p:cNvPr id="36" name="Text Placeholder 16">
            <a:extLst>
              <a:ext uri="{FF2B5EF4-FFF2-40B4-BE49-F238E27FC236}">
                <a16:creationId xmlns:a16="http://schemas.microsoft.com/office/drawing/2014/main" id="{9818C736-B86D-8857-08B0-89EE84CE31CD}"/>
              </a:ext>
            </a:extLst>
          </p:cNvPr>
          <p:cNvSpPr>
            <a:spLocks noGrp="1"/>
          </p:cNvSpPr>
          <p:nvPr>
            <p:ph type="body" sz="quarter" idx="42"/>
          </p:nvPr>
        </p:nvSpPr>
        <p:spPr>
          <a:xfrm>
            <a:off x="9069509" y="3701006"/>
            <a:ext cx="2684341" cy="2442619"/>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chor="t">
            <a:noAutofit/>
          </a:bodyPr>
          <a:lstStyle>
            <a:lvl1pPr marL="0" indent="0" algn="ctr">
              <a:buNone/>
              <a:defRPr lang="en-US" b="0" i="0" smtClean="0">
                <a:latin typeface="Abadi ExtraLight" panose="020B0204020104020204" pitchFamily="34" charset="77"/>
              </a:defRPr>
            </a:lvl1pPr>
            <a:lvl2pPr>
              <a:buNone/>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7" name="Text Placeholder 10">
            <a:extLst>
              <a:ext uri="{FF2B5EF4-FFF2-40B4-BE49-F238E27FC236}">
                <a16:creationId xmlns:a16="http://schemas.microsoft.com/office/drawing/2014/main" id="{14278082-502B-F76D-D349-7A5F1C61EF50}"/>
              </a:ext>
            </a:extLst>
          </p:cNvPr>
          <p:cNvSpPr>
            <a:spLocks noGrp="1"/>
          </p:cNvSpPr>
          <p:nvPr>
            <p:ph type="body" sz="quarter" idx="43" hasCustomPrompt="1"/>
          </p:nvPr>
        </p:nvSpPr>
        <p:spPr>
          <a:xfrm>
            <a:off x="9069509" y="3115945"/>
            <a:ext cx="2684341" cy="4718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sz="1600"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Lorem Ipsum</a:t>
            </a:r>
          </a:p>
        </p:txBody>
      </p:sp>
      <p:sp>
        <p:nvSpPr>
          <p:cNvPr id="2" name="Text Placeholder 10">
            <a:extLst>
              <a:ext uri="{FF2B5EF4-FFF2-40B4-BE49-F238E27FC236}">
                <a16:creationId xmlns:a16="http://schemas.microsoft.com/office/drawing/2014/main" id="{35E32AD7-6442-EF72-81F0-367AF7851454}"/>
              </a:ext>
            </a:extLst>
          </p:cNvPr>
          <p:cNvSpPr>
            <a:spLocks noGrp="1"/>
          </p:cNvSpPr>
          <p:nvPr>
            <p:ph type="body" sz="quarter" idx="44" hasCustomPrompt="1"/>
          </p:nvPr>
        </p:nvSpPr>
        <p:spPr>
          <a:xfrm>
            <a:off x="431798" y="3115945"/>
            <a:ext cx="2684341" cy="4718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marL="0" indent="0" algn="ctr">
              <a:buNone/>
              <a:defRPr lang="en-GB" sz="1600" dirty="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buNone/>
            </a:pPr>
            <a:r>
              <a:rPr lang="en-GB" dirty="0"/>
              <a:t>Lorem Ipsum</a:t>
            </a:r>
          </a:p>
        </p:txBody>
      </p:sp>
      <p:sp>
        <p:nvSpPr>
          <p:cNvPr id="3" name="Text Placeholder 8">
            <a:extLst>
              <a:ext uri="{FF2B5EF4-FFF2-40B4-BE49-F238E27FC236}">
                <a16:creationId xmlns:a16="http://schemas.microsoft.com/office/drawing/2014/main" id="{BB053B98-4D4E-733F-FB5F-964E7C84A02E}"/>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671197956"/>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ontakt 1 Person">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69B6FAB-1880-6253-5E4E-453C46EDBA3E}"/>
              </a:ext>
            </a:extLst>
          </p:cNvPr>
          <p:cNvGraphicFramePr>
            <a:graphicFrameLocks noChangeAspect="1"/>
          </p:cNvGraphicFramePr>
          <p:nvPr userDrawn="1">
            <p:custDataLst>
              <p:tags r:id="rId1"/>
            </p:custDataLst>
            <p:extLst>
              <p:ext uri="{D42A27DB-BD31-4B8C-83A1-F6EECF244321}">
                <p14:modId xmlns:p14="http://schemas.microsoft.com/office/powerpoint/2010/main" val="1332876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269B6FAB-1880-6253-5E4E-453C46EDBA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F9F1D055-4498-76EF-EAA3-C8612B630F22}"/>
              </a:ext>
            </a:extLst>
          </p:cNvPr>
          <p:cNvSpPr/>
          <p:nvPr userDrawn="1"/>
        </p:nvSpPr>
        <p:spPr>
          <a:xfrm>
            <a:off x="-1" y="-1"/>
            <a:ext cx="5185318"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8" name="Text Placeholder 17">
            <a:extLst>
              <a:ext uri="{FF2B5EF4-FFF2-40B4-BE49-F238E27FC236}">
                <a16:creationId xmlns:a16="http://schemas.microsoft.com/office/drawing/2014/main" id="{6F836084-1BCF-FA34-1816-4B644E837265}"/>
              </a:ext>
            </a:extLst>
          </p:cNvPr>
          <p:cNvSpPr>
            <a:spLocks noGrp="1"/>
          </p:cNvSpPr>
          <p:nvPr>
            <p:ph type="body" sz="quarter" idx="20" hasCustomPrompt="1"/>
          </p:nvPr>
        </p:nvSpPr>
        <p:spPr>
          <a:xfrm>
            <a:off x="5640384" y="3924886"/>
            <a:ext cx="6113465"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Telefonnummer</a:t>
            </a:r>
            <a:r>
              <a:rPr lang="en-US" dirty="0"/>
              <a:t>: </a:t>
            </a:r>
          </a:p>
        </p:txBody>
      </p:sp>
      <p:sp>
        <p:nvSpPr>
          <p:cNvPr id="11" name="Text Placeholder 17">
            <a:extLst>
              <a:ext uri="{FF2B5EF4-FFF2-40B4-BE49-F238E27FC236}">
                <a16:creationId xmlns:a16="http://schemas.microsoft.com/office/drawing/2014/main" id="{42E7DFBA-A98F-FDF5-4248-F52A5669EA7A}"/>
              </a:ext>
            </a:extLst>
          </p:cNvPr>
          <p:cNvSpPr>
            <a:spLocks noGrp="1"/>
          </p:cNvSpPr>
          <p:nvPr>
            <p:ph type="body" sz="quarter" idx="31" hasCustomPrompt="1"/>
          </p:nvPr>
        </p:nvSpPr>
        <p:spPr>
          <a:xfrm>
            <a:off x="5640384" y="4510740"/>
            <a:ext cx="6113465"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E-Mail:</a:t>
            </a:r>
          </a:p>
        </p:txBody>
      </p:sp>
      <p:cxnSp>
        <p:nvCxnSpPr>
          <p:cNvPr id="15" name="Straight Connector 14">
            <a:extLst>
              <a:ext uri="{FF2B5EF4-FFF2-40B4-BE49-F238E27FC236}">
                <a16:creationId xmlns:a16="http://schemas.microsoft.com/office/drawing/2014/main" id="{CCA0C109-4C61-3F3F-7161-CF2A9B4BFAC4}"/>
              </a:ext>
            </a:extLst>
          </p:cNvPr>
          <p:cNvCxnSpPr/>
          <p:nvPr userDrawn="1"/>
        </p:nvCxnSpPr>
        <p:spPr>
          <a:xfrm>
            <a:off x="5595782" y="6026111"/>
            <a:ext cx="429036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black background with a black square&#10;&#10;AI-generated content may be incorrect.">
            <a:extLst>
              <a:ext uri="{FF2B5EF4-FFF2-40B4-BE49-F238E27FC236}">
                <a16:creationId xmlns:a16="http://schemas.microsoft.com/office/drawing/2014/main" id="{156EBC72-7224-1455-6FB7-003825E9CA1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5" name="Text Placeholder 5">
            <a:extLst>
              <a:ext uri="{FF2B5EF4-FFF2-40B4-BE49-F238E27FC236}">
                <a16:creationId xmlns:a16="http://schemas.microsoft.com/office/drawing/2014/main" id="{1CB7CA73-224B-FF9F-4004-D203FE4A58AB}"/>
              </a:ext>
            </a:extLst>
          </p:cNvPr>
          <p:cNvSpPr>
            <a:spLocks noGrp="1"/>
          </p:cNvSpPr>
          <p:nvPr>
            <p:ph type="body" sz="quarter" idx="10" hasCustomPrompt="1"/>
          </p:nvPr>
        </p:nvSpPr>
        <p:spPr>
          <a:xfrm>
            <a:off x="459143" y="2997836"/>
            <a:ext cx="2796403" cy="1001813"/>
          </a:xfrm>
          <a:prstGeom prst="rect">
            <a:avLst/>
          </a:prstGeom>
        </p:spPr>
        <p:txBody>
          <a:bodyPr wrap="square" lIns="0" rIns="0" anchor="ctr">
            <a:noAutofit/>
          </a:bodyPr>
          <a:lstStyle>
            <a:lvl1pPr marL="0" indent="0" algn="l" defTabSz="914400" rtl="0" eaLnBrk="1" latinLnBrk="0" hangingPunct="1">
              <a:buNone/>
              <a:defRPr lang="en-GB" sz="6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err="1"/>
              <a:t>Kontakt</a:t>
            </a:r>
            <a:endParaRPr lang="en-GB" dirty="0"/>
          </a:p>
        </p:txBody>
      </p:sp>
      <p:sp>
        <p:nvSpPr>
          <p:cNvPr id="19" name="Rectangle 18">
            <a:extLst>
              <a:ext uri="{FF2B5EF4-FFF2-40B4-BE49-F238E27FC236}">
                <a16:creationId xmlns:a16="http://schemas.microsoft.com/office/drawing/2014/main" id="{AE678B5D-C26C-C4FF-D06D-FD9075E2DF4A}"/>
              </a:ext>
            </a:extLst>
          </p:cNvPr>
          <p:cNvSpPr/>
          <p:nvPr userDrawn="1"/>
        </p:nvSpPr>
        <p:spPr>
          <a:xfrm rot="16200000">
            <a:off x="2522188" y="4210962"/>
            <a:ext cx="136527" cy="520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2" name="Text Placeholder 17">
            <a:extLst>
              <a:ext uri="{FF2B5EF4-FFF2-40B4-BE49-F238E27FC236}">
                <a16:creationId xmlns:a16="http://schemas.microsoft.com/office/drawing/2014/main" id="{A606CBE1-16A5-A991-28CE-572CE6460700}"/>
              </a:ext>
            </a:extLst>
          </p:cNvPr>
          <p:cNvSpPr>
            <a:spLocks noGrp="1"/>
          </p:cNvSpPr>
          <p:nvPr>
            <p:ph type="body" sz="quarter" idx="35" hasCustomPrompt="1"/>
          </p:nvPr>
        </p:nvSpPr>
        <p:spPr>
          <a:xfrm>
            <a:off x="5640384" y="5096594"/>
            <a:ext cx="6113465"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Adresse</a:t>
            </a:r>
            <a:r>
              <a:rPr lang="en-US" dirty="0"/>
              <a:t>:</a:t>
            </a:r>
          </a:p>
        </p:txBody>
      </p:sp>
      <p:sp>
        <p:nvSpPr>
          <p:cNvPr id="17" name="Text Placeholder 17">
            <a:extLst>
              <a:ext uri="{FF2B5EF4-FFF2-40B4-BE49-F238E27FC236}">
                <a16:creationId xmlns:a16="http://schemas.microsoft.com/office/drawing/2014/main" id="{F233162E-8FC8-79EF-DACE-EEAABAE5C8BF}"/>
              </a:ext>
            </a:extLst>
          </p:cNvPr>
          <p:cNvSpPr>
            <a:spLocks noGrp="1"/>
          </p:cNvSpPr>
          <p:nvPr>
            <p:ph type="body" sz="quarter" idx="37" hasCustomPrompt="1"/>
          </p:nvPr>
        </p:nvSpPr>
        <p:spPr>
          <a:xfrm>
            <a:off x="5640384" y="5682448"/>
            <a:ext cx="6113465"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Website:</a:t>
            </a:r>
          </a:p>
        </p:txBody>
      </p:sp>
      <p:sp>
        <p:nvSpPr>
          <p:cNvPr id="6" name="Text Placeholder 10">
            <a:extLst>
              <a:ext uri="{FF2B5EF4-FFF2-40B4-BE49-F238E27FC236}">
                <a16:creationId xmlns:a16="http://schemas.microsoft.com/office/drawing/2014/main" id="{94C138AA-D921-3D73-EDD4-EDB939A1973D}"/>
              </a:ext>
            </a:extLst>
          </p:cNvPr>
          <p:cNvSpPr>
            <a:spLocks noGrp="1"/>
          </p:cNvSpPr>
          <p:nvPr>
            <p:ph type="body" sz="quarter" idx="27" hasCustomPrompt="1"/>
          </p:nvPr>
        </p:nvSpPr>
        <p:spPr>
          <a:xfrm>
            <a:off x="5640384" y="3430004"/>
            <a:ext cx="611346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5" name="Picture Placeholder 15">
            <a:extLst>
              <a:ext uri="{FF2B5EF4-FFF2-40B4-BE49-F238E27FC236}">
                <a16:creationId xmlns:a16="http://schemas.microsoft.com/office/drawing/2014/main" id="{6BD8C884-118A-0E95-82D4-A574C70ADABA}"/>
              </a:ext>
            </a:extLst>
          </p:cNvPr>
          <p:cNvSpPr>
            <a:spLocks noGrp="1"/>
          </p:cNvSpPr>
          <p:nvPr>
            <p:ph type="pic" sz="quarter" idx="44"/>
          </p:nvPr>
        </p:nvSpPr>
        <p:spPr>
          <a:xfrm>
            <a:off x="7818594" y="1489076"/>
            <a:ext cx="1757044" cy="1757044"/>
          </a:xfrm>
          <a:prstGeom prst="ellipse">
            <a:avLst/>
          </a:prstGeom>
        </p:spPr>
        <p:txBody>
          <a:bodyPr>
            <a:noAutofit/>
          </a:bodyPr>
          <a:lstStyle/>
          <a:p>
            <a:endParaRPr lang="en-GB"/>
          </a:p>
        </p:txBody>
      </p:sp>
      <p:sp>
        <p:nvSpPr>
          <p:cNvPr id="58" name="Text Placeholder 57">
            <a:extLst>
              <a:ext uri="{FF2B5EF4-FFF2-40B4-BE49-F238E27FC236}">
                <a16:creationId xmlns:a16="http://schemas.microsoft.com/office/drawing/2014/main" id="{95702B1A-10B4-E2D7-57AA-6F1B081BD3F9}"/>
              </a:ext>
            </a:extLst>
          </p:cNvPr>
          <p:cNvSpPr>
            <a:spLocks noGrp="1"/>
          </p:cNvSpPr>
          <p:nvPr>
            <p:ph type="body" sz="quarter" idx="49"/>
          </p:nvPr>
        </p:nvSpPr>
        <p:spPr>
          <a:xfrm>
            <a:off x="5745646" y="3978439"/>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59" name="Text Placeholder 58">
            <a:extLst>
              <a:ext uri="{FF2B5EF4-FFF2-40B4-BE49-F238E27FC236}">
                <a16:creationId xmlns:a16="http://schemas.microsoft.com/office/drawing/2014/main" id="{5F79BB66-A4C5-9B7D-8086-A82865C948F2}"/>
              </a:ext>
            </a:extLst>
          </p:cNvPr>
          <p:cNvSpPr>
            <a:spLocks noGrp="1"/>
          </p:cNvSpPr>
          <p:nvPr>
            <p:ph type="body" sz="quarter" idx="51" hasCustomPrompt="1"/>
          </p:nvPr>
        </p:nvSpPr>
        <p:spPr>
          <a:xfrm>
            <a:off x="5745646" y="4564293"/>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E-Mail:</a:t>
            </a:r>
          </a:p>
        </p:txBody>
      </p:sp>
      <p:sp>
        <p:nvSpPr>
          <p:cNvPr id="60" name="Text Placeholder 59">
            <a:extLst>
              <a:ext uri="{FF2B5EF4-FFF2-40B4-BE49-F238E27FC236}">
                <a16:creationId xmlns:a16="http://schemas.microsoft.com/office/drawing/2014/main" id="{35AE7A84-1BC7-566A-E342-9CD09F80FE78}"/>
              </a:ext>
            </a:extLst>
          </p:cNvPr>
          <p:cNvSpPr>
            <a:spLocks noGrp="1"/>
          </p:cNvSpPr>
          <p:nvPr>
            <p:ph type="body" sz="quarter" idx="52"/>
          </p:nvPr>
        </p:nvSpPr>
        <p:spPr>
          <a:xfrm>
            <a:off x="5745646" y="5150147"/>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61" name="Text Placeholder 60">
            <a:extLst>
              <a:ext uri="{FF2B5EF4-FFF2-40B4-BE49-F238E27FC236}">
                <a16:creationId xmlns:a16="http://schemas.microsoft.com/office/drawing/2014/main" id="{3FA9B9A4-F1F5-503A-CAD0-C6F638008590}"/>
              </a:ext>
            </a:extLst>
          </p:cNvPr>
          <p:cNvSpPr>
            <a:spLocks noGrp="1"/>
          </p:cNvSpPr>
          <p:nvPr>
            <p:ph type="body" sz="quarter" idx="53" hasCustomPrompt="1"/>
          </p:nvPr>
        </p:nvSpPr>
        <p:spPr>
          <a:xfrm>
            <a:off x="5745646" y="5736001"/>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Website:</a:t>
            </a:r>
          </a:p>
        </p:txBody>
      </p:sp>
      <p:sp>
        <p:nvSpPr>
          <p:cNvPr id="43" name="Text Placeholder 42">
            <a:extLst>
              <a:ext uri="{FF2B5EF4-FFF2-40B4-BE49-F238E27FC236}">
                <a16:creationId xmlns:a16="http://schemas.microsoft.com/office/drawing/2014/main" id="{EACCD593-DE84-635B-6C3E-0C7D30495A61}"/>
              </a:ext>
            </a:extLst>
          </p:cNvPr>
          <p:cNvSpPr>
            <a:spLocks noGrp="1"/>
          </p:cNvSpPr>
          <p:nvPr>
            <p:ph type="body" sz="quarter" idx="45"/>
          </p:nvPr>
        </p:nvSpPr>
        <p:spPr>
          <a:xfrm>
            <a:off x="5837954" y="4070440"/>
            <a:ext cx="169456" cy="170068"/>
          </a:xfrm>
          <a:custGeom>
            <a:avLst/>
            <a:gdLst>
              <a:gd name="csX0" fmla="*/ 44282 w 169456"/>
              <a:gd name="csY0" fmla="*/ 6504 h 170068"/>
              <a:gd name="csX1" fmla="*/ 13254 w 169456"/>
              <a:gd name="csY1" fmla="*/ 12965 h 170068"/>
              <a:gd name="csX2" fmla="*/ 10349 w 169456"/>
              <a:gd name="csY2" fmla="*/ 14360 h 170068"/>
              <a:gd name="csX3" fmla="*/ 8545 w 169456"/>
              <a:gd name="csY3" fmla="*/ 17042 h 170068"/>
              <a:gd name="csX4" fmla="*/ 8330 w 169456"/>
              <a:gd name="csY4" fmla="*/ 17690 h 170068"/>
              <a:gd name="csX5" fmla="*/ 8330 w 169456"/>
              <a:gd name="csY5" fmla="*/ 17688 h 170068"/>
              <a:gd name="csX6" fmla="*/ 8148 w 169456"/>
              <a:gd name="csY6" fmla="*/ 18369 h 170068"/>
              <a:gd name="csX7" fmla="*/ 8148 w 169456"/>
              <a:gd name="csY7" fmla="*/ 18385 h 170068"/>
              <a:gd name="csX8" fmla="*/ 8768 w 169456"/>
              <a:gd name="csY8" fmla="*/ 53978 h 170068"/>
              <a:gd name="csX9" fmla="*/ 48702 w 169456"/>
              <a:gd name="csY9" fmla="*/ 121202 h 170068"/>
              <a:gd name="csX10" fmla="*/ 115684 w 169456"/>
              <a:gd name="csY10" fmla="*/ 161272 h 170068"/>
              <a:gd name="csX11" fmla="*/ 151148 w 169456"/>
              <a:gd name="csY11" fmla="*/ 161894 h 170068"/>
              <a:gd name="csX12" fmla="*/ 151164 w 169456"/>
              <a:gd name="csY12" fmla="*/ 161894 h 170068"/>
              <a:gd name="csX13" fmla="*/ 151843 w 169456"/>
              <a:gd name="csY13" fmla="*/ 161712 h 170068"/>
              <a:gd name="csX14" fmla="*/ 151859 w 169456"/>
              <a:gd name="csY14" fmla="*/ 161712 h 170068"/>
              <a:gd name="csX15" fmla="*/ 152480 w 169456"/>
              <a:gd name="csY15" fmla="*/ 161504 h 170068"/>
              <a:gd name="csX16" fmla="*/ 155153 w 169456"/>
              <a:gd name="csY16" fmla="*/ 159694 h 170068"/>
              <a:gd name="csX17" fmla="*/ 156543 w 169456"/>
              <a:gd name="csY17" fmla="*/ 156779 h 170068"/>
              <a:gd name="csX18" fmla="*/ 162980 w 169456"/>
              <a:gd name="csY18" fmla="*/ 125638 h 170068"/>
              <a:gd name="csX19" fmla="*/ 162376 w 169456"/>
              <a:gd name="csY19" fmla="*/ 121295 h 170068"/>
              <a:gd name="csX20" fmla="*/ 159108 w 169456"/>
              <a:gd name="csY20" fmla="*/ 118388 h 170068"/>
              <a:gd name="csX21" fmla="*/ 159108 w 169456"/>
              <a:gd name="csY21" fmla="*/ 118380 h 170068"/>
              <a:gd name="csX22" fmla="*/ 126830 w 169456"/>
              <a:gd name="csY22" fmla="*/ 105275 h 170068"/>
              <a:gd name="csX23" fmla="*/ 122990 w 169456"/>
              <a:gd name="csY23" fmla="*/ 104935 h 170068"/>
              <a:gd name="csX24" fmla="*/ 119680 w 169456"/>
              <a:gd name="csY24" fmla="*/ 106912 h 170068"/>
              <a:gd name="csX25" fmla="*/ 108981 w 169456"/>
              <a:gd name="csY25" fmla="*/ 118762 h 170068"/>
              <a:gd name="csX26" fmla="*/ 101923 w 169456"/>
              <a:gd name="csY26" fmla="*/ 122698 h 170068"/>
              <a:gd name="csX27" fmla="*/ 93765 w 169456"/>
              <a:gd name="csY27" fmla="*/ 121577 h 170068"/>
              <a:gd name="csX28" fmla="*/ 67343 w 169456"/>
              <a:gd name="csY28" fmla="*/ 102510 h 170068"/>
              <a:gd name="csX29" fmla="*/ 48337 w 169456"/>
              <a:gd name="csY29" fmla="*/ 75978 h 170068"/>
              <a:gd name="csX30" fmla="*/ 47203 w 169456"/>
              <a:gd name="csY30" fmla="*/ 67782 h 170068"/>
              <a:gd name="csX31" fmla="*/ 51125 w 169456"/>
              <a:gd name="csY31" fmla="*/ 60690 h 170068"/>
              <a:gd name="csX32" fmla="*/ 62933 w 169456"/>
              <a:gd name="csY32" fmla="*/ 49952 h 170068"/>
              <a:gd name="csX33" fmla="*/ 64902 w 169456"/>
              <a:gd name="csY33" fmla="*/ 46630 h 170068"/>
              <a:gd name="csX34" fmla="*/ 64563 w 169456"/>
              <a:gd name="csY34" fmla="*/ 42777 h 170068"/>
              <a:gd name="csX35" fmla="*/ 51506 w 169456"/>
              <a:gd name="csY35" fmla="*/ 10374 h 170068"/>
              <a:gd name="csX36" fmla="*/ 48610 w 169456"/>
              <a:gd name="csY36" fmla="*/ 7110 h 170068"/>
              <a:gd name="csX37" fmla="*/ 44282 w 169456"/>
              <a:gd name="csY37" fmla="*/ 6504 h 170068"/>
              <a:gd name="csX38" fmla="*/ 42982 w 169456"/>
              <a:gd name="csY38" fmla="*/ 273 h 170068"/>
              <a:gd name="csX39" fmla="*/ 42999 w 169456"/>
              <a:gd name="csY39" fmla="*/ 273 h 170068"/>
              <a:gd name="csX40" fmla="*/ 51588 w 169456"/>
              <a:gd name="csY40" fmla="*/ 1502 h 170068"/>
              <a:gd name="csX41" fmla="*/ 57388 w 169456"/>
              <a:gd name="csY41" fmla="*/ 8005 h 170068"/>
              <a:gd name="csX42" fmla="*/ 70446 w 169456"/>
              <a:gd name="csY42" fmla="*/ 40408 h 170068"/>
              <a:gd name="csX43" fmla="*/ 71083 w 169456"/>
              <a:gd name="csY43" fmla="*/ 48057 h 170068"/>
              <a:gd name="csX44" fmla="*/ 67177 w 169456"/>
              <a:gd name="csY44" fmla="*/ 54667 h 170068"/>
              <a:gd name="csX45" fmla="*/ 55369 w 169456"/>
              <a:gd name="csY45" fmla="*/ 65405 h 170068"/>
              <a:gd name="csX46" fmla="*/ 53458 w 169456"/>
              <a:gd name="csY46" fmla="*/ 68876 h 170068"/>
              <a:gd name="csX47" fmla="*/ 54095 w 169456"/>
              <a:gd name="csY47" fmla="*/ 73336 h 170068"/>
              <a:gd name="csX48" fmla="*/ 71836 w 169456"/>
              <a:gd name="csY48" fmla="*/ 98001 h 170068"/>
              <a:gd name="csX49" fmla="*/ 96369 w 169456"/>
              <a:gd name="csY49" fmla="*/ 115764 h 170068"/>
              <a:gd name="csX50" fmla="*/ 100829 w 169456"/>
              <a:gd name="csY50" fmla="*/ 116412 h 170068"/>
              <a:gd name="csX51" fmla="*/ 104288 w 169456"/>
              <a:gd name="csY51" fmla="*/ 114493 h 170068"/>
              <a:gd name="csX52" fmla="*/ 114987 w 169456"/>
              <a:gd name="csY52" fmla="*/ 102643 h 170068"/>
              <a:gd name="csX53" fmla="*/ 121574 w 169456"/>
              <a:gd name="csY53" fmla="*/ 98723 h 170068"/>
              <a:gd name="csX54" fmla="*/ 129195 w 169456"/>
              <a:gd name="csY54" fmla="*/ 99363 h 170068"/>
              <a:gd name="csX55" fmla="*/ 161481 w 169456"/>
              <a:gd name="csY55" fmla="*/ 112467 h 170068"/>
              <a:gd name="csX56" fmla="*/ 161490 w 169456"/>
              <a:gd name="csY56" fmla="*/ 112467 h 170068"/>
              <a:gd name="csX57" fmla="*/ 167960 w 169456"/>
              <a:gd name="csY57" fmla="*/ 118289 h 170068"/>
              <a:gd name="csX58" fmla="*/ 169185 w 169456"/>
              <a:gd name="csY58" fmla="*/ 126917 h 170068"/>
              <a:gd name="csX59" fmla="*/ 162739 w 169456"/>
              <a:gd name="csY59" fmla="*/ 158075 h 170068"/>
              <a:gd name="csX60" fmla="*/ 159934 w 169456"/>
              <a:gd name="csY60" fmla="*/ 163855 h 170068"/>
              <a:gd name="csX61" fmla="*/ 154655 w 169456"/>
              <a:gd name="csY61" fmla="*/ 167484 h 170068"/>
              <a:gd name="csX62" fmla="*/ 153645 w 169456"/>
              <a:gd name="csY62" fmla="*/ 167816 h 170068"/>
              <a:gd name="csX63" fmla="*/ 152603 w 169456"/>
              <a:gd name="csY63" fmla="*/ 168098 h 170068"/>
              <a:gd name="csX64" fmla="*/ 114209 w 169456"/>
              <a:gd name="csY64" fmla="*/ 167475 h 170068"/>
              <a:gd name="csX65" fmla="*/ 44207 w 169456"/>
              <a:gd name="csY65" fmla="*/ 125705 h 170068"/>
              <a:gd name="csX66" fmla="*/ 2587 w 169456"/>
              <a:gd name="csY66" fmla="*/ 55441 h 170068"/>
              <a:gd name="csX67" fmla="*/ 1966 w 169456"/>
              <a:gd name="csY67" fmla="*/ 16908 h 170068"/>
              <a:gd name="csX68" fmla="*/ 1966 w 169456"/>
              <a:gd name="csY68" fmla="*/ 16907 h 170068"/>
              <a:gd name="csX69" fmla="*/ 2248 w 169456"/>
              <a:gd name="csY69" fmla="*/ 15861 h 170068"/>
              <a:gd name="csX70" fmla="*/ 2579 w 169456"/>
              <a:gd name="csY70" fmla="*/ 14847 h 170068"/>
              <a:gd name="csX71" fmla="*/ 6195 w 169456"/>
              <a:gd name="csY71" fmla="*/ 9549 h 170068"/>
              <a:gd name="csX72" fmla="*/ 11954 w 169456"/>
              <a:gd name="csY72" fmla="*/ 6734 h 170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69456" h="170068">
                <a:moveTo>
                  <a:pt x="44282" y="6504"/>
                </a:moveTo>
                <a:lnTo>
                  <a:pt x="13254" y="12965"/>
                </a:lnTo>
                <a:cubicBezTo>
                  <a:pt x="12120" y="13197"/>
                  <a:pt x="11135" y="13679"/>
                  <a:pt x="10349" y="14360"/>
                </a:cubicBezTo>
                <a:cubicBezTo>
                  <a:pt x="9563" y="15041"/>
                  <a:pt x="8943" y="15946"/>
                  <a:pt x="8545" y="17042"/>
                </a:cubicBezTo>
                <a:cubicBezTo>
                  <a:pt x="8463" y="17250"/>
                  <a:pt x="8396" y="17466"/>
                  <a:pt x="8330" y="17690"/>
                </a:cubicBezTo>
                <a:lnTo>
                  <a:pt x="8330" y="17688"/>
                </a:lnTo>
                <a:cubicBezTo>
                  <a:pt x="8263" y="17903"/>
                  <a:pt x="8205" y="18136"/>
                  <a:pt x="8148" y="18369"/>
                </a:cubicBezTo>
                <a:lnTo>
                  <a:pt x="8148" y="18385"/>
                </a:lnTo>
                <a:cubicBezTo>
                  <a:pt x="5467" y="29721"/>
                  <a:pt x="5897" y="41805"/>
                  <a:pt x="8768" y="53978"/>
                </a:cubicBezTo>
                <a:cubicBezTo>
                  <a:pt x="14378" y="77703"/>
                  <a:pt x="29272" y="101694"/>
                  <a:pt x="48702" y="121202"/>
                </a:cubicBezTo>
                <a:cubicBezTo>
                  <a:pt x="68130" y="140693"/>
                  <a:pt x="92044" y="155640"/>
                  <a:pt x="115684" y="161272"/>
                </a:cubicBezTo>
                <a:cubicBezTo>
                  <a:pt x="127814" y="164162"/>
                  <a:pt x="139853" y="164585"/>
                  <a:pt x="151148" y="161894"/>
                </a:cubicBezTo>
                <a:lnTo>
                  <a:pt x="151164" y="161894"/>
                </a:lnTo>
                <a:cubicBezTo>
                  <a:pt x="151396" y="161836"/>
                  <a:pt x="151628" y="161778"/>
                  <a:pt x="151843" y="161712"/>
                </a:cubicBezTo>
                <a:lnTo>
                  <a:pt x="151859" y="161712"/>
                </a:lnTo>
                <a:cubicBezTo>
                  <a:pt x="152033" y="161662"/>
                  <a:pt x="152240" y="161587"/>
                  <a:pt x="152480" y="161504"/>
                </a:cubicBezTo>
                <a:cubicBezTo>
                  <a:pt x="153572" y="161106"/>
                  <a:pt x="154474" y="160483"/>
                  <a:pt x="155153" y="159694"/>
                </a:cubicBezTo>
                <a:cubicBezTo>
                  <a:pt x="155831" y="158905"/>
                  <a:pt x="156311" y="157917"/>
                  <a:pt x="156543" y="156779"/>
                </a:cubicBezTo>
                <a:lnTo>
                  <a:pt x="162980" y="125638"/>
                </a:lnTo>
                <a:cubicBezTo>
                  <a:pt x="163303" y="124094"/>
                  <a:pt x="163055" y="122574"/>
                  <a:pt x="162376" y="121295"/>
                </a:cubicBezTo>
                <a:cubicBezTo>
                  <a:pt x="161698" y="120024"/>
                  <a:pt x="160573" y="118978"/>
                  <a:pt x="159108" y="118388"/>
                </a:cubicBezTo>
                <a:lnTo>
                  <a:pt x="159108" y="118380"/>
                </a:lnTo>
                <a:lnTo>
                  <a:pt x="126830" y="105275"/>
                </a:lnTo>
                <a:cubicBezTo>
                  <a:pt x="125547" y="104752"/>
                  <a:pt x="124215" y="104653"/>
                  <a:pt x="122990" y="104935"/>
                </a:cubicBezTo>
                <a:cubicBezTo>
                  <a:pt x="121757" y="105217"/>
                  <a:pt x="120607" y="105890"/>
                  <a:pt x="119680" y="106912"/>
                </a:cubicBezTo>
                <a:lnTo>
                  <a:pt x="108981" y="118762"/>
                </a:lnTo>
                <a:cubicBezTo>
                  <a:pt x="107020" y="120938"/>
                  <a:pt x="104555" y="122233"/>
                  <a:pt x="101923" y="122698"/>
                </a:cubicBezTo>
                <a:cubicBezTo>
                  <a:pt x="99242" y="123172"/>
                  <a:pt x="96404" y="122781"/>
                  <a:pt x="93765" y="121577"/>
                </a:cubicBezTo>
                <a:cubicBezTo>
                  <a:pt x="84679" y="117433"/>
                  <a:pt x="75379" y="110574"/>
                  <a:pt x="67343" y="102510"/>
                </a:cubicBezTo>
                <a:cubicBezTo>
                  <a:pt x="59308" y="94446"/>
                  <a:pt x="52474" y="85104"/>
                  <a:pt x="48337" y="75978"/>
                </a:cubicBezTo>
                <a:cubicBezTo>
                  <a:pt x="47129" y="73313"/>
                  <a:pt x="46731" y="70464"/>
                  <a:pt x="47203" y="67782"/>
                </a:cubicBezTo>
                <a:cubicBezTo>
                  <a:pt x="47666" y="65133"/>
                  <a:pt x="48957" y="62658"/>
                  <a:pt x="51125" y="60690"/>
                </a:cubicBezTo>
                <a:lnTo>
                  <a:pt x="62933" y="49952"/>
                </a:lnTo>
                <a:cubicBezTo>
                  <a:pt x="63951" y="49030"/>
                  <a:pt x="64613" y="47868"/>
                  <a:pt x="64902" y="46630"/>
                </a:cubicBezTo>
                <a:cubicBezTo>
                  <a:pt x="65184" y="45393"/>
                  <a:pt x="65084" y="44064"/>
                  <a:pt x="64563" y="42777"/>
                </a:cubicBezTo>
                <a:lnTo>
                  <a:pt x="51506" y="10374"/>
                </a:lnTo>
                <a:cubicBezTo>
                  <a:pt x="50918" y="8920"/>
                  <a:pt x="49876" y="7791"/>
                  <a:pt x="48610" y="7110"/>
                </a:cubicBezTo>
                <a:cubicBezTo>
                  <a:pt x="47335" y="6429"/>
                  <a:pt x="45821" y="6188"/>
                  <a:pt x="44282" y="6504"/>
                </a:cubicBezTo>
                <a:close/>
                <a:moveTo>
                  <a:pt x="42982" y="273"/>
                </a:moveTo>
                <a:lnTo>
                  <a:pt x="42999" y="273"/>
                </a:lnTo>
                <a:cubicBezTo>
                  <a:pt x="46019" y="-358"/>
                  <a:pt x="49031" y="132"/>
                  <a:pt x="51588" y="1502"/>
                </a:cubicBezTo>
                <a:cubicBezTo>
                  <a:pt x="54145" y="2872"/>
                  <a:pt x="56230" y="5123"/>
                  <a:pt x="57388" y="8005"/>
                </a:cubicBezTo>
                <a:lnTo>
                  <a:pt x="70446" y="40408"/>
                </a:lnTo>
                <a:cubicBezTo>
                  <a:pt x="71455" y="42924"/>
                  <a:pt x="71654" y="45574"/>
                  <a:pt x="71083" y="48057"/>
                </a:cubicBezTo>
                <a:cubicBezTo>
                  <a:pt x="70520" y="50531"/>
                  <a:pt x="69196" y="52832"/>
                  <a:pt x="67177" y="54667"/>
                </a:cubicBezTo>
                <a:lnTo>
                  <a:pt x="55369" y="65405"/>
                </a:lnTo>
                <a:cubicBezTo>
                  <a:pt x="54319" y="66360"/>
                  <a:pt x="53690" y="67572"/>
                  <a:pt x="53458" y="68876"/>
                </a:cubicBezTo>
                <a:cubicBezTo>
                  <a:pt x="53210" y="70313"/>
                  <a:pt x="53433" y="71865"/>
                  <a:pt x="54095" y="73336"/>
                </a:cubicBezTo>
                <a:cubicBezTo>
                  <a:pt x="57901" y="81723"/>
                  <a:pt x="64289" y="90418"/>
                  <a:pt x="71836" y="98001"/>
                </a:cubicBezTo>
                <a:cubicBezTo>
                  <a:pt x="79374" y="105566"/>
                  <a:pt x="88012" y="111952"/>
                  <a:pt x="96369" y="115764"/>
                </a:cubicBezTo>
                <a:cubicBezTo>
                  <a:pt x="97850" y="116437"/>
                  <a:pt x="99406" y="116669"/>
                  <a:pt x="100829" y="116412"/>
                </a:cubicBezTo>
                <a:cubicBezTo>
                  <a:pt x="102129" y="116187"/>
                  <a:pt x="103337" y="115548"/>
                  <a:pt x="104288" y="114493"/>
                </a:cubicBezTo>
                <a:lnTo>
                  <a:pt x="114987" y="102643"/>
                </a:lnTo>
                <a:cubicBezTo>
                  <a:pt x="116808" y="100625"/>
                  <a:pt x="119108" y="99296"/>
                  <a:pt x="121574" y="98723"/>
                </a:cubicBezTo>
                <a:cubicBezTo>
                  <a:pt x="124048" y="98150"/>
                  <a:pt x="126687" y="98349"/>
                  <a:pt x="129195" y="99363"/>
                </a:cubicBezTo>
                <a:lnTo>
                  <a:pt x="161481" y="112467"/>
                </a:lnTo>
                <a:lnTo>
                  <a:pt x="161490" y="112467"/>
                </a:lnTo>
                <a:cubicBezTo>
                  <a:pt x="164353" y="113630"/>
                  <a:pt x="166595" y="115722"/>
                  <a:pt x="167960" y="118289"/>
                </a:cubicBezTo>
                <a:cubicBezTo>
                  <a:pt x="169325" y="120846"/>
                  <a:pt x="169814" y="123877"/>
                  <a:pt x="169185" y="126917"/>
                </a:cubicBezTo>
                <a:lnTo>
                  <a:pt x="162739" y="158075"/>
                </a:lnTo>
                <a:cubicBezTo>
                  <a:pt x="162284" y="160284"/>
                  <a:pt x="161316" y="162243"/>
                  <a:pt x="159934" y="163855"/>
                </a:cubicBezTo>
                <a:cubicBezTo>
                  <a:pt x="158552" y="165466"/>
                  <a:pt x="156756" y="166711"/>
                  <a:pt x="154655" y="167484"/>
                </a:cubicBezTo>
                <a:cubicBezTo>
                  <a:pt x="154365" y="167592"/>
                  <a:pt x="154026" y="167700"/>
                  <a:pt x="153645" y="167816"/>
                </a:cubicBezTo>
                <a:cubicBezTo>
                  <a:pt x="153306" y="167915"/>
                  <a:pt x="152958" y="168015"/>
                  <a:pt x="152603" y="168098"/>
                </a:cubicBezTo>
                <a:cubicBezTo>
                  <a:pt x="140299" y="171030"/>
                  <a:pt x="127266" y="170581"/>
                  <a:pt x="114209" y="167475"/>
                </a:cubicBezTo>
                <a:cubicBezTo>
                  <a:pt x="89402" y="161563"/>
                  <a:pt x="64421" y="145993"/>
                  <a:pt x="44207" y="125705"/>
                </a:cubicBezTo>
                <a:cubicBezTo>
                  <a:pt x="23992" y="105417"/>
                  <a:pt x="8478" y="80346"/>
                  <a:pt x="2587" y="55441"/>
                </a:cubicBezTo>
                <a:cubicBezTo>
                  <a:pt x="-516" y="42336"/>
                  <a:pt x="-955" y="29257"/>
                  <a:pt x="1966" y="16908"/>
                </a:cubicBezTo>
                <a:lnTo>
                  <a:pt x="1966" y="16907"/>
                </a:lnTo>
                <a:cubicBezTo>
                  <a:pt x="2049" y="16550"/>
                  <a:pt x="2140" y="16201"/>
                  <a:pt x="2248" y="15861"/>
                </a:cubicBezTo>
                <a:cubicBezTo>
                  <a:pt x="2347" y="15520"/>
                  <a:pt x="2463" y="15180"/>
                  <a:pt x="2579" y="14847"/>
                </a:cubicBezTo>
                <a:cubicBezTo>
                  <a:pt x="3348" y="12738"/>
                  <a:pt x="4590" y="10936"/>
                  <a:pt x="6195" y="9549"/>
                </a:cubicBezTo>
                <a:cubicBezTo>
                  <a:pt x="7800" y="8162"/>
                  <a:pt x="9753" y="7191"/>
                  <a:pt x="11954" y="6734"/>
                </a:cubicBezTo>
                <a:close/>
              </a:path>
            </a:pathLst>
          </a:custGeom>
          <a:solidFill>
            <a:schemeClr val="bg1"/>
          </a:solidFill>
          <a:effectLst/>
        </p:spPr>
        <p:txBody>
          <a:bodyPr vert="horz" wrap="square" lIns="144000" tIns="144000" rIns="144000" bIns="144000" rtlCol="0" anchor="ctr">
            <a:noAutofit/>
          </a:bodyPr>
          <a:lstStyle>
            <a:lvl1pPr>
              <a:buNone/>
              <a:defRPr lang="en-US" sz="100" smtClean="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endParaRPr lang="en-US" dirty="0"/>
          </a:p>
        </p:txBody>
      </p:sp>
      <p:sp>
        <p:nvSpPr>
          <p:cNvPr id="47" name="Text Placeholder 46">
            <a:extLst>
              <a:ext uri="{FF2B5EF4-FFF2-40B4-BE49-F238E27FC236}">
                <a16:creationId xmlns:a16="http://schemas.microsoft.com/office/drawing/2014/main" id="{65205D9A-78CB-42EA-D56B-46556C049F3B}"/>
              </a:ext>
            </a:extLst>
          </p:cNvPr>
          <p:cNvSpPr>
            <a:spLocks noGrp="1"/>
          </p:cNvSpPr>
          <p:nvPr>
            <p:ph type="body" sz="quarter" idx="46" hasCustomPrompt="1"/>
          </p:nvPr>
        </p:nvSpPr>
        <p:spPr>
          <a:xfrm>
            <a:off x="5844505" y="4689028"/>
            <a:ext cx="156354" cy="104600"/>
          </a:xfrm>
          <a:custGeom>
            <a:avLst/>
            <a:gdLst>
              <a:gd name="csX0" fmla="*/ 7272 w 156354"/>
              <a:gd name="csY0" fmla="*/ 11102 h 104600"/>
              <a:gd name="csX1" fmla="*/ 7272 w 156354"/>
              <a:gd name="csY1" fmla="*/ 97386 h 104600"/>
              <a:gd name="csX2" fmla="*/ 149082 w 156354"/>
              <a:gd name="csY2" fmla="*/ 97386 h 104600"/>
              <a:gd name="csX3" fmla="*/ 149082 w 156354"/>
              <a:gd name="csY3" fmla="*/ 11102 h 104600"/>
              <a:gd name="csX4" fmla="*/ 80450 w 156354"/>
              <a:gd name="csY4" fmla="*/ 65879 h 104600"/>
              <a:gd name="csX5" fmla="*/ 75904 w 156354"/>
              <a:gd name="csY5" fmla="*/ 65879 h 104600"/>
              <a:gd name="csX6" fmla="*/ 13976 w 156354"/>
              <a:gd name="csY6" fmla="*/ 7214 h 104600"/>
              <a:gd name="csX7" fmla="*/ 78177 w 156354"/>
              <a:gd name="csY7" fmla="*/ 58502 h 104600"/>
              <a:gd name="csX8" fmla="*/ 142378 w 156354"/>
              <a:gd name="csY8" fmla="*/ 7214 h 104600"/>
              <a:gd name="csX9" fmla="*/ 3636 w 156354"/>
              <a:gd name="csY9" fmla="*/ 0 h 104600"/>
              <a:gd name="csX10" fmla="*/ 152718 w 156354"/>
              <a:gd name="csY10" fmla="*/ 0 h 104600"/>
              <a:gd name="csX11" fmla="*/ 156354 w 156354"/>
              <a:gd name="csY11" fmla="*/ 3607 h 104600"/>
              <a:gd name="csX12" fmla="*/ 156354 w 156354"/>
              <a:gd name="csY12" fmla="*/ 100993 h 104600"/>
              <a:gd name="csX13" fmla="*/ 152718 w 156354"/>
              <a:gd name="csY13" fmla="*/ 104600 h 104600"/>
              <a:gd name="csX14" fmla="*/ 3636 w 156354"/>
              <a:gd name="csY14" fmla="*/ 104600 h 104600"/>
              <a:gd name="csX15" fmla="*/ 0 w 156354"/>
              <a:gd name="csY15" fmla="*/ 100993 h 104600"/>
              <a:gd name="csX16" fmla="*/ 0 w 156354"/>
              <a:gd name="csY16" fmla="*/ 3607 h 104600"/>
              <a:gd name="csX17" fmla="*/ 3636 w 156354"/>
              <a:gd name="csY17" fmla="*/ 0 h 104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56354" h="104600">
                <a:moveTo>
                  <a:pt x="7272" y="11102"/>
                </a:moveTo>
                <a:lnTo>
                  <a:pt x="7272" y="97386"/>
                </a:lnTo>
                <a:lnTo>
                  <a:pt x="149082" y="97386"/>
                </a:lnTo>
                <a:lnTo>
                  <a:pt x="149082" y="11102"/>
                </a:lnTo>
                <a:lnTo>
                  <a:pt x="80450" y="65879"/>
                </a:lnTo>
                <a:cubicBezTo>
                  <a:pt x="79121" y="66943"/>
                  <a:pt x="77233" y="66943"/>
                  <a:pt x="75904" y="65879"/>
                </a:cubicBezTo>
                <a:close/>
                <a:moveTo>
                  <a:pt x="13976" y="7214"/>
                </a:moveTo>
                <a:lnTo>
                  <a:pt x="78177" y="58502"/>
                </a:lnTo>
                <a:lnTo>
                  <a:pt x="142378" y="7214"/>
                </a:lnTo>
                <a:close/>
                <a:moveTo>
                  <a:pt x="3636" y="0"/>
                </a:moveTo>
                <a:lnTo>
                  <a:pt x="152718" y="0"/>
                </a:lnTo>
                <a:cubicBezTo>
                  <a:pt x="154726" y="0"/>
                  <a:pt x="156354" y="1616"/>
                  <a:pt x="156354" y="3607"/>
                </a:cubicBezTo>
                <a:lnTo>
                  <a:pt x="156354" y="100993"/>
                </a:lnTo>
                <a:cubicBezTo>
                  <a:pt x="156354" y="102995"/>
                  <a:pt x="154726" y="104600"/>
                  <a:pt x="152718" y="104600"/>
                </a:cubicBezTo>
                <a:lnTo>
                  <a:pt x="3636" y="104600"/>
                </a:lnTo>
                <a:cubicBezTo>
                  <a:pt x="1628" y="104600"/>
                  <a:pt x="0" y="102995"/>
                  <a:pt x="0" y="100993"/>
                </a:cubicBezTo>
                <a:lnTo>
                  <a:pt x="0" y="3607"/>
                </a:lnTo>
                <a:cubicBezTo>
                  <a:pt x="0" y="1616"/>
                  <a:pt x="1628" y="0"/>
                  <a:pt x="3636" y="0"/>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E-Mail:</a:t>
            </a:r>
          </a:p>
        </p:txBody>
      </p:sp>
      <p:sp>
        <p:nvSpPr>
          <p:cNvPr id="48" name="Text Placeholder 47">
            <a:extLst>
              <a:ext uri="{FF2B5EF4-FFF2-40B4-BE49-F238E27FC236}">
                <a16:creationId xmlns:a16="http://schemas.microsoft.com/office/drawing/2014/main" id="{D87C7806-4F84-997B-FF0A-F821B23858AF}"/>
              </a:ext>
            </a:extLst>
          </p:cNvPr>
          <p:cNvSpPr>
            <a:spLocks noGrp="1"/>
          </p:cNvSpPr>
          <p:nvPr>
            <p:ph type="body" sz="quarter" idx="47"/>
          </p:nvPr>
        </p:nvSpPr>
        <p:spPr>
          <a:xfrm>
            <a:off x="5853398" y="5247830"/>
            <a:ext cx="138568" cy="158705"/>
          </a:xfrm>
          <a:custGeom>
            <a:avLst/>
            <a:gdLst>
              <a:gd name="csX0" fmla="*/ 47720 w 138568"/>
              <a:gd name="csY0" fmla="*/ 92965 h 158705"/>
              <a:gd name="csX1" fmla="*/ 47720 w 138568"/>
              <a:gd name="csY1" fmla="*/ 151120 h 158705"/>
              <a:gd name="csX2" fmla="*/ 90851 w 138568"/>
              <a:gd name="csY2" fmla="*/ 151120 h 158705"/>
              <a:gd name="csX3" fmla="*/ 90851 w 138568"/>
              <a:gd name="csY3" fmla="*/ 92965 h 158705"/>
              <a:gd name="csX4" fmla="*/ 69284 w 138568"/>
              <a:gd name="csY4" fmla="*/ 8544 h 158705"/>
              <a:gd name="csX5" fmla="*/ 7560 w 138568"/>
              <a:gd name="csY5" fmla="*/ 55192 h 158705"/>
              <a:gd name="csX6" fmla="*/ 7560 w 138568"/>
              <a:gd name="csY6" fmla="*/ 151120 h 158705"/>
              <a:gd name="csX7" fmla="*/ 40162 w 138568"/>
              <a:gd name="csY7" fmla="*/ 151120 h 158705"/>
              <a:gd name="csX8" fmla="*/ 40162 w 138568"/>
              <a:gd name="csY8" fmla="*/ 89173 h 158705"/>
              <a:gd name="csX9" fmla="*/ 43941 w 138568"/>
              <a:gd name="csY9" fmla="*/ 85380 h 158705"/>
              <a:gd name="csX10" fmla="*/ 94630 w 138568"/>
              <a:gd name="csY10" fmla="*/ 85380 h 158705"/>
              <a:gd name="csX11" fmla="*/ 98409 w 138568"/>
              <a:gd name="csY11" fmla="*/ 89173 h 158705"/>
              <a:gd name="csX12" fmla="*/ 98409 w 138568"/>
              <a:gd name="csY12" fmla="*/ 151120 h 158705"/>
              <a:gd name="csX13" fmla="*/ 131011 w 138568"/>
              <a:gd name="csY13" fmla="*/ 151120 h 158705"/>
              <a:gd name="csX14" fmla="*/ 131009 w 138568"/>
              <a:gd name="csY14" fmla="*/ 55192 h 158705"/>
              <a:gd name="csX15" fmla="*/ 67010 w 138568"/>
              <a:gd name="csY15" fmla="*/ 762 h 158705"/>
              <a:gd name="csX16" fmla="*/ 71560 w 138568"/>
              <a:gd name="csY16" fmla="*/ 762 h 158705"/>
              <a:gd name="csX17" fmla="*/ 137066 w 138568"/>
              <a:gd name="csY17" fmla="*/ 50269 h 158705"/>
              <a:gd name="csX18" fmla="*/ 137064 w 138568"/>
              <a:gd name="csY18" fmla="*/ 50270 h 158705"/>
              <a:gd name="csX19" fmla="*/ 138568 w 138568"/>
              <a:gd name="csY19" fmla="*/ 53304 h 158705"/>
              <a:gd name="csX20" fmla="*/ 138568 w 138568"/>
              <a:gd name="csY20" fmla="*/ 154912 h 158705"/>
              <a:gd name="csX21" fmla="*/ 134789 w 138568"/>
              <a:gd name="csY21" fmla="*/ 158705 h 158705"/>
              <a:gd name="csX22" fmla="*/ 3779 w 138568"/>
              <a:gd name="csY22" fmla="*/ 158705 h 158705"/>
              <a:gd name="csX23" fmla="*/ 0 w 138568"/>
              <a:gd name="csY23" fmla="*/ 154912 h 158705"/>
              <a:gd name="csX24" fmla="*/ 0 w 138568"/>
              <a:gd name="csY24" fmla="*/ 53296 h 158705"/>
              <a:gd name="csX25" fmla="*/ 1504 w 138568"/>
              <a:gd name="csY25" fmla="*/ 50269 h 1587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38568" h="158705">
                <a:moveTo>
                  <a:pt x="47720" y="92965"/>
                </a:moveTo>
                <a:lnTo>
                  <a:pt x="47720" y="151120"/>
                </a:lnTo>
                <a:lnTo>
                  <a:pt x="90851" y="151120"/>
                </a:lnTo>
                <a:lnTo>
                  <a:pt x="90851" y="92965"/>
                </a:lnTo>
                <a:close/>
                <a:moveTo>
                  <a:pt x="69284" y="8544"/>
                </a:moveTo>
                <a:lnTo>
                  <a:pt x="7560" y="55192"/>
                </a:lnTo>
                <a:lnTo>
                  <a:pt x="7560" y="151120"/>
                </a:lnTo>
                <a:lnTo>
                  <a:pt x="40162" y="151120"/>
                </a:lnTo>
                <a:lnTo>
                  <a:pt x="40162" y="89173"/>
                </a:lnTo>
                <a:cubicBezTo>
                  <a:pt x="40162" y="87079"/>
                  <a:pt x="41855" y="85380"/>
                  <a:pt x="43941" y="85380"/>
                </a:cubicBezTo>
                <a:lnTo>
                  <a:pt x="94630" y="85380"/>
                </a:lnTo>
                <a:cubicBezTo>
                  <a:pt x="96716" y="85380"/>
                  <a:pt x="98409" y="87079"/>
                  <a:pt x="98409" y="89173"/>
                </a:cubicBezTo>
                <a:lnTo>
                  <a:pt x="98409" y="151120"/>
                </a:lnTo>
                <a:lnTo>
                  <a:pt x="131011" y="151120"/>
                </a:lnTo>
                <a:lnTo>
                  <a:pt x="131009" y="55192"/>
                </a:lnTo>
                <a:close/>
                <a:moveTo>
                  <a:pt x="67010" y="762"/>
                </a:moveTo>
                <a:cubicBezTo>
                  <a:pt x="68363" y="-254"/>
                  <a:pt x="70215" y="-254"/>
                  <a:pt x="71560" y="762"/>
                </a:cubicBezTo>
                <a:lnTo>
                  <a:pt x="137066" y="50269"/>
                </a:lnTo>
                <a:lnTo>
                  <a:pt x="137064" y="50270"/>
                </a:lnTo>
                <a:cubicBezTo>
                  <a:pt x="138016" y="50990"/>
                  <a:pt x="138568" y="52113"/>
                  <a:pt x="138568" y="53304"/>
                </a:cubicBezTo>
                <a:lnTo>
                  <a:pt x="138568" y="154912"/>
                </a:lnTo>
                <a:cubicBezTo>
                  <a:pt x="138568" y="157006"/>
                  <a:pt x="136875" y="158705"/>
                  <a:pt x="134789" y="158705"/>
                </a:cubicBezTo>
                <a:lnTo>
                  <a:pt x="3779" y="158705"/>
                </a:lnTo>
                <a:cubicBezTo>
                  <a:pt x="1693" y="158705"/>
                  <a:pt x="0" y="157006"/>
                  <a:pt x="0" y="154912"/>
                </a:cubicBezTo>
                <a:lnTo>
                  <a:pt x="0" y="53296"/>
                </a:lnTo>
                <a:cubicBezTo>
                  <a:pt x="0" y="52105"/>
                  <a:pt x="559" y="50982"/>
                  <a:pt x="1504" y="50269"/>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endParaRPr lang="en-US" dirty="0"/>
          </a:p>
        </p:txBody>
      </p:sp>
      <p:sp>
        <p:nvSpPr>
          <p:cNvPr id="49" name="Text Placeholder 48">
            <a:extLst>
              <a:ext uri="{FF2B5EF4-FFF2-40B4-BE49-F238E27FC236}">
                <a16:creationId xmlns:a16="http://schemas.microsoft.com/office/drawing/2014/main" id="{A5773286-5C77-589A-BF10-5B3D8BA1E930}"/>
              </a:ext>
            </a:extLst>
          </p:cNvPr>
          <p:cNvSpPr>
            <a:spLocks noGrp="1"/>
          </p:cNvSpPr>
          <p:nvPr>
            <p:ph type="body" sz="quarter" idx="48" hasCustomPrompt="1"/>
          </p:nvPr>
        </p:nvSpPr>
        <p:spPr>
          <a:xfrm>
            <a:off x="5830873" y="5820895"/>
            <a:ext cx="183618" cy="184282"/>
          </a:xfrm>
          <a:custGeom>
            <a:avLst/>
            <a:gdLst>
              <a:gd name="csX0" fmla="*/ 138423 w 183618"/>
              <a:gd name="csY0" fmla="*/ 143458 h 184282"/>
              <a:gd name="csX1" fmla="*/ 129506 w 183618"/>
              <a:gd name="csY1" fmla="*/ 165898 h 184282"/>
              <a:gd name="csX2" fmla="*/ 152500 w 183618"/>
              <a:gd name="csY2" fmla="*/ 148341 h 184282"/>
              <a:gd name="csX3" fmla="*/ 152509 w 183618"/>
              <a:gd name="csY3" fmla="*/ 148341 h 184282"/>
              <a:gd name="csX4" fmla="*/ 138441 w 183618"/>
              <a:gd name="csY4" fmla="*/ 143467 h 184282"/>
              <a:gd name="csX5" fmla="*/ 138423 w 183618"/>
              <a:gd name="csY5" fmla="*/ 143467 h 184282"/>
              <a:gd name="csX6" fmla="*/ 45174 w 183618"/>
              <a:gd name="csY6" fmla="*/ 143458 h 184282"/>
              <a:gd name="csX7" fmla="*/ 31115 w 183618"/>
              <a:gd name="csY7" fmla="*/ 148350 h 184282"/>
              <a:gd name="csX8" fmla="*/ 31124 w 183618"/>
              <a:gd name="csY8" fmla="*/ 148350 h 184282"/>
              <a:gd name="csX9" fmla="*/ 54100 w 183618"/>
              <a:gd name="csY9" fmla="*/ 165898 h 184282"/>
              <a:gd name="csX10" fmla="*/ 54109 w 183618"/>
              <a:gd name="csY10" fmla="*/ 165898 h 184282"/>
              <a:gd name="csX11" fmla="*/ 45192 w 183618"/>
              <a:gd name="csY11" fmla="*/ 143467 h 184282"/>
              <a:gd name="csX12" fmla="*/ 87255 w 183618"/>
              <a:gd name="csY12" fmla="*/ 137454 h 184282"/>
              <a:gd name="csX13" fmla="*/ 54064 w 183618"/>
              <a:gd name="csY13" fmla="*/ 141259 h 184282"/>
              <a:gd name="csX14" fmla="*/ 54073 w 183618"/>
              <a:gd name="csY14" fmla="*/ 141259 h 184282"/>
              <a:gd name="csX15" fmla="*/ 68822 w 183618"/>
              <a:gd name="csY15" fmla="*/ 171769 h 184282"/>
              <a:gd name="csX16" fmla="*/ 68830 w 183618"/>
              <a:gd name="csY16" fmla="*/ 171769 h 184282"/>
              <a:gd name="csX17" fmla="*/ 87264 w 183618"/>
              <a:gd name="csY17" fmla="*/ 174892 h 184282"/>
              <a:gd name="csX18" fmla="*/ 87264 w 183618"/>
              <a:gd name="csY18" fmla="*/ 137462 h 184282"/>
              <a:gd name="csX19" fmla="*/ 87255 w 183618"/>
              <a:gd name="csY19" fmla="*/ 137462 h 184282"/>
              <a:gd name="csX20" fmla="*/ 96351 w 183618"/>
              <a:gd name="csY20" fmla="*/ 137453 h 184282"/>
              <a:gd name="csX21" fmla="*/ 96350 w 183618"/>
              <a:gd name="csY21" fmla="*/ 174892 h 184282"/>
              <a:gd name="csX22" fmla="*/ 114775 w 183618"/>
              <a:gd name="csY22" fmla="*/ 171768 h 184282"/>
              <a:gd name="csX23" fmla="*/ 114793 w 183618"/>
              <a:gd name="csY23" fmla="*/ 171768 h 184282"/>
              <a:gd name="csX24" fmla="*/ 129541 w 183618"/>
              <a:gd name="csY24" fmla="*/ 141250 h 184282"/>
              <a:gd name="csX25" fmla="*/ 129550 w 183618"/>
              <a:gd name="csY25" fmla="*/ 141250 h 184282"/>
              <a:gd name="csX26" fmla="*/ 96360 w 183618"/>
              <a:gd name="csY26" fmla="*/ 137462 h 184282"/>
              <a:gd name="csX27" fmla="*/ 96351 w 183618"/>
              <a:gd name="csY27" fmla="*/ 137462 h 184282"/>
              <a:gd name="csX28" fmla="*/ 96353 w 183618"/>
              <a:gd name="csY28" fmla="*/ 96709 h 184282"/>
              <a:gd name="csX29" fmla="*/ 96351 w 183618"/>
              <a:gd name="csY29" fmla="*/ 128199 h 184282"/>
              <a:gd name="csX30" fmla="*/ 96360 w 183618"/>
              <a:gd name="csY30" fmla="*/ 128190 h 184282"/>
              <a:gd name="csX31" fmla="*/ 131886 w 183618"/>
              <a:gd name="csY31" fmla="*/ 132373 h 184282"/>
              <a:gd name="csX32" fmla="*/ 136197 w 183618"/>
              <a:gd name="csY32" fmla="*/ 96709 h 184282"/>
              <a:gd name="csX33" fmla="*/ 47422 w 183618"/>
              <a:gd name="csY33" fmla="*/ 96708 h 184282"/>
              <a:gd name="csX34" fmla="*/ 51733 w 183618"/>
              <a:gd name="csY34" fmla="*/ 132371 h 184282"/>
              <a:gd name="csX35" fmla="*/ 87259 w 183618"/>
              <a:gd name="csY35" fmla="*/ 128197 h 184282"/>
              <a:gd name="csX36" fmla="*/ 87268 w 183618"/>
              <a:gd name="csY36" fmla="*/ 128188 h 184282"/>
              <a:gd name="csX37" fmla="*/ 87268 w 183618"/>
              <a:gd name="csY37" fmla="*/ 96709 h 184282"/>
              <a:gd name="csX38" fmla="*/ 47440 w 183618"/>
              <a:gd name="csY38" fmla="*/ 96709 h 184282"/>
              <a:gd name="csX39" fmla="*/ 174243 w 183618"/>
              <a:gd name="csY39" fmla="*/ 96700 h 184282"/>
              <a:gd name="csX40" fmla="*/ 145435 w 183618"/>
              <a:gd name="csY40" fmla="*/ 96709 h 184282"/>
              <a:gd name="csX41" fmla="*/ 145426 w 183618"/>
              <a:gd name="csY41" fmla="*/ 96709 h 184282"/>
              <a:gd name="csX42" fmla="*/ 145426 w 183618"/>
              <a:gd name="csY42" fmla="*/ 96701 h 184282"/>
              <a:gd name="csX43" fmla="*/ 140757 w 183618"/>
              <a:gd name="csY43" fmla="*/ 134588 h 184282"/>
              <a:gd name="csX44" fmla="*/ 140775 w 183618"/>
              <a:gd name="csY44" fmla="*/ 134588 h 184282"/>
              <a:gd name="csX45" fmla="*/ 158564 w 183618"/>
              <a:gd name="csY45" fmla="*/ 140917 h 184282"/>
              <a:gd name="csX46" fmla="*/ 158573 w 183618"/>
              <a:gd name="csY46" fmla="*/ 140917 h 184282"/>
              <a:gd name="csX47" fmla="*/ 174261 w 183618"/>
              <a:gd name="csY47" fmla="*/ 96700 h 184282"/>
              <a:gd name="csX48" fmla="*/ 38208 w 183618"/>
              <a:gd name="csY48" fmla="*/ 96700 h 184282"/>
              <a:gd name="csX49" fmla="*/ 9347 w 183618"/>
              <a:gd name="csY49" fmla="*/ 96709 h 184282"/>
              <a:gd name="csX50" fmla="*/ 9356 w 183618"/>
              <a:gd name="csY50" fmla="*/ 96709 h 184282"/>
              <a:gd name="csX51" fmla="*/ 25043 w 183618"/>
              <a:gd name="csY51" fmla="*/ 140916 h 184282"/>
              <a:gd name="csX52" fmla="*/ 42850 w 183618"/>
              <a:gd name="csY52" fmla="*/ 134588 h 184282"/>
              <a:gd name="csX53" fmla="*/ 42859 w 183618"/>
              <a:gd name="csY53" fmla="*/ 134588 h 184282"/>
              <a:gd name="csX54" fmla="*/ 38190 w 183618"/>
              <a:gd name="csY54" fmla="*/ 96709 h 184282"/>
              <a:gd name="csX55" fmla="*/ 38208 w 183618"/>
              <a:gd name="csY55" fmla="*/ 96709 h 184282"/>
              <a:gd name="csX56" fmla="*/ 131878 w 183618"/>
              <a:gd name="csY56" fmla="*/ 51909 h 184282"/>
              <a:gd name="csX57" fmla="*/ 131880 w 183618"/>
              <a:gd name="csY57" fmla="*/ 51911 h 184282"/>
              <a:gd name="csX58" fmla="*/ 96345 w 183618"/>
              <a:gd name="csY58" fmla="*/ 56102 h 184282"/>
              <a:gd name="csX59" fmla="*/ 96354 w 183618"/>
              <a:gd name="csY59" fmla="*/ 56102 h 184282"/>
              <a:gd name="csX60" fmla="*/ 96354 w 183618"/>
              <a:gd name="csY60" fmla="*/ 87581 h 184282"/>
              <a:gd name="csX61" fmla="*/ 136198 w 183618"/>
              <a:gd name="csY61" fmla="*/ 87581 h 184282"/>
              <a:gd name="csX62" fmla="*/ 131896 w 183618"/>
              <a:gd name="csY62" fmla="*/ 51918 h 184282"/>
              <a:gd name="csX63" fmla="*/ 51724 w 183618"/>
              <a:gd name="csY63" fmla="*/ 51909 h 184282"/>
              <a:gd name="csX64" fmla="*/ 51724 w 183618"/>
              <a:gd name="csY64" fmla="*/ 51918 h 184282"/>
              <a:gd name="csX65" fmla="*/ 51724 w 183618"/>
              <a:gd name="csY65" fmla="*/ 51918 h 184282"/>
              <a:gd name="csX66" fmla="*/ 47424 w 183618"/>
              <a:gd name="csY66" fmla="*/ 87580 h 184282"/>
              <a:gd name="csX67" fmla="*/ 87267 w 183618"/>
              <a:gd name="csY67" fmla="*/ 87580 h 184282"/>
              <a:gd name="csX68" fmla="*/ 87267 w 183618"/>
              <a:gd name="csY68" fmla="*/ 56092 h 184282"/>
              <a:gd name="csX69" fmla="*/ 87276 w 183618"/>
              <a:gd name="csY69" fmla="*/ 56092 h 184282"/>
              <a:gd name="csX70" fmla="*/ 51742 w 183618"/>
              <a:gd name="csY70" fmla="*/ 51918 h 184282"/>
              <a:gd name="csX71" fmla="*/ 51724 w 183618"/>
              <a:gd name="csY71" fmla="*/ 51918 h 184282"/>
              <a:gd name="csX72" fmla="*/ 51725 w 183618"/>
              <a:gd name="csY72" fmla="*/ 51910 h 184282"/>
              <a:gd name="csX73" fmla="*/ 158565 w 183618"/>
              <a:gd name="csY73" fmla="*/ 43373 h 184282"/>
              <a:gd name="csX74" fmla="*/ 140749 w 183618"/>
              <a:gd name="csY74" fmla="*/ 49710 h 184282"/>
              <a:gd name="csX75" fmla="*/ 140758 w 183618"/>
              <a:gd name="csY75" fmla="*/ 49710 h 184282"/>
              <a:gd name="csX76" fmla="*/ 145427 w 183618"/>
              <a:gd name="csY76" fmla="*/ 87580 h 184282"/>
              <a:gd name="csX77" fmla="*/ 174262 w 183618"/>
              <a:gd name="csY77" fmla="*/ 87580 h 184282"/>
              <a:gd name="csX78" fmla="*/ 158584 w 183618"/>
              <a:gd name="csY78" fmla="*/ 43382 h 184282"/>
              <a:gd name="csX79" fmla="*/ 158584 w 183618"/>
              <a:gd name="csY79" fmla="*/ 43373 h 184282"/>
              <a:gd name="csX80" fmla="*/ 158566 w 183618"/>
              <a:gd name="csY80" fmla="*/ 43373 h 184282"/>
              <a:gd name="csX81" fmla="*/ 25036 w 183618"/>
              <a:gd name="csY81" fmla="*/ 43373 h 184282"/>
              <a:gd name="csX82" fmla="*/ 9357 w 183618"/>
              <a:gd name="csY82" fmla="*/ 87580 h 184282"/>
              <a:gd name="csX83" fmla="*/ 38192 w 183618"/>
              <a:gd name="csY83" fmla="*/ 87580 h 184282"/>
              <a:gd name="csX84" fmla="*/ 42861 w 183618"/>
              <a:gd name="csY84" fmla="*/ 49701 h 184282"/>
              <a:gd name="csX85" fmla="*/ 42870 w 183618"/>
              <a:gd name="csY85" fmla="*/ 49701 h 184282"/>
              <a:gd name="csX86" fmla="*/ 25045 w 183618"/>
              <a:gd name="csY86" fmla="*/ 43382 h 184282"/>
              <a:gd name="csX87" fmla="*/ 129516 w 183618"/>
              <a:gd name="csY87" fmla="*/ 18401 h 184282"/>
              <a:gd name="csX88" fmla="*/ 138433 w 183618"/>
              <a:gd name="csY88" fmla="*/ 40824 h 184282"/>
              <a:gd name="csX89" fmla="*/ 152493 w 183618"/>
              <a:gd name="csY89" fmla="*/ 35950 h 184282"/>
              <a:gd name="csX90" fmla="*/ 152511 w 183618"/>
              <a:gd name="csY90" fmla="*/ 35950 h 184282"/>
              <a:gd name="csX91" fmla="*/ 129525 w 183618"/>
              <a:gd name="csY91" fmla="*/ 18401 h 184282"/>
              <a:gd name="csX92" fmla="*/ 54094 w 183618"/>
              <a:gd name="csY92" fmla="*/ 18392 h 184282"/>
              <a:gd name="csX93" fmla="*/ 31118 w 183618"/>
              <a:gd name="csY93" fmla="*/ 35950 h 184282"/>
              <a:gd name="csX94" fmla="*/ 31127 w 183618"/>
              <a:gd name="csY94" fmla="*/ 35950 h 184282"/>
              <a:gd name="csX95" fmla="*/ 45186 w 183618"/>
              <a:gd name="csY95" fmla="*/ 40833 h 184282"/>
              <a:gd name="csX96" fmla="*/ 45186 w 183618"/>
              <a:gd name="csY96" fmla="*/ 40824 h 184282"/>
              <a:gd name="csX97" fmla="*/ 54112 w 183618"/>
              <a:gd name="csY97" fmla="*/ 18392 h 184282"/>
              <a:gd name="csX98" fmla="*/ 96353 w 183618"/>
              <a:gd name="csY98" fmla="*/ 9389 h 184282"/>
              <a:gd name="csX99" fmla="*/ 96353 w 183618"/>
              <a:gd name="csY99" fmla="*/ 46828 h 184282"/>
              <a:gd name="csX100" fmla="*/ 129534 w 183618"/>
              <a:gd name="csY100" fmla="*/ 43040 h 184282"/>
              <a:gd name="csX101" fmla="*/ 129543 w 183618"/>
              <a:gd name="csY101" fmla="*/ 43031 h 184282"/>
              <a:gd name="csX102" fmla="*/ 114804 w 183618"/>
              <a:gd name="csY102" fmla="*/ 12522 h 184282"/>
              <a:gd name="csX103" fmla="*/ 114813 w 183618"/>
              <a:gd name="csY103" fmla="*/ 12522 h 184282"/>
              <a:gd name="csX104" fmla="*/ 96362 w 183618"/>
              <a:gd name="csY104" fmla="*/ 9398 h 184282"/>
              <a:gd name="csX105" fmla="*/ 96362 w 183618"/>
              <a:gd name="csY105" fmla="*/ 9389 h 184282"/>
              <a:gd name="csX106" fmla="*/ 87257 w 183618"/>
              <a:gd name="csY106" fmla="*/ 9389 h 184282"/>
              <a:gd name="csX107" fmla="*/ 87257 w 183618"/>
              <a:gd name="csY107" fmla="*/ 9390 h 184282"/>
              <a:gd name="csX108" fmla="*/ 68806 w 183618"/>
              <a:gd name="csY108" fmla="*/ 12532 h 184282"/>
              <a:gd name="csX109" fmla="*/ 54076 w 183618"/>
              <a:gd name="csY109" fmla="*/ 43041 h 184282"/>
              <a:gd name="csX110" fmla="*/ 54085 w 183618"/>
              <a:gd name="csY110" fmla="*/ 43041 h 184282"/>
              <a:gd name="csX111" fmla="*/ 87266 w 183618"/>
              <a:gd name="csY111" fmla="*/ 46829 h 184282"/>
              <a:gd name="csX112" fmla="*/ 87266 w 183618"/>
              <a:gd name="csY112" fmla="*/ 9389 h 184282"/>
              <a:gd name="csX113" fmla="*/ 91809 w 183618"/>
              <a:gd name="csY113" fmla="*/ 0 h 184282"/>
              <a:gd name="csX114" fmla="*/ 183618 w 183618"/>
              <a:gd name="csY114" fmla="*/ 92141 h 184282"/>
              <a:gd name="csX115" fmla="*/ 91809 w 183618"/>
              <a:gd name="csY115" fmla="*/ 184282 h 184282"/>
              <a:gd name="csX116" fmla="*/ 0 w 183618"/>
              <a:gd name="csY116" fmla="*/ 92141 h 184282"/>
              <a:gd name="csX117" fmla="*/ 91800 w 183618"/>
              <a:gd name="csY117" fmla="*/ 9 h 184282"/>
              <a:gd name="csX118" fmla="*/ 91809 w 183618"/>
              <a:gd name="csY118" fmla="*/ 9 h 184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183618" h="184282">
                <a:moveTo>
                  <a:pt x="138423" y="143458"/>
                </a:moveTo>
                <a:cubicBezTo>
                  <a:pt x="136008" y="151662"/>
                  <a:pt x="133012" y="159220"/>
                  <a:pt x="129506" y="165898"/>
                </a:cubicBezTo>
                <a:cubicBezTo>
                  <a:pt x="138172" y="161428"/>
                  <a:pt x="145953" y="155459"/>
                  <a:pt x="152500" y="148341"/>
                </a:cubicBezTo>
                <a:lnTo>
                  <a:pt x="152509" y="148341"/>
                </a:lnTo>
                <a:cubicBezTo>
                  <a:pt x="148181" y="146519"/>
                  <a:pt x="143476" y="144885"/>
                  <a:pt x="138441" y="143467"/>
                </a:cubicBezTo>
                <a:lnTo>
                  <a:pt x="138423" y="143467"/>
                </a:lnTo>
                <a:close/>
                <a:moveTo>
                  <a:pt x="45174" y="143458"/>
                </a:moveTo>
                <a:cubicBezTo>
                  <a:pt x="40148" y="144885"/>
                  <a:pt x="35443" y="146519"/>
                  <a:pt x="31115" y="148350"/>
                </a:cubicBezTo>
                <a:lnTo>
                  <a:pt x="31124" y="148350"/>
                </a:lnTo>
                <a:cubicBezTo>
                  <a:pt x="37670" y="155459"/>
                  <a:pt x="45442" y="161419"/>
                  <a:pt x="54100" y="165898"/>
                </a:cubicBezTo>
                <a:lnTo>
                  <a:pt x="54109" y="165898"/>
                </a:lnTo>
                <a:cubicBezTo>
                  <a:pt x="50603" y="159229"/>
                  <a:pt x="47607" y="151662"/>
                  <a:pt x="45192" y="143467"/>
                </a:cubicBezTo>
                <a:close/>
                <a:moveTo>
                  <a:pt x="87255" y="137454"/>
                </a:moveTo>
                <a:cubicBezTo>
                  <a:pt x="75279" y="137732"/>
                  <a:pt x="64135" y="139078"/>
                  <a:pt x="54064" y="141259"/>
                </a:cubicBezTo>
                <a:lnTo>
                  <a:pt x="54073" y="141259"/>
                </a:lnTo>
                <a:cubicBezTo>
                  <a:pt x="57847" y="153816"/>
                  <a:pt x="62963" y="164202"/>
                  <a:pt x="68822" y="171769"/>
                </a:cubicBezTo>
                <a:lnTo>
                  <a:pt x="68830" y="171769"/>
                </a:lnTo>
                <a:cubicBezTo>
                  <a:pt x="74724" y="173483"/>
                  <a:pt x="80905" y="174551"/>
                  <a:pt x="87264" y="174892"/>
                </a:cubicBezTo>
                <a:lnTo>
                  <a:pt x="87264" y="137462"/>
                </a:lnTo>
                <a:lnTo>
                  <a:pt x="87255" y="137462"/>
                </a:lnTo>
                <a:close/>
                <a:moveTo>
                  <a:pt x="96351" y="137453"/>
                </a:moveTo>
                <a:lnTo>
                  <a:pt x="96350" y="174892"/>
                </a:lnTo>
                <a:cubicBezTo>
                  <a:pt x="102710" y="174551"/>
                  <a:pt x="108881" y="173483"/>
                  <a:pt x="114775" y="171768"/>
                </a:cubicBezTo>
                <a:lnTo>
                  <a:pt x="114793" y="171768"/>
                </a:lnTo>
                <a:cubicBezTo>
                  <a:pt x="120651" y="164202"/>
                  <a:pt x="125776" y="153816"/>
                  <a:pt x="129541" y="141250"/>
                </a:cubicBezTo>
                <a:lnTo>
                  <a:pt x="129550" y="141250"/>
                </a:lnTo>
                <a:cubicBezTo>
                  <a:pt x="119489" y="139078"/>
                  <a:pt x="108344" y="137731"/>
                  <a:pt x="96360" y="137462"/>
                </a:cubicBezTo>
                <a:lnTo>
                  <a:pt x="96351" y="137462"/>
                </a:lnTo>
                <a:close/>
                <a:moveTo>
                  <a:pt x="96353" y="96709"/>
                </a:moveTo>
                <a:lnTo>
                  <a:pt x="96351" y="128199"/>
                </a:lnTo>
                <a:lnTo>
                  <a:pt x="96360" y="128190"/>
                </a:lnTo>
                <a:cubicBezTo>
                  <a:pt x="108694" y="128477"/>
                  <a:pt x="120715" y="129922"/>
                  <a:pt x="131886" y="132373"/>
                </a:cubicBezTo>
                <a:cubicBezTo>
                  <a:pt x="134363" y="121662"/>
                  <a:pt x="135902" y="109662"/>
                  <a:pt x="136197" y="96709"/>
                </a:cubicBezTo>
                <a:close/>
                <a:moveTo>
                  <a:pt x="47422" y="96708"/>
                </a:moveTo>
                <a:cubicBezTo>
                  <a:pt x="47717" y="109670"/>
                  <a:pt x="49256" y="121662"/>
                  <a:pt x="51733" y="132371"/>
                </a:cubicBezTo>
                <a:cubicBezTo>
                  <a:pt x="62895" y="129921"/>
                  <a:pt x="74925" y="128475"/>
                  <a:pt x="87259" y="128197"/>
                </a:cubicBezTo>
                <a:lnTo>
                  <a:pt x="87268" y="128188"/>
                </a:lnTo>
                <a:lnTo>
                  <a:pt x="87268" y="96709"/>
                </a:lnTo>
                <a:lnTo>
                  <a:pt x="47440" y="96709"/>
                </a:lnTo>
                <a:close/>
                <a:moveTo>
                  <a:pt x="174243" y="96700"/>
                </a:moveTo>
                <a:lnTo>
                  <a:pt x="145435" y="96709"/>
                </a:lnTo>
                <a:lnTo>
                  <a:pt x="145426" y="96709"/>
                </a:lnTo>
                <a:lnTo>
                  <a:pt x="145426" y="96701"/>
                </a:lnTo>
                <a:cubicBezTo>
                  <a:pt x="145122" y="109895"/>
                  <a:pt x="143503" y="122749"/>
                  <a:pt x="140757" y="134588"/>
                </a:cubicBezTo>
                <a:lnTo>
                  <a:pt x="140775" y="134588"/>
                </a:lnTo>
                <a:cubicBezTo>
                  <a:pt x="147098" y="136366"/>
                  <a:pt x="153073" y="138484"/>
                  <a:pt x="158564" y="140917"/>
                </a:cubicBezTo>
                <a:lnTo>
                  <a:pt x="158573" y="140917"/>
                </a:lnTo>
                <a:cubicBezTo>
                  <a:pt x="167687" y="128377"/>
                  <a:pt x="173366" y="113181"/>
                  <a:pt x="174261" y="96700"/>
                </a:cubicBezTo>
                <a:close/>
                <a:moveTo>
                  <a:pt x="38208" y="96700"/>
                </a:moveTo>
                <a:lnTo>
                  <a:pt x="9347" y="96709"/>
                </a:lnTo>
                <a:lnTo>
                  <a:pt x="9356" y="96709"/>
                </a:lnTo>
                <a:cubicBezTo>
                  <a:pt x="10250" y="113180"/>
                  <a:pt x="15938" y="128376"/>
                  <a:pt x="25043" y="140916"/>
                </a:cubicBezTo>
                <a:cubicBezTo>
                  <a:pt x="30543" y="138484"/>
                  <a:pt x="36518" y="136365"/>
                  <a:pt x="42850" y="134588"/>
                </a:cubicBezTo>
                <a:lnTo>
                  <a:pt x="42859" y="134588"/>
                </a:lnTo>
                <a:cubicBezTo>
                  <a:pt x="40113" y="122758"/>
                  <a:pt x="38494" y="109904"/>
                  <a:pt x="38190" y="96709"/>
                </a:cubicBezTo>
                <a:lnTo>
                  <a:pt x="38208" y="96709"/>
                </a:lnTo>
                <a:close/>
                <a:moveTo>
                  <a:pt x="131878" y="51909"/>
                </a:moveTo>
                <a:lnTo>
                  <a:pt x="131880" y="51911"/>
                </a:lnTo>
                <a:cubicBezTo>
                  <a:pt x="120709" y="54361"/>
                  <a:pt x="108679" y="55806"/>
                  <a:pt x="96345" y="56102"/>
                </a:cubicBezTo>
                <a:lnTo>
                  <a:pt x="96354" y="56102"/>
                </a:lnTo>
                <a:lnTo>
                  <a:pt x="96354" y="87581"/>
                </a:lnTo>
                <a:lnTo>
                  <a:pt x="136198" y="87581"/>
                </a:lnTo>
                <a:cubicBezTo>
                  <a:pt x="135903" y="74619"/>
                  <a:pt x="134365" y="62627"/>
                  <a:pt x="131896" y="51918"/>
                </a:cubicBezTo>
                <a:close/>
                <a:moveTo>
                  <a:pt x="51724" y="51909"/>
                </a:moveTo>
                <a:lnTo>
                  <a:pt x="51724" y="51918"/>
                </a:lnTo>
                <a:lnTo>
                  <a:pt x="51724" y="51918"/>
                </a:lnTo>
                <a:lnTo>
                  <a:pt x="47424" y="87580"/>
                </a:lnTo>
                <a:lnTo>
                  <a:pt x="87267" y="87580"/>
                </a:lnTo>
                <a:lnTo>
                  <a:pt x="87267" y="56092"/>
                </a:lnTo>
                <a:lnTo>
                  <a:pt x="87276" y="56092"/>
                </a:lnTo>
                <a:cubicBezTo>
                  <a:pt x="74942" y="55805"/>
                  <a:pt x="62912" y="54360"/>
                  <a:pt x="51742" y="51918"/>
                </a:cubicBezTo>
                <a:lnTo>
                  <a:pt x="51724" y="51918"/>
                </a:lnTo>
                <a:lnTo>
                  <a:pt x="51725" y="51910"/>
                </a:lnTo>
                <a:close/>
                <a:moveTo>
                  <a:pt x="158565" y="43373"/>
                </a:moveTo>
                <a:cubicBezTo>
                  <a:pt x="153065" y="45806"/>
                  <a:pt x="147090" y="47924"/>
                  <a:pt x="140749" y="49710"/>
                </a:cubicBezTo>
                <a:lnTo>
                  <a:pt x="140758" y="49710"/>
                </a:lnTo>
                <a:cubicBezTo>
                  <a:pt x="143504" y="61540"/>
                  <a:pt x="145123" y="74385"/>
                  <a:pt x="145427" y="87580"/>
                </a:cubicBezTo>
                <a:lnTo>
                  <a:pt x="174262" y="87580"/>
                </a:lnTo>
                <a:cubicBezTo>
                  <a:pt x="173368" y="71099"/>
                  <a:pt x="167689" y="55903"/>
                  <a:pt x="158584" y="43382"/>
                </a:cubicBezTo>
                <a:lnTo>
                  <a:pt x="158584" y="43373"/>
                </a:lnTo>
                <a:lnTo>
                  <a:pt x="158566" y="43373"/>
                </a:lnTo>
                <a:close/>
                <a:moveTo>
                  <a:pt x="25036" y="43373"/>
                </a:moveTo>
                <a:cubicBezTo>
                  <a:pt x="15931" y="55903"/>
                  <a:pt x="10251" y="71099"/>
                  <a:pt x="9357" y="87580"/>
                </a:cubicBezTo>
                <a:lnTo>
                  <a:pt x="38192" y="87580"/>
                </a:lnTo>
                <a:cubicBezTo>
                  <a:pt x="38497" y="74385"/>
                  <a:pt x="40115" y="61531"/>
                  <a:pt x="42861" y="49701"/>
                </a:cubicBezTo>
                <a:lnTo>
                  <a:pt x="42870" y="49701"/>
                </a:lnTo>
                <a:cubicBezTo>
                  <a:pt x="36529" y="47924"/>
                  <a:pt x="30554" y="45805"/>
                  <a:pt x="25045" y="43382"/>
                </a:cubicBezTo>
                <a:close/>
                <a:moveTo>
                  <a:pt x="129516" y="18401"/>
                </a:moveTo>
                <a:cubicBezTo>
                  <a:pt x="133022" y="25062"/>
                  <a:pt x="136009" y="32629"/>
                  <a:pt x="138433" y="40824"/>
                </a:cubicBezTo>
                <a:cubicBezTo>
                  <a:pt x="143460" y="39405"/>
                  <a:pt x="148164" y="37763"/>
                  <a:pt x="152493" y="35950"/>
                </a:cubicBezTo>
                <a:lnTo>
                  <a:pt x="152511" y="35950"/>
                </a:lnTo>
                <a:cubicBezTo>
                  <a:pt x="145964" y="28832"/>
                  <a:pt x="138192" y="22862"/>
                  <a:pt x="129525" y="18401"/>
                </a:cubicBezTo>
                <a:close/>
                <a:moveTo>
                  <a:pt x="54094" y="18392"/>
                </a:moveTo>
                <a:cubicBezTo>
                  <a:pt x="45437" y="22862"/>
                  <a:pt x="37665" y="28823"/>
                  <a:pt x="31118" y="35950"/>
                </a:cubicBezTo>
                <a:lnTo>
                  <a:pt x="31127" y="35950"/>
                </a:lnTo>
                <a:cubicBezTo>
                  <a:pt x="35464" y="37763"/>
                  <a:pt x="40160" y="39405"/>
                  <a:pt x="45186" y="40833"/>
                </a:cubicBezTo>
                <a:lnTo>
                  <a:pt x="45186" y="40824"/>
                </a:lnTo>
                <a:cubicBezTo>
                  <a:pt x="47610" y="32629"/>
                  <a:pt x="50606" y="25062"/>
                  <a:pt x="54112" y="18392"/>
                </a:cubicBezTo>
                <a:close/>
                <a:moveTo>
                  <a:pt x="96353" y="9389"/>
                </a:moveTo>
                <a:lnTo>
                  <a:pt x="96353" y="46828"/>
                </a:lnTo>
                <a:cubicBezTo>
                  <a:pt x="108329" y="46550"/>
                  <a:pt x="119464" y="45203"/>
                  <a:pt x="129534" y="43040"/>
                </a:cubicBezTo>
                <a:lnTo>
                  <a:pt x="129543" y="43031"/>
                </a:lnTo>
                <a:cubicBezTo>
                  <a:pt x="125778" y="30474"/>
                  <a:pt x="120662" y="20089"/>
                  <a:pt x="114804" y="12522"/>
                </a:cubicBezTo>
                <a:lnTo>
                  <a:pt x="114813" y="12522"/>
                </a:lnTo>
                <a:cubicBezTo>
                  <a:pt x="108910" y="10807"/>
                  <a:pt x="102730" y="9739"/>
                  <a:pt x="96362" y="9398"/>
                </a:cubicBezTo>
                <a:lnTo>
                  <a:pt x="96362" y="9389"/>
                </a:lnTo>
                <a:close/>
                <a:moveTo>
                  <a:pt x="87257" y="9389"/>
                </a:moveTo>
                <a:lnTo>
                  <a:pt x="87257" y="9390"/>
                </a:lnTo>
                <a:cubicBezTo>
                  <a:pt x="80880" y="9740"/>
                  <a:pt x="74709" y="10808"/>
                  <a:pt x="68806" y="12532"/>
                </a:cubicBezTo>
                <a:cubicBezTo>
                  <a:pt x="62957" y="20098"/>
                  <a:pt x="57841" y="30474"/>
                  <a:pt x="54076" y="43041"/>
                </a:cubicBezTo>
                <a:lnTo>
                  <a:pt x="54085" y="43041"/>
                </a:lnTo>
                <a:cubicBezTo>
                  <a:pt x="64154" y="45204"/>
                  <a:pt x="75290" y="46551"/>
                  <a:pt x="87266" y="46829"/>
                </a:cubicBezTo>
                <a:lnTo>
                  <a:pt x="87266" y="9389"/>
                </a:lnTo>
                <a:close/>
                <a:moveTo>
                  <a:pt x="91809" y="0"/>
                </a:moveTo>
                <a:cubicBezTo>
                  <a:pt x="142512" y="0"/>
                  <a:pt x="183618" y="41254"/>
                  <a:pt x="183618" y="92141"/>
                </a:cubicBezTo>
                <a:cubicBezTo>
                  <a:pt x="183618" y="143028"/>
                  <a:pt x="142512" y="184282"/>
                  <a:pt x="91809" y="184282"/>
                </a:cubicBezTo>
                <a:cubicBezTo>
                  <a:pt x="41105" y="184282"/>
                  <a:pt x="0" y="143028"/>
                  <a:pt x="0" y="92141"/>
                </a:cubicBezTo>
                <a:cubicBezTo>
                  <a:pt x="0" y="41254"/>
                  <a:pt x="41096" y="9"/>
                  <a:pt x="91800" y="9"/>
                </a:cubicBezTo>
                <a:lnTo>
                  <a:pt x="91809" y="9"/>
                </a:ln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Website:</a:t>
            </a:r>
          </a:p>
        </p:txBody>
      </p:sp>
    </p:spTree>
    <p:extLst>
      <p:ext uri="{BB962C8B-B14F-4D97-AF65-F5344CB8AC3E}">
        <p14:creationId xmlns:p14="http://schemas.microsoft.com/office/powerpoint/2010/main" val="5320464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ontakt 2 Personen">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69B6FAB-1880-6253-5E4E-453C46EDBA3E}"/>
              </a:ext>
            </a:extLst>
          </p:cNvPr>
          <p:cNvGraphicFramePr>
            <a:graphicFrameLocks noChangeAspect="1"/>
          </p:cNvGraphicFramePr>
          <p:nvPr userDrawn="1">
            <p:custDataLst>
              <p:tags r:id="rId1"/>
            </p:custDataLst>
            <p:extLst>
              <p:ext uri="{D42A27DB-BD31-4B8C-83A1-F6EECF244321}">
                <p14:modId xmlns:p14="http://schemas.microsoft.com/office/powerpoint/2010/main" val="1332876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269B6FAB-1880-6253-5E4E-453C46EDBA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F9F1D055-4498-76EF-EAA3-C8612B630F22}"/>
              </a:ext>
            </a:extLst>
          </p:cNvPr>
          <p:cNvSpPr/>
          <p:nvPr userDrawn="1"/>
        </p:nvSpPr>
        <p:spPr>
          <a:xfrm>
            <a:off x="-1" y="-1"/>
            <a:ext cx="5185318"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sp>
        <p:nvSpPr>
          <p:cNvPr id="8" name="Text Placeholder 17">
            <a:extLst>
              <a:ext uri="{FF2B5EF4-FFF2-40B4-BE49-F238E27FC236}">
                <a16:creationId xmlns:a16="http://schemas.microsoft.com/office/drawing/2014/main" id="{6F836084-1BCF-FA34-1816-4B644E837265}"/>
              </a:ext>
            </a:extLst>
          </p:cNvPr>
          <p:cNvSpPr>
            <a:spLocks noGrp="1"/>
          </p:cNvSpPr>
          <p:nvPr>
            <p:ph type="body" sz="quarter" idx="20" hasCustomPrompt="1"/>
          </p:nvPr>
        </p:nvSpPr>
        <p:spPr>
          <a:xfrm>
            <a:off x="5640384" y="3924886"/>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Telefonnummer</a:t>
            </a:r>
            <a:r>
              <a:rPr lang="en-US" dirty="0"/>
              <a:t>: </a:t>
            </a:r>
          </a:p>
        </p:txBody>
      </p:sp>
      <p:sp>
        <p:nvSpPr>
          <p:cNvPr id="11" name="Text Placeholder 17">
            <a:extLst>
              <a:ext uri="{FF2B5EF4-FFF2-40B4-BE49-F238E27FC236}">
                <a16:creationId xmlns:a16="http://schemas.microsoft.com/office/drawing/2014/main" id="{42E7DFBA-A98F-FDF5-4248-F52A5669EA7A}"/>
              </a:ext>
            </a:extLst>
          </p:cNvPr>
          <p:cNvSpPr>
            <a:spLocks noGrp="1"/>
          </p:cNvSpPr>
          <p:nvPr>
            <p:ph type="body" sz="quarter" idx="31" hasCustomPrompt="1"/>
          </p:nvPr>
        </p:nvSpPr>
        <p:spPr>
          <a:xfrm>
            <a:off x="5640384" y="4510740"/>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E-Mail:</a:t>
            </a:r>
          </a:p>
        </p:txBody>
      </p:sp>
      <p:cxnSp>
        <p:nvCxnSpPr>
          <p:cNvPr id="15" name="Straight Connector 14">
            <a:extLst>
              <a:ext uri="{FF2B5EF4-FFF2-40B4-BE49-F238E27FC236}">
                <a16:creationId xmlns:a16="http://schemas.microsoft.com/office/drawing/2014/main" id="{CCA0C109-4C61-3F3F-7161-CF2A9B4BFAC4}"/>
              </a:ext>
            </a:extLst>
          </p:cNvPr>
          <p:cNvCxnSpPr/>
          <p:nvPr userDrawn="1"/>
        </p:nvCxnSpPr>
        <p:spPr>
          <a:xfrm>
            <a:off x="5595782" y="6026111"/>
            <a:ext cx="429036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black background with a black square&#10;&#10;AI-generated content may be incorrect.">
            <a:extLst>
              <a:ext uri="{FF2B5EF4-FFF2-40B4-BE49-F238E27FC236}">
                <a16:creationId xmlns:a16="http://schemas.microsoft.com/office/drawing/2014/main" id="{156EBC72-7224-1455-6FB7-003825E9CA1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1612901" y="-1092029"/>
            <a:ext cx="5735079" cy="5735079"/>
          </a:xfrm>
          <a:prstGeom prst="rect">
            <a:avLst/>
          </a:prstGeom>
        </p:spPr>
      </p:pic>
      <p:sp>
        <p:nvSpPr>
          <p:cNvPr id="5" name="Text Placeholder 5">
            <a:extLst>
              <a:ext uri="{FF2B5EF4-FFF2-40B4-BE49-F238E27FC236}">
                <a16:creationId xmlns:a16="http://schemas.microsoft.com/office/drawing/2014/main" id="{1CB7CA73-224B-FF9F-4004-D203FE4A58AB}"/>
              </a:ext>
            </a:extLst>
          </p:cNvPr>
          <p:cNvSpPr>
            <a:spLocks noGrp="1"/>
          </p:cNvSpPr>
          <p:nvPr>
            <p:ph type="body" sz="quarter" idx="10" hasCustomPrompt="1"/>
          </p:nvPr>
        </p:nvSpPr>
        <p:spPr>
          <a:xfrm>
            <a:off x="459143" y="2997836"/>
            <a:ext cx="2796403" cy="1001813"/>
          </a:xfrm>
          <a:prstGeom prst="rect">
            <a:avLst/>
          </a:prstGeom>
        </p:spPr>
        <p:txBody>
          <a:bodyPr wrap="square" lIns="0" rIns="0" anchor="ctr">
            <a:noAutofit/>
          </a:bodyPr>
          <a:lstStyle>
            <a:lvl1pPr marL="0" indent="0" algn="l" defTabSz="914400" rtl="0" eaLnBrk="1" latinLnBrk="0" hangingPunct="1">
              <a:buNone/>
              <a:defRPr lang="en-GB" sz="6400" b="0" kern="1200" dirty="0">
                <a:solidFill>
                  <a:schemeClr val="bg2"/>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lgn="l" defTabSz="914400" rtl="0" eaLnBrk="1" latinLnBrk="0" hangingPunct="1">
              <a:lnSpc>
                <a:spcPct val="90000"/>
              </a:lnSpc>
              <a:spcBef>
                <a:spcPts val="1000"/>
              </a:spcBef>
              <a:buClr>
                <a:schemeClr val="accent2"/>
              </a:buClr>
              <a:buFont typeface="Arial" panose="020B0604020202020204" pitchFamily="34" charset="0"/>
              <a:buNone/>
            </a:pPr>
            <a:r>
              <a:rPr lang="en-US" dirty="0" err="1"/>
              <a:t>Kontakt</a:t>
            </a:r>
            <a:endParaRPr lang="en-GB" dirty="0"/>
          </a:p>
        </p:txBody>
      </p:sp>
      <p:sp>
        <p:nvSpPr>
          <p:cNvPr id="19" name="Rectangle 18">
            <a:extLst>
              <a:ext uri="{FF2B5EF4-FFF2-40B4-BE49-F238E27FC236}">
                <a16:creationId xmlns:a16="http://schemas.microsoft.com/office/drawing/2014/main" id="{AE678B5D-C26C-C4FF-D06D-FD9075E2DF4A}"/>
              </a:ext>
            </a:extLst>
          </p:cNvPr>
          <p:cNvSpPr/>
          <p:nvPr userDrawn="1"/>
        </p:nvSpPr>
        <p:spPr>
          <a:xfrm rot="16200000">
            <a:off x="2522188" y="4210962"/>
            <a:ext cx="136527" cy="520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2" name="Text Placeholder 17">
            <a:extLst>
              <a:ext uri="{FF2B5EF4-FFF2-40B4-BE49-F238E27FC236}">
                <a16:creationId xmlns:a16="http://schemas.microsoft.com/office/drawing/2014/main" id="{A606CBE1-16A5-A991-28CE-572CE6460700}"/>
              </a:ext>
            </a:extLst>
          </p:cNvPr>
          <p:cNvSpPr>
            <a:spLocks noGrp="1"/>
          </p:cNvSpPr>
          <p:nvPr>
            <p:ph type="body" sz="quarter" idx="35" hasCustomPrompt="1"/>
          </p:nvPr>
        </p:nvSpPr>
        <p:spPr>
          <a:xfrm>
            <a:off x="5640384" y="5096594"/>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Adresse</a:t>
            </a:r>
            <a:r>
              <a:rPr lang="en-US" dirty="0"/>
              <a:t>:</a:t>
            </a:r>
          </a:p>
        </p:txBody>
      </p:sp>
      <p:sp>
        <p:nvSpPr>
          <p:cNvPr id="17" name="Text Placeholder 17">
            <a:extLst>
              <a:ext uri="{FF2B5EF4-FFF2-40B4-BE49-F238E27FC236}">
                <a16:creationId xmlns:a16="http://schemas.microsoft.com/office/drawing/2014/main" id="{F233162E-8FC8-79EF-DACE-EEAABAE5C8BF}"/>
              </a:ext>
            </a:extLst>
          </p:cNvPr>
          <p:cNvSpPr>
            <a:spLocks noGrp="1"/>
          </p:cNvSpPr>
          <p:nvPr>
            <p:ph type="body" sz="quarter" idx="37" hasCustomPrompt="1"/>
          </p:nvPr>
        </p:nvSpPr>
        <p:spPr>
          <a:xfrm>
            <a:off x="5640384" y="5682448"/>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Website:</a:t>
            </a:r>
          </a:p>
        </p:txBody>
      </p:sp>
      <p:sp>
        <p:nvSpPr>
          <p:cNvPr id="6" name="Text Placeholder 10">
            <a:extLst>
              <a:ext uri="{FF2B5EF4-FFF2-40B4-BE49-F238E27FC236}">
                <a16:creationId xmlns:a16="http://schemas.microsoft.com/office/drawing/2014/main" id="{94C138AA-D921-3D73-EDD4-EDB939A1973D}"/>
              </a:ext>
            </a:extLst>
          </p:cNvPr>
          <p:cNvSpPr>
            <a:spLocks noGrp="1"/>
          </p:cNvSpPr>
          <p:nvPr>
            <p:ph type="body" sz="quarter" idx="27" hasCustomPrompt="1"/>
          </p:nvPr>
        </p:nvSpPr>
        <p:spPr>
          <a:xfrm>
            <a:off x="5640384" y="3430004"/>
            <a:ext cx="29421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5" name="Picture Placeholder 15">
            <a:extLst>
              <a:ext uri="{FF2B5EF4-FFF2-40B4-BE49-F238E27FC236}">
                <a16:creationId xmlns:a16="http://schemas.microsoft.com/office/drawing/2014/main" id="{6BD8C884-118A-0E95-82D4-A574C70ADABA}"/>
              </a:ext>
            </a:extLst>
          </p:cNvPr>
          <p:cNvSpPr>
            <a:spLocks noGrp="1"/>
          </p:cNvSpPr>
          <p:nvPr>
            <p:ph type="pic" sz="quarter" idx="44"/>
          </p:nvPr>
        </p:nvSpPr>
        <p:spPr>
          <a:xfrm>
            <a:off x="6232937" y="1489076"/>
            <a:ext cx="1757044" cy="1757044"/>
          </a:xfrm>
          <a:prstGeom prst="ellipse">
            <a:avLst/>
          </a:prstGeom>
        </p:spPr>
        <p:txBody>
          <a:bodyPr>
            <a:noAutofit/>
          </a:bodyPr>
          <a:lstStyle/>
          <a:p>
            <a:endParaRPr lang="en-GB"/>
          </a:p>
        </p:txBody>
      </p:sp>
      <p:sp>
        <p:nvSpPr>
          <p:cNvPr id="58" name="Text Placeholder 57">
            <a:extLst>
              <a:ext uri="{FF2B5EF4-FFF2-40B4-BE49-F238E27FC236}">
                <a16:creationId xmlns:a16="http://schemas.microsoft.com/office/drawing/2014/main" id="{95702B1A-10B4-E2D7-57AA-6F1B081BD3F9}"/>
              </a:ext>
            </a:extLst>
          </p:cNvPr>
          <p:cNvSpPr>
            <a:spLocks noGrp="1"/>
          </p:cNvSpPr>
          <p:nvPr>
            <p:ph type="body" sz="quarter" idx="49"/>
          </p:nvPr>
        </p:nvSpPr>
        <p:spPr>
          <a:xfrm>
            <a:off x="5745646" y="3978439"/>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59" name="Text Placeholder 58">
            <a:extLst>
              <a:ext uri="{FF2B5EF4-FFF2-40B4-BE49-F238E27FC236}">
                <a16:creationId xmlns:a16="http://schemas.microsoft.com/office/drawing/2014/main" id="{5F79BB66-A4C5-9B7D-8086-A82865C948F2}"/>
              </a:ext>
            </a:extLst>
          </p:cNvPr>
          <p:cNvSpPr>
            <a:spLocks noGrp="1"/>
          </p:cNvSpPr>
          <p:nvPr>
            <p:ph type="body" sz="quarter" idx="51" hasCustomPrompt="1"/>
          </p:nvPr>
        </p:nvSpPr>
        <p:spPr>
          <a:xfrm>
            <a:off x="5745646" y="4564293"/>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E-Mail:</a:t>
            </a:r>
          </a:p>
        </p:txBody>
      </p:sp>
      <p:sp>
        <p:nvSpPr>
          <p:cNvPr id="60" name="Text Placeholder 59">
            <a:extLst>
              <a:ext uri="{FF2B5EF4-FFF2-40B4-BE49-F238E27FC236}">
                <a16:creationId xmlns:a16="http://schemas.microsoft.com/office/drawing/2014/main" id="{35AE7A84-1BC7-566A-E342-9CD09F80FE78}"/>
              </a:ext>
            </a:extLst>
          </p:cNvPr>
          <p:cNvSpPr>
            <a:spLocks noGrp="1"/>
          </p:cNvSpPr>
          <p:nvPr>
            <p:ph type="body" sz="quarter" idx="52"/>
          </p:nvPr>
        </p:nvSpPr>
        <p:spPr>
          <a:xfrm>
            <a:off x="5745646" y="5150147"/>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61" name="Text Placeholder 60">
            <a:extLst>
              <a:ext uri="{FF2B5EF4-FFF2-40B4-BE49-F238E27FC236}">
                <a16:creationId xmlns:a16="http://schemas.microsoft.com/office/drawing/2014/main" id="{3FA9B9A4-F1F5-503A-CAD0-C6F638008590}"/>
              </a:ext>
            </a:extLst>
          </p:cNvPr>
          <p:cNvSpPr>
            <a:spLocks noGrp="1"/>
          </p:cNvSpPr>
          <p:nvPr>
            <p:ph type="body" sz="quarter" idx="53" hasCustomPrompt="1"/>
          </p:nvPr>
        </p:nvSpPr>
        <p:spPr>
          <a:xfrm>
            <a:off x="5745646" y="5736001"/>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Website:</a:t>
            </a:r>
          </a:p>
        </p:txBody>
      </p:sp>
      <p:sp>
        <p:nvSpPr>
          <p:cNvPr id="43" name="Text Placeholder 42">
            <a:extLst>
              <a:ext uri="{FF2B5EF4-FFF2-40B4-BE49-F238E27FC236}">
                <a16:creationId xmlns:a16="http://schemas.microsoft.com/office/drawing/2014/main" id="{EACCD593-DE84-635B-6C3E-0C7D30495A61}"/>
              </a:ext>
            </a:extLst>
          </p:cNvPr>
          <p:cNvSpPr>
            <a:spLocks noGrp="1"/>
          </p:cNvSpPr>
          <p:nvPr>
            <p:ph type="body" sz="quarter" idx="45"/>
          </p:nvPr>
        </p:nvSpPr>
        <p:spPr>
          <a:xfrm>
            <a:off x="5837954" y="4070440"/>
            <a:ext cx="169456" cy="170068"/>
          </a:xfrm>
          <a:custGeom>
            <a:avLst/>
            <a:gdLst>
              <a:gd name="csX0" fmla="*/ 44282 w 169456"/>
              <a:gd name="csY0" fmla="*/ 6504 h 170068"/>
              <a:gd name="csX1" fmla="*/ 13254 w 169456"/>
              <a:gd name="csY1" fmla="*/ 12965 h 170068"/>
              <a:gd name="csX2" fmla="*/ 10349 w 169456"/>
              <a:gd name="csY2" fmla="*/ 14360 h 170068"/>
              <a:gd name="csX3" fmla="*/ 8545 w 169456"/>
              <a:gd name="csY3" fmla="*/ 17042 h 170068"/>
              <a:gd name="csX4" fmla="*/ 8330 w 169456"/>
              <a:gd name="csY4" fmla="*/ 17690 h 170068"/>
              <a:gd name="csX5" fmla="*/ 8330 w 169456"/>
              <a:gd name="csY5" fmla="*/ 17688 h 170068"/>
              <a:gd name="csX6" fmla="*/ 8148 w 169456"/>
              <a:gd name="csY6" fmla="*/ 18369 h 170068"/>
              <a:gd name="csX7" fmla="*/ 8148 w 169456"/>
              <a:gd name="csY7" fmla="*/ 18385 h 170068"/>
              <a:gd name="csX8" fmla="*/ 8768 w 169456"/>
              <a:gd name="csY8" fmla="*/ 53978 h 170068"/>
              <a:gd name="csX9" fmla="*/ 48702 w 169456"/>
              <a:gd name="csY9" fmla="*/ 121202 h 170068"/>
              <a:gd name="csX10" fmla="*/ 115684 w 169456"/>
              <a:gd name="csY10" fmla="*/ 161272 h 170068"/>
              <a:gd name="csX11" fmla="*/ 151148 w 169456"/>
              <a:gd name="csY11" fmla="*/ 161894 h 170068"/>
              <a:gd name="csX12" fmla="*/ 151164 w 169456"/>
              <a:gd name="csY12" fmla="*/ 161894 h 170068"/>
              <a:gd name="csX13" fmla="*/ 151843 w 169456"/>
              <a:gd name="csY13" fmla="*/ 161712 h 170068"/>
              <a:gd name="csX14" fmla="*/ 151859 w 169456"/>
              <a:gd name="csY14" fmla="*/ 161712 h 170068"/>
              <a:gd name="csX15" fmla="*/ 152480 w 169456"/>
              <a:gd name="csY15" fmla="*/ 161504 h 170068"/>
              <a:gd name="csX16" fmla="*/ 155153 w 169456"/>
              <a:gd name="csY16" fmla="*/ 159694 h 170068"/>
              <a:gd name="csX17" fmla="*/ 156543 w 169456"/>
              <a:gd name="csY17" fmla="*/ 156779 h 170068"/>
              <a:gd name="csX18" fmla="*/ 162980 w 169456"/>
              <a:gd name="csY18" fmla="*/ 125638 h 170068"/>
              <a:gd name="csX19" fmla="*/ 162376 w 169456"/>
              <a:gd name="csY19" fmla="*/ 121295 h 170068"/>
              <a:gd name="csX20" fmla="*/ 159108 w 169456"/>
              <a:gd name="csY20" fmla="*/ 118388 h 170068"/>
              <a:gd name="csX21" fmla="*/ 159108 w 169456"/>
              <a:gd name="csY21" fmla="*/ 118380 h 170068"/>
              <a:gd name="csX22" fmla="*/ 126830 w 169456"/>
              <a:gd name="csY22" fmla="*/ 105275 h 170068"/>
              <a:gd name="csX23" fmla="*/ 122990 w 169456"/>
              <a:gd name="csY23" fmla="*/ 104935 h 170068"/>
              <a:gd name="csX24" fmla="*/ 119680 w 169456"/>
              <a:gd name="csY24" fmla="*/ 106912 h 170068"/>
              <a:gd name="csX25" fmla="*/ 108981 w 169456"/>
              <a:gd name="csY25" fmla="*/ 118762 h 170068"/>
              <a:gd name="csX26" fmla="*/ 101923 w 169456"/>
              <a:gd name="csY26" fmla="*/ 122698 h 170068"/>
              <a:gd name="csX27" fmla="*/ 93765 w 169456"/>
              <a:gd name="csY27" fmla="*/ 121577 h 170068"/>
              <a:gd name="csX28" fmla="*/ 67343 w 169456"/>
              <a:gd name="csY28" fmla="*/ 102510 h 170068"/>
              <a:gd name="csX29" fmla="*/ 48337 w 169456"/>
              <a:gd name="csY29" fmla="*/ 75978 h 170068"/>
              <a:gd name="csX30" fmla="*/ 47203 w 169456"/>
              <a:gd name="csY30" fmla="*/ 67782 h 170068"/>
              <a:gd name="csX31" fmla="*/ 51125 w 169456"/>
              <a:gd name="csY31" fmla="*/ 60690 h 170068"/>
              <a:gd name="csX32" fmla="*/ 62933 w 169456"/>
              <a:gd name="csY32" fmla="*/ 49952 h 170068"/>
              <a:gd name="csX33" fmla="*/ 64902 w 169456"/>
              <a:gd name="csY33" fmla="*/ 46630 h 170068"/>
              <a:gd name="csX34" fmla="*/ 64563 w 169456"/>
              <a:gd name="csY34" fmla="*/ 42777 h 170068"/>
              <a:gd name="csX35" fmla="*/ 51506 w 169456"/>
              <a:gd name="csY35" fmla="*/ 10374 h 170068"/>
              <a:gd name="csX36" fmla="*/ 48610 w 169456"/>
              <a:gd name="csY36" fmla="*/ 7110 h 170068"/>
              <a:gd name="csX37" fmla="*/ 44282 w 169456"/>
              <a:gd name="csY37" fmla="*/ 6504 h 170068"/>
              <a:gd name="csX38" fmla="*/ 42982 w 169456"/>
              <a:gd name="csY38" fmla="*/ 273 h 170068"/>
              <a:gd name="csX39" fmla="*/ 42999 w 169456"/>
              <a:gd name="csY39" fmla="*/ 273 h 170068"/>
              <a:gd name="csX40" fmla="*/ 51588 w 169456"/>
              <a:gd name="csY40" fmla="*/ 1502 h 170068"/>
              <a:gd name="csX41" fmla="*/ 57388 w 169456"/>
              <a:gd name="csY41" fmla="*/ 8005 h 170068"/>
              <a:gd name="csX42" fmla="*/ 70446 w 169456"/>
              <a:gd name="csY42" fmla="*/ 40408 h 170068"/>
              <a:gd name="csX43" fmla="*/ 71083 w 169456"/>
              <a:gd name="csY43" fmla="*/ 48057 h 170068"/>
              <a:gd name="csX44" fmla="*/ 67177 w 169456"/>
              <a:gd name="csY44" fmla="*/ 54667 h 170068"/>
              <a:gd name="csX45" fmla="*/ 55369 w 169456"/>
              <a:gd name="csY45" fmla="*/ 65405 h 170068"/>
              <a:gd name="csX46" fmla="*/ 53458 w 169456"/>
              <a:gd name="csY46" fmla="*/ 68876 h 170068"/>
              <a:gd name="csX47" fmla="*/ 54095 w 169456"/>
              <a:gd name="csY47" fmla="*/ 73336 h 170068"/>
              <a:gd name="csX48" fmla="*/ 71836 w 169456"/>
              <a:gd name="csY48" fmla="*/ 98001 h 170068"/>
              <a:gd name="csX49" fmla="*/ 96369 w 169456"/>
              <a:gd name="csY49" fmla="*/ 115764 h 170068"/>
              <a:gd name="csX50" fmla="*/ 100829 w 169456"/>
              <a:gd name="csY50" fmla="*/ 116412 h 170068"/>
              <a:gd name="csX51" fmla="*/ 104288 w 169456"/>
              <a:gd name="csY51" fmla="*/ 114493 h 170068"/>
              <a:gd name="csX52" fmla="*/ 114987 w 169456"/>
              <a:gd name="csY52" fmla="*/ 102643 h 170068"/>
              <a:gd name="csX53" fmla="*/ 121574 w 169456"/>
              <a:gd name="csY53" fmla="*/ 98723 h 170068"/>
              <a:gd name="csX54" fmla="*/ 129195 w 169456"/>
              <a:gd name="csY54" fmla="*/ 99363 h 170068"/>
              <a:gd name="csX55" fmla="*/ 161481 w 169456"/>
              <a:gd name="csY55" fmla="*/ 112467 h 170068"/>
              <a:gd name="csX56" fmla="*/ 161490 w 169456"/>
              <a:gd name="csY56" fmla="*/ 112467 h 170068"/>
              <a:gd name="csX57" fmla="*/ 167960 w 169456"/>
              <a:gd name="csY57" fmla="*/ 118289 h 170068"/>
              <a:gd name="csX58" fmla="*/ 169185 w 169456"/>
              <a:gd name="csY58" fmla="*/ 126917 h 170068"/>
              <a:gd name="csX59" fmla="*/ 162739 w 169456"/>
              <a:gd name="csY59" fmla="*/ 158075 h 170068"/>
              <a:gd name="csX60" fmla="*/ 159934 w 169456"/>
              <a:gd name="csY60" fmla="*/ 163855 h 170068"/>
              <a:gd name="csX61" fmla="*/ 154655 w 169456"/>
              <a:gd name="csY61" fmla="*/ 167484 h 170068"/>
              <a:gd name="csX62" fmla="*/ 153645 w 169456"/>
              <a:gd name="csY62" fmla="*/ 167816 h 170068"/>
              <a:gd name="csX63" fmla="*/ 152603 w 169456"/>
              <a:gd name="csY63" fmla="*/ 168098 h 170068"/>
              <a:gd name="csX64" fmla="*/ 114209 w 169456"/>
              <a:gd name="csY64" fmla="*/ 167475 h 170068"/>
              <a:gd name="csX65" fmla="*/ 44207 w 169456"/>
              <a:gd name="csY65" fmla="*/ 125705 h 170068"/>
              <a:gd name="csX66" fmla="*/ 2587 w 169456"/>
              <a:gd name="csY66" fmla="*/ 55441 h 170068"/>
              <a:gd name="csX67" fmla="*/ 1966 w 169456"/>
              <a:gd name="csY67" fmla="*/ 16908 h 170068"/>
              <a:gd name="csX68" fmla="*/ 1966 w 169456"/>
              <a:gd name="csY68" fmla="*/ 16907 h 170068"/>
              <a:gd name="csX69" fmla="*/ 2248 w 169456"/>
              <a:gd name="csY69" fmla="*/ 15861 h 170068"/>
              <a:gd name="csX70" fmla="*/ 2579 w 169456"/>
              <a:gd name="csY70" fmla="*/ 14847 h 170068"/>
              <a:gd name="csX71" fmla="*/ 6195 w 169456"/>
              <a:gd name="csY71" fmla="*/ 9549 h 170068"/>
              <a:gd name="csX72" fmla="*/ 11954 w 169456"/>
              <a:gd name="csY72" fmla="*/ 6734 h 170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69456" h="170068">
                <a:moveTo>
                  <a:pt x="44282" y="6504"/>
                </a:moveTo>
                <a:lnTo>
                  <a:pt x="13254" y="12965"/>
                </a:lnTo>
                <a:cubicBezTo>
                  <a:pt x="12120" y="13197"/>
                  <a:pt x="11135" y="13679"/>
                  <a:pt x="10349" y="14360"/>
                </a:cubicBezTo>
                <a:cubicBezTo>
                  <a:pt x="9563" y="15041"/>
                  <a:pt x="8943" y="15946"/>
                  <a:pt x="8545" y="17042"/>
                </a:cubicBezTo>
                <a:cubicBezTo>
                  <a:pt x="8463" y="17250"/>
                  <a:pt x="8396" y="17466"/>
                  <a:pt x="8330" y="17690"/>
                </a:cubicBezTo>
                <a:lnTo>
                  <a:pt x="8330" y="17688"/>
                </a:lnTo>
                <a:cubicBezTo>
                  <a:pt x="8263" y="17903"/>
                  <a:pt x="8205" y="18136"/>
                  <a:pt x="8148" y="18369"/>
                </a:cubicBezTo>
                <a:lnTo>
                  <a:pt x="8148" y="18385"/>
                </a:lnTo>
                <a:cubicBezTo>
                  <a:pt x="5467" y="29721"/>
                  <a:pt x="5897" y="41805"/>
                  <a:pt x="8768" y="53978"/>
                </a:cubicBezTo>
                <a:cubicBezTo>
                  <a:pt x="14378" y="77703"/>
                  <a:pt x="29272" y="101694"/>
                  <a:pt x="48702" y="121202"/>
                </a:cubicBezTo>
                <a:cubicBezTo>
                  <a:pt x="68130" y="140693"/>
                  <a:pt x="92044" y="155640"/>
                  <a:pt x="115684" y="161272"/>
                </a:cubicBezTo>
                <a:cubicBezTo>
                  <a:pt x="127814" y="164162"/>
                  <a:pt x="139853" y="164585"/>
                  <a:pt x="151148" y="161894"/>
                </a:cubicBezTo>
                <a:lnTo>
                  <a:pt x="151164" y="161894"/>
                </a:lnTo>
                <a:cubicBezTo>
                  <a:pt x="151396" y="161836"/>
                  <a:pt x="151628" y="161778"/>
                  <a:pt x="151843" y="161712"/>
                </a:cubicBezTo>
                <a:lnTo>
                  <a:pt x="151859" y="161712"/>
                </a:lnTo>
                <a:cubicBezTo>
                  <a:pt x="152033" y="161662"/>
                  <a:pt x="152240" y="161587"/>
                  <a:pt x="152480" y="161504"/>
                </a:cubicBezTo>
                <a:cubicBezTo>
                  <a:pt x="153572" y="161106"/>
                  <a:pt x="154474" y="160483"/>
                  <a:pt x="155153" y="159694"/>
                </a:cubicBezTo>
                <a:cubicBezTo>
                  <a:pt x="155831" y="158905"/>
                  <a:pt x="156311" y="157917"/>
                  <a:pt x="156543" y="156779"/>
                </a:cubicBezTo>
                <a:lnTo>
                  <a:pt x="162980" y="125638"/>
                </a:lnTo>
                <a:cubicBezTo>
                  <a:pt x="163303" y="124094"/>
                  <a:pt x="163055" y="122574"/>
                  <a:pt x="162376" y="121295"/>
                </a:cubicBezTo>
                <a:cubicBezTo>
                  <a:pt x="161698" y="120024"/>
                  <a:pt x="160573" y="118978"/>
                  <a:pt x="159108" y="118388"/>
                </a:cubicBezTo>
                <a:lnTo>
                  <a:pt x="159108" y="118380"/>
                </a:lnTo>
                <a:lnTo>
                  <a:pt x="126830" y="105275"/>
                </a:lnTo>
                <a:cubicBezTo>
                  <a:pt x="125547" y="104752"/>
                  <a:pt x="124215" y="104653"/>
                  <a:pt x="122990" y="104935"/>
                </a:cubicBezTo>
                <a:cubicBezTo>
                  <a:pt x="121757" y="105217"/>
                  <a:pt x="120607" y="105890"/>
                  <a:pt x="119680" y="106912"/>
                </a:cubicBezTo>
                <a:lnTo>
                  <a:pt x="108981" y="118762"/>
                </a:lnTo>
                <a:cubicBezTo>
                  <a:pt x="107020" y="120938"/>
                  <a:pt x="104555" y="122233"/>
                  <a:pt x="101923" y="122698"/>
                </a:cubicBezTo>
                <a:cubicBezTo>
                  <a:pt x="99242" y="123172"/>
                  <a:pt x="96404" y="122781"/>
                  <a:pt x="93765" y="121577"/>
                </a:cubicBezTo>
                <a:cubicBezTo>
                  <a:pt x="84679" y="117433"/>
                  <a:pt x="75379" y="110574"/>
                  <a:pt x="67343" y="102510"/>
                </a:cubicBezTo>
                <a:cubicBezTo>
                  <a:pt x="59308" y="94446"/>
                  <a:pt x="52474" y="85104"/>
                  <a:pt x="48337" y="75978"/>
                </a:cubicBezTo>
                <a:cubicBezTo>
                  <a:pt x="47129" y="73313"/>
                  <a:pt x="46731" y="70464"/>
                  <a:pt x="47203" y="67782"/>
                </a:cubicBezTo>
                <a:cubicBezTo>
                  <a:pt x="47666" y="65133"/>
                  <a:pt x="48957" y="62658"/>
                  <a:pt x="51125" y="60690"/>
                </a:cubicBezTo>
                <a:lnTo>
                  <a:pt x="62933" y="49952"/>
                </a:lnTo>
                <a:cubicBezTo>
                  <a:pt x="63951" y="49030"/>
                  <a:pt x="64613" y="47868"/>
                  <a:pt x="64902" y="46630"/>
                </a:cubicBezTo>
                <a:cubicBezTo>
                  <a:pt x="65184" y="45393"/>
                  <a:pt x="65084" y="44064"/>
                  <a:pt x="64563" y="42777"/>
                </a:cubicBezTo>
                <a:lnTo>
                  <a:pt x="51506" y="10374"/>
                </a:lnTo>
                <a:cubicBezTo>
                  <a:pt x="50918" y="8920"/>
                  <a:pt x="49876" y="7791"/>
                  <a:pt x="48610" y="7110"/>
                </a:cubicBezTo>
                <a:cubicBezTo>
                  <a:pt x="47335" y="6429"/>
                  <a:pt x="45821" y="6188"/>
                  <a:pt x="44282" y="6504"/>
                </a:cubicBezTo>
                <a:close/>
                <a:moveTo>
                  <a:pt x="42982" y="273"/>
                </a:moveTo>
                <a:lnTo>
                  <a:pt x="42999" y="273"/>
                </a:lnTo>
                <a:cubicBezTo>
                  <a:pt x="46019" y="-358"/>
                  <a:pt x="49031" y="132"/>
                  <a:pt x="51588" y="1502"/>
                </a:cubicBezTo>
                <a:cubicBezTo>
                  <a:pt x="54145" y="2872"/>
                  <a:pt x="56230" y="5123"/>
                  <a:pt x="57388" y="8005"/>
                </a:cubicBezTo>
                <a:lnTo>
                  <a:pt x="70446" y="40408"/>
                </a:lnTo>
                <a:cubicBezTo>
                  <a:pt x="71455" y="42924"/>
                  <a:pt x="71654" y="45574"/>
                  <a:pt x="71083" y="48057"/>
                </a:cubicBezTo>
                <a:cubicBezTo>
                  <a:pt x="70520" y="50531"/>
                  <a:pt x="69196" y="52832"/>
                  <a:pt x="67177" y="54667"/>
                </a:cubicBezTo>
                <a:lnTo>
                  <a:pt x="55369" y="65405"/>
                </a:lnTo>
                <a:cubicBezTo>
                  <a:pt x="54319" y="66360"/>
                  <a:pt x="53690" y="67572"/>
                  <a:pt x="53458" y="68876"/>
                </a:cubicBezTo>
                <a:cubicBezTo>
                  <a:pt x="53210" y="70313"/>
                  <a:pt x="53433" y="71865"/>
                  <a:pt x="54095" y="73336"/>
                </a:cubicBezTo>
                <a:cubicBezTo>
                  <a:pt x="57901" y="81723"/>
                  <a:pt x="64289" y="90418"/>
                  <a:pt x="71836" y="98001"/>
                </a:cubicBezTo>
                <a:cubicBezTo>
                  <a:pt x="79374" y="105566"/>
                  <a:pt x="88012" y="111952"/>
                  <a:pt x="96369" y="115764"/>
                </a:cubicBezTo>
                <a:cubicBezTo>
                  <a:pt x="97850" y="116437"/>
                  <a:pt x="99406" y="116669"/>
                  <a:pt x="100829" y="116412"/>
                </a:cubicBezTo>
                <a:cubicBezTo>
                  <a:pt x="102129" y="116187"/>
                  <a:pt x="103337" y="115548"/>
                  <a:pt x="104288" y="114493"/>
                </a:cubicBezTo>
                <a:lnTo>
                  <a:pt x="114987" y="102643"/>
                </a:lnTo>
                <a:cubicBezTo>
                  <a:pt x="116808" y="100625"/>
                  <a:pt x="119108" y="99296"/>
                  <a:pt x="121574" y="98723"/>
                </a:cubicBezTo>
                <a:cubicBezTo>
                  <a:pt x="124048" y="98150"/>
                  <a:pt x="126687" y="98349"/>
                  <a:pt x="129195" y="99363"/>
                </a:cubicBezTo>
                <a:lnTo>
                  <a:pt x="161481" y="112467"/>
                </a:lnTo>
                <a:lnTo>
                  <a:pt x="161490" y="112467"/>
                </a:lnTo>
                <a:cubicBezTo>
                  <a:pt x="164353" y="113630"/>
                  <a:pt x="166595" y="115722"/>
                  <a:pt x="167960" y="118289"/>
                </a:cubicBezTo>
                <a:cubicBezTo>
                  <a:pt x="169325" y="120846"/>
                  <a:pt x="169814" y="123877"/>
                  <a:pt x="169185" y="126917"/>
                </a:cubicBezTo>
                <a:lnTo>
                  <a:pt x="162739" y="158075"/>
                </a:lnTo>
                <a:cubicBezTo>
                  <a:pt x="162284" y="160284"/>
                  <a:pt x="161316" y="162243"/>
                  <a:pt x="159934" y="163855"/>
                </a:cubicBezTo>
                <a:cubicBezTo>
                  <a:pt x="158552" y="165466"/>
                  <a:pt x="156756" y="166711"/>
                  <a:pt x="154655" y="167484"/>
                </a:cubicBezTo>
                <a:cubicBezTo>
                  <a:pt x="154365" y="167592"/>
                  <a:pt x="154026" y="167700"/>
                  <a:pt x="153645" y="167816"/>
                </a:cubicBezTo>
                <a:cubicBezTo>
                  <a:pt x="153306" y="167915"/>
                  <a:pt x="152958" y="168015"/>
                  <a:pt x="152603" y="168098"/>
                </a:cubicBezTo>
                <a:cubicBezTo>
                  <a:pt x="140299" y="171030"/>
                  <a:pt x="127266" y="170581"/>
                  <a:pt x="114209" y="167475"/>
                </a:cubicBezTo>
                <a:cubicBezTo>
                  <a:pt x="89402" y="161563"/>
                  <a:pt x="64421" y="145993"/>
                  <a:pt x="44207" y="125705"/>
                </a:cubicBezTo>
                <a:cubicBezTo>
                  <a:pt x="23992" y="105417"/>
                  <a:pt x="8478" y="80346"/>
                  <a:pt x="2587" y="55441"/>
                </a:cubicBezTo>
                <a:cubicBezTo>
                  <a:pt x="-516" y="42336"/>
                  <a:pt x="-955" y="29257"/>
                  <a:pt x="1966" y="16908"/>
                </a:cubicBezTo>
                <a:lnTo>
                  <a:pt x="1966" y="16907"/>
                </a:lnTo>
                <a:cubicBezTo>
                  <a:pt x="2049" y="16550"/>
                  <a:pt x="2140" y="16201"/>
                  <a:pt x="2248" y="15861"/>
                </a:cubicBezTo>
                <a:cubicBezTo>
                  <a:pt x="2347" y="15520"/>
                  <a:pt x="2463" y="15180"/>
                  <a:pt x="2579" y="14847"/>
                </a:cubicBezTo>
                <a:cubicBezTo>
                  <a:pt x="3348" y="12738"/>
                  <a:pt x="4590" y="10936"/>
                  <a:pt x="6195" y="9549"/>
                </a:cubicBezTo>
                <a:cubicBezTo>
                  <a:pt x="7800" y="8162"/>
                  <a:pt x="9753" y="7191"/>
                  <a:pt x="11954" y="6734"/>
                </a:cubicBezTo>
                <a:close/>
              </a:path>
            </a:pathLst>
          </a:custGeom>
          <a:solidFill>
            <a:schemeClr val="bg1"/>
          </a:solidFill>
          <a:effectLst/>
        </p:spPr>
        <p:txBody>
          <a:bodyPr vert="horz" wrap="square" lIns="144000" tIns="144000" rIns="144000" bIns="144000" rtlCol="0" anchor="ctr">
            <a:noAutofit/>
          </a:bodyPr>
          <a:lstStyle>
            <a:lvl1pPr>
              <a:buNone/>
              <a:defRPr lang="en-US" sz="100" smtClean="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endParaRPr lang="en-US" dirty="0"/>
          </a:p>
        </p:txBody>
      </p:sp>
      <p:sp>
        <p:nvSpPr>
          <p:cNvPr id="47" name="Text Placeholder 46">
            <a:extLst>
              <a:ext uri="{FF2B5EF4-FFF2-40B4-BE49-F238E27FC236}">
                <a16:creationId xmlns:a16="http://schemas.microsoft.com/office/drawing/2014/main" id="{65205D9A-78CB-42EA-D56B-46556C049F3B}"/>
              </a:ext>
            </a:extLst>
          </p:cNvPr>
          <p:cNvSpPr>
            <a:spLocks noGrp="1"/>
          </p:cNvSpPr>
          <p:nvPr>
            <p:ph type="body" sz="quarter" idx="46" hasCustomPrompt="1"/>
          </p:nvPr>
        </p:nvSpPr>
        <p:spPr>
          <a:xfrm>
            <a:off x="5844505" y="4689028"/>
            <a:ext cx="156354" cy="104600"/>
          </a:xfrm>
          <a:custGeom>
            <a:avLst/>
            <a:gdLst>
              <a:gd name="csX0" fmla="*/ 7272 w 156354"/>
              <a:gd name="csY0" fmla="*/ 11102 h 104600"/>
              <a:gd name="csX1" fmla="*/ 7272 w 156354"/>
              <a:gd name="csY1" fmla="*/ 97386 h 104600"/>
              <a:gd name="csX2" fmla="*/ 149082 w 156354"/>
              <a:gd name="csY2" fmla="*/ 97386 h 104600"/>
              <a:gd name="csX3" fmla="*/ 149082 w 156354"/>
              <a:gd name="csY3" fmla="*/ 11102 h 104600"/>
              <a:gd name="csX4" fmla="*/ 80450 w 156354"/>
              <a:gd name="csY4" fmla="*/ 65879 h 104600"/>
              <a:gd name="csX5" fmla="*/ 75904 w 156354"/>
              <a:gd name="csY5" fmla="*/ 65879 h 104600"/>
              <a:gd name="csX6" fmla="*/ 13976 w 156354"/>
              <a:gd name="csY6" fmla="*/ 7214 h 104600"/>
              <a:gd name="csX7" fmla="*/ 78177 w 156354"/>
              <a:gd name="csY7" fmla="*/ 58502 h 104600"/>
              <a:gd name="csX8" fmla="*/ 142378 w 156354"/>
              <a:gd name="csY8" fmla="*/ 7214 h 104600"/>
              <a:gd name="csX9" fmla="*/ 3636 w 156354"/>
              <a:gd name="csY9" fmla="*/ 0 h 104600"/>
              <a:gd name="csX10" fmla="*/ 152718 w 156354"/>
              <a:gd name="csY10" fmla="*/ 0 h 104600"/>
              <a:gd name="csX11" fmla="*/ 156354 w 156354"/>
              <a:gd name="csY11" fmla="*/ 3607 h 104600"/>
              <a:gd name="csX12" fmla="*/ 156354 w 156354"/>
              <a:gd name="csY12" fmla="*/ 100993 h 104600"/>
              <a:gd name="csX13" fmla="*/ 152718 w 156354"/>
              <a:gd name="csY13" fmla="*/ 104600 h 104600"/>
              <a:gd name="csX14" fmla="*/ 3636 w 156354"/>
              <a:gd name="csY14" fmla="*/ 104600 h 104600"/>
              <a:gd name="csX15" fmla="*/ 0 w 156354"/>
              <a:gd name="csY15" fmla="*/ 100993 h 104600"/>
              <a:gd name="csX16" fmla="*/ 0 w 156354"/>
              <a:gd name="csY16" fmla="*/ 3607 h 104600"/>
              <a:gd name="csX17" fmla="*/ 3636 w 156354"/>
              <a:gd name="csY17" fmla="*/ 0 h 104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56354" h="104600">
                <a:moveTo>
                  <a:pt x="7272" y="11102"/>
                </a:moveTo>
                <a:lnTo>
                  <a:pt x="7272" y="97386"/>
                </a:lnTo>
                <a:lnTo>
                  <a:pt x="149082" y="97386"/>
                </a:lnTo>
                <a:lnTo>
                  <a:pt x="149082" y="11102"/>
                </a:lnTo>
                <a:lnTo>
                  <a:pt x="80450" y="65879"/>
                </a:lnTo>
                <a:cubicBezTo>
                  <a:pt x="79121" y="66943"/>
                  <a:pt x="77233" y="66943"/>
                  <a:pt x="75904" y="65879"/>
                </a:cubicBezTo>
                <a:close/>
                <a:moveTo>
                  <a:pt x="13976" y="7214"/>
                </a:moveTo>
                <a:lnTo>
                  <a:pt x="78177" y="58502"/>
                </a:lnTo>
                <a:lnTo>
                  <a:pt x="142378" y="7214"/>
                </a:lnTo>
                <a:close/>
                <a:moveTo>
                  <a:pt x="3636" y="0"/>
                </a:moveTo>
                <a:lnTo>
                  <a:pt x="152718" y="0"/>
                </a:lnTo>
                <a:cubicBezTo>
                  <a:pt x="154726" y="0"/>
                  <a:pt x="156354" y="1616"/>
                  <a:pt x="156354" y="3607"/>
                </a:cubicBezTo>
                <a:lnTo>
                  <a:pt x="156354" y="100993"/>
                </a:lnTo>
                <a:cubicBezTo>
                  <a:pt x="156354" y="102995"/>
                  <a:pt x="154726" y="104600"/>
                  <a:pt x="152718" y="104600"/>
                </a:cubicBezTo>
                <a:lnTo>
                  <a:pt x="3636" y="104600"/>
                </a:lnTo>
                <a:cubicBezTo>
                  <a:pt x="1628" y="104600"/>
                  <a:pt x="0" y="102995"/>
                  <a:pt x="0" y="100993"/>
                </a:cubicBezTo>
                <a:lnTo>
                  <a:pt x="0" y="3607"/>
                </a:lnTo>
                <a:cubicBezTo>
                  <a:pt x="0" y="1616"/>
                  <a:pt x="1628" y="0"/>
                  <a:pt x="3636" y="0"/>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E-Mail:</a:t>
            </a:r>
          </a:p>
        </p:txBody>
      </p:sp>
      <p:sp>
        <p:nvSpPr>
          <p:cNvPr id="48" name="Text Placeholder 47">
            <a:extLst>
              <a:ext uri="{FF2B5EF4-FFF2-40B4-BE49-F238E27FC236}">
                <a16:creationId xmlns:a16="http://schemas.microsoft.com/office/drawing/2014/main" id="{D87C7806-4F84-997B-FF0A-F821B23858AF}"/>
              </a:ext>
            </a:extLst>
          </p:cNvPr>
          <p:cNvSpPr>
            <a:spLocks noGrp="1"/>
          </p:cNvSpPr>
          <p:nvPr>
            <p:ph type="body" sz="quarter" idx="47"/>
          </p:nvPr>
        </p:nvSpPr>
        <p:spPr>
          <a:xfrm>
            <a:off x="5853398" y="5247830"/>
            <a:ext cx="138568" cy="158705"/>
          </a:xfrm>
          <a:custGeom>
            <a:avLst/>
            <a:gdLst>
              <a:gd name="csX0" fmla="*/ 47720 w 138568"/>
              <a:gd name="csY0" fmla="*/ 92965 h 158705"/>
              <a:gd name="csX1" fmla="*/ 47720 w 138568"/>
              <a:gd name="csY1" fmla="*/ 151120 h 158705"/>
              <a:gd name="csX2" fmla="*/ 90851 w 138568"/>
              <a:gd name="csY2" fmla="*/ 151120 h 158705"/>
              <a:gd name="csX3" fmla="*/ 90851 w 138568"/>
              <a:gd name="csY3" fmla="*/ 92965 h 158705"/>
              <a:gd name="csX4" fmla="*/ 69284 w 138568"/>
              <a:gd name="csY4" fmla="*/ 8544 h 158705"/>
              <a:gd name="csX5" fmla="*/ 7560 w 138568"/>
              <a:gd name="csY5" fmla="*/ 55192 h 158705"/>
              <a:gd name="csX6" fmla="*/ 7560 w 138568"/>
              <a:gd name="csY6" fmla="*/ 151120 h 158705"/>
              <a:gd name="csX7" fmla="*/ 40162 w 138568"/>
              <a:gd name="csY7" fmla="*/ 151120 h 158705"/>
              <a:gd name="csX8" fmla="*/ 40162 w 138568"/>
              <a:gd name="csY8" fmla="*/ 89173 h 158705"/>
              <a:gd name="csX9" fmla="*/ 43941 w 138568"/>
              <a:gd name="csY9" fmla="*/ 85380 h 158705"/>
              <a:gd name="csX10" fmla="*/ 94630 w 138568"/>
              <a:gd name="csY10" fmla="*/ 85380 h 158705"/>
              <a:gd name="csX11" fmla="*/ 98409 w 138568"/>
              <a:gd name="csY11" fmla="*/ 89173 h 158705"/>
              <a:gd name="csX12" fmla="*/ 98409 w 138568"/>
              <a:gd name="csY12" fmla="*/ 151120 h 158705"/>
              <a:gd name="csX13" fmla="*/ 131011 w 138568"/>
              <a:gd name="csY13" fmla="*/ 151120 h 158705"/>
              <a:gd name="csX14" fmla="*/ 131009 w 138568"/>
              <a:gd name="csY14" fmla="*/ 55192 h 158705"/>
              <a:gd name="csX15" fmla="*/ 67010 w 138568"/>
              <a:gd name="csY15" fmla="*/ 762 h 158705"/>
              <a:gd name="csX16" fmla="*/ 71560 w 138568"/>
              <a:gd name="csY16" fmla="*/ 762 h 158705"/>
              <a:gd name="csX17" fmla="*/ 137066 w 138568"/>
              <a:gd name="csY17" fmla="*/ 50269 h 158705"/>
              <a:gd name="csX18" fmla="*/ 137064 w 138568"/>
              <a:gd name="csY18" fmla="*/ 50270 h 158705"/>
              <a:gd name="csX19" fmla="*/ 138568 w 138568"/>
              <a:gd name="csY19" fmla="*/ 53304 h 158705"/>
              <a:gd name="csX20" fmla="*/ 138568 w 138568"/>
              <a:gd name="csY20" fmla="*/ 154912 h 158705"/>
              <a:gd name="csX21" fmla="*/ 134789 w 138568"/>
              <a:gd name="csY21" fmla="*/ 158705 h 158705"/>
              <a:gd name="csX22" fmla="*/ 3779 w 138568"/>
              <a:gd name="csY22" fmla="*/ 158705 h 158705"/>
              <a:gd name="csX23" fmla="*/ 0 w 138568"/>
              <a:gd name="csY23" fmla="*/ 154912 h 158705"/>
              <a:gd name="csX24" fmla="*/ 0 w 138568"/>
              <a:gd name="csY24" fmla="*/ 53296 h 158705"/>
              <a:gd name="csX25" fmla="*/ 1504 w 138568"/>
              <a:gd name="csY25" fmla="*/ 50269 h 1587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38568" h="158705">
                <a:moveTo>
                  <a:pt x="47720" y="92965"/>
                </a:moveTo>
                <a:lnTo>
                  <a:pt x="47720" y="151120"/>
                </a:lnTo>
                <a:lnTo>
                  <a:pt x="90851" y="151120"/>
                </a:lnTo>
                <a:lnTo>
                  <a:pt x="90851" y="92965"/>
                </a:lnTo>
                <a:close/>
                <a:moveTo>
                  <a:pt x="69284" y="8544"/>
                </a:moveTo>
                <a:lnTo>
                  <a:pt x="7560" y="55192"/>
                </a:lnTo>
                <a:lnTo>
                  <a:pt x="7560" y="151120"/>
                </a:lnTo>
                <a:lnTo>
                  <a:pt x="40162" y="151120"/>
                </a:lnTo>
                <a:lnTo>
                  <a:pt x="40162" y="89173"/>
                </a:lnTo>
                <a:cubicBezTo>
                  <a:pt x="40162" y="87079"/>
                  <a:pt x="41855" y="85380"/>
                  <a:pt x="43941" y="85380"/>
                </a:cubicBezTo>
                <a:lnTo>
                  <a:pt x="94630" y="85380"/>
                </a:lnTo>
                <a:cubicBezTo>
                  <a:pt x="96716" y="85380"/>
                  <a:pt x="98409" y="87079"/>
                  <a:pt x="98409" y="89173"/>
                </a:cubicBezTo>
                <a:lnTo>
                  <a:pt x="98409" y="151120"/>
                </a:lnTo>
                <a:lnTo>
                  <a:pt x="131011" y="151120"/>
                </a:lnTo>
                <a:lnTo>
                  <a:pt x="131009" y="55192"/>
                </a:lnTo>
                <a:close/>
                <a:moveTo>
                  <a:pt x="67010" y="762"/>
                </a:moveTo>
                <a:cubicBezTo>
                  <a:pt x="68363" y="-254"/>
                  <a:pt x="70215" y="-254"/>
                  <a:pt x="71560" y="762"/>
                </a:cubicBezTo>
                <a:lnTo>
                  <a:pt x="137066" y="50269"/>
                </a:lnTo>
                <a:lnTo>
                  <a:pt x="137064" y="50270"/>
                </a:lnTo>
                <a:cubicBezTo>
                  <a:pt x="138016" y="50990"/>
                  <a:pt x="138568" y="52113"/>
                  <a:pt x="138568" y="53304"/>
                </a:cubicBezTo>
                <a:lnTo>
                  <a:pt x="138568" y="154912"/>
                </a:lnTo>
                <a:cubicBezTo>
                  <a:pt x="138568" y="157006"/>
                  <a:pt x="136875" y="158705"/>
                  <a:pt x="134789" y="158705"/>
                </a:cubicBezTo>
                <a:lnTo>
                  <a:pt x="3779" y="158705"/>
                </a:lnTo>
                <a:cubicBezTo>
                  <a:pt x="1693" y="158705"/>
                  <a:pt x="0" y="157006"/>
                  <a:pt x="0" y="154912"/>
                </a:cubicBezTo>
                <a:lnTo>
                  <a:pt x="0" y="53296"/>
                </a:lnTo>
                <a:cubicBezTo>
                  <a:pt x="0" y="52105"/>
                  <a:pt x="559" y="50982"/>
                  <a:pt x="1504" y="50269"/>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endParaRPr lang="en-US" dirty="0"/>
          </a:p>
        </p:txBody>
      </p:sp>
      <p:sp>
        <p:nvSpPr>
          <p:cNvPr id="49" name="Text Placeholder 48">
            <a:extLst>
              <a:ext uri="{FF2B5EF4-FFF2-40B4-BE49-F238E27FC236}">
                <a16:creationId xmlns:a16="http://schemas.microsoft.com/office/drawing/2014/main" id="{A5773286-5C77-589A-BF10-5B3D8BA1E930}"/>
              </a:ext>
            </a:extLst>
          </p:cNvPr>
          <p:cNvSpPr>
            <a:spLocks noGrp="1"/>
          </p:cNvSpPr>
          <p:nvPr>
            <p:ph type="body" sz="quarter" idx="48" hasCustomPrompt="1"/>
          </p:nvPr>
        </p:nvSpPr>
        <p:spPr>
          <a:xfrm>
            <a:off x="5830873" y="5820895"/>
            <a:ext cx="183618" cy="184282"/>
          </a:xfrm>
          <a:custGeom>
            <a:avLst/>
            <a:gdLst>
              <a:gd name="csX0" fmla="*/ 138423 w 183618"/>
              <a:gd name="csY0" fmla="*/ 143458 h 184282"/>
              <a:gd name="csX1" fmla="*/ 129506 w 183618"/>
              <a:gd name="csY1" fmla="*/ 165898 h 184282"/>
              <a:gd name="csX2" fmla="*/ 152500 w 183618"/>
              <a:gd name="csY2" fmla="*/ 148341 h 184282"/>
              <a:gd name="csX3" fmla="*/ 152509 w 183618"/>
              <a:gd name="csY3" fmla="*/ 148341 h 184282"/>
              <a:gd name="csX4" fmla="*/ 138441 w 183618"/>
              <a:gd name="csY4" fmla="*/ 143467 h 184282"/>
              <a:gd name="csX5" fmla="*/ 138423 w 183618"/>
              <a:gd name="csY5" fmla="*/ 143467 h 184282"/>
              <a:gd name="csX6" fmla="*/ 45174 w 183618"/>
              <a:gd name="csY6" fmla="*/ 143458 h 184282"/>
              <a:gd name="csX7" fmla="*/ 31115 w 183618"/>
              <a:gd name="csY7" fmla="*/ 148350 h 184282"/>
              <a:gd name="csX8" fmla="*/ 31124 w 183618"/>
              <a:gd name="csY8" fmla="*/ 148350 h 184282"/>
              <a:gd name="csX9" fmla="*/ 54100 w 183618"/>
              <a:gd name="csY9" fmla="*/ 165898 h 184282"/>
              <a:gd name="csX10" fmla="*/ 54109 w 183618"/>
              <a:gd name="csY10" fmla="*/ 165898 h 184282"/>
              <a:gd name="csX11" fmla="*/ 45192 w 183618"/>
              <a:gd name="csY11" fmla="*/ 143467 h 184282"/>
              <a:gd name="csX12" fmla="*/ 87255 w 183618"/>
              <a:gd name="csY12" fmla="*/ 137454 h 184282"/>
              <a:gd name="csX13" fmla="*/ 54064 w 183618"/>
              <a:gd name="csY13" fmla="*/ 141259 h 184282"/>
              <a:gd name="csX14" fmla="*/ 54073 w 183618"/>
              <a:gd name="csY14" fmla="*/ 141259 h 184282"/>
              <a:gd name="csX15" fmla="*/ 68822 w 183618"/>
              <a:gd name="csY15" fmla="*/ 171769 h 184282"/>
              <a:gd name="csX16" fmla="*/ 68830 w 183618"/>
              <a:gd name="csY16" fmla="*/ 171769 h 184282"/>
              <a:gd name="csX17" fmla="*/ 87264 w 183618"/>
              <a:gd name="csY17" fmla="*/ 174892 h 184282"/>
              <a:gd name="csX18" fmla="*/ 87264 w 183618"/>
              <a:gd name="csY18" fmla="*/ 137462 h 184282"/>
              <a:gd name="csX19" fmla="*/ 87255 w 183618"/>
              <a:gd name="csY19" fmla="*/ 137462 h 184282"/>
              <a:gd name="csX20" fmla="*/ 96351 w 183618"/>
              <a:gd name="csY20" fmla="*/ 137453 h 184282"/>
              <a:gd name="csX21" fmla="*/ 96350 w 183618"/>
              <a:gd name="csY21" fmla="*/ 174892 h 184282"/>
              <a:gd name="csX22" fmla="*/ 114775 w 183618"/>
              <a:gd name="csY22" fmla="*/ 171768 h 184282"/>
              <a:gd name="csX23" fmla="*/ 114793 w 183618"/>
              <a:gd name="csY23" fmla="*/ 171768 h 184282"/>
              <a:gd name="csX24" fmla="*/ 129541 w 183618"/>
              <a:gd name="csY24" fmla="*/ 141250 h 184282"/>
              <a:gd name="csX25" fmla="*/ 129550 w 183618"/>
              <a:gd name="csY25" fmla="*/ 141250 h 184282"/>
              <a:gd name="csX26" fmla="*/ 96360 w 183618"/>
              <a:gd name="csY26" fmla="*/ 137462 h 184282"/>
              <a:gd name="csX27" fmla="*/ 96351 w 183618"/>
              <a:gd name="csY27" fmla="*/ 137462 h 184282"/>
              <a:gd name="csX28" fmla="*/ 96353 w 183618"/>
              <a:gd name="csY28" fmla="*/ 96709 h 184282"/>
              <a:gd name="csX29" fmla="*/ 96351 w 183618"/>
              <a:gd name="csY29" fmla="*/ 128199 h 184282"/>
              <a:gd name="csX30" fmla="*/ 96360 w 183618"/>
              <a:gd name="csY30" fmla="*/ 128190 h 184282"/>
              <a:gd name="csX31" fmla="*/ 131886 w 183618"/>
              <a:gd name="csY31" fmla="*/ 132373 h 184282"/>
              <a:gd name="csX32" fmla="*/ 136197 w 183618"/>
              <a:gd name="csY32" fmla="*/ 96709 h 184282"/>
              <a:gd name="csX33" fmla="*/ 47422 w 183618"/>
              <a:gd name="csY33" fmla="*/ 96708 h 184282"/>
              <a:gd name="csX34" fmla="*/ 51733 w 183618"/>
              <a:gd name="csY34" fmla="*/ 132371 h 184282"/>
              <a:gd name="csX35" fmla="*/ 87259 w 183618"/>
              <a:gd name="csY35" fmla="*/ 128197 h 184282"/>
              <a:gd name="csX36" fmla="*/ 87268 w 183618"/>
              <a:gd name="csY36" fmla="*/ 128188 h 184282"/>
              <a:gd name="csX37" fmla="*/ 87268 w 183618"/>
              <a:gd name="csY37" fmla="*/ 96709 h 184282"/>
              <a:gd name="csX38" fmla="*/ 47440 w 183618"/>
              <a:gd name="csY38" fmla="*/ 96709 h 184282"/>
              <a:gd name="csX39" fmla="*/ 174243 w 183618"/>
              <a:gd name="csY39" fmla="*/ 96700 h 184282"/>
              <a:gd name="csX40" fmla="*/ 145435 w 183618"/>
              <a:gd name="csY40" fmla="*/ 96709 h 184282"/>
              <a:gd name="csX41" fmla="*/ 145426 w 183618"/>
              <a:gd name="csY41" fmla="*/ 96709 h 184282"/>
              <a:gd name="csX42" fmla="*/ 145426 w 183618"/>
              <a:gd name="csY42" fmla="*/ 96701 h 184282"/>
              <a:gd name="csX43" fmla="*/ 140757 w 183618"/>
              <a:gd name="csY43" fmla="*/ 134588 h 184282"/>
              <a:gd name="csX44" fmla="*/ 140775 w 183618"/>
              <a:gd name="csY44" fmla="*/ 134588 h 184282"/>
              <a:gd name="csX45" fmla="*/ 158564 w 183618"/>
              <a:gd name="csY45" fmla="*/ 140917 h 184282"/>
              <a:gd name="csX46" fmla="*/ 158573 w 183618"/>
              <a:gd name="csY46" fmla="*/ 140917 h 184282"/>
              <a:gd name="csX47" fmla="*/ 174261 w 183618"/>
              <a:gd name="csY47" fmla="*/ 96700 h 184282"/>
              <a:gd name="csX48" fmla="*/ 38208 w 183618"/>
              <a:gd name="csY48" fmla="*/ 96700 h 184282"/>
              <a:gd name="csX49" fmla="*/ 9347 w 183618"/>
              <a:gd name="csY49" fmla="*/ 96709 h 184282"/>
              <a:gd name="csX50" fmla="*/ 9356 w 183618"/>
              <a:gd name="csY50" fmla="*/ 96709 h 184282"/>
              <a:gd name="csX51" fmla="*/ 25043 w 183618"/>
              <a:gd name="csY51" fmla="*/ 140916 h 184282"/>
              <a:gd name="csX52" fmla="*/ 42850 w 183618"/>
              <a:gd name="csY52" fmla="*/ 134588 h 184282"/>
              <a:gd name="csX53" fmla="*/ 42859 w 183618"/>
              <a:gd name="csY53" fmla="*/ 134588 h 184282"/>
              <a:gd name="csX54" fmla="*/ 38190 w 183618"/>
              <a:gd name="csY54" fmla="*/ 96709 h 184282"/>
              <a:gd name="csX55" fmla="*/ 38208 w 183618"/>
              <a:gd name="csY55" fmla="*/ 96709 h 184282"/>
              <a:gd name="csX56" fmla="*/ 131878 w 183618"/>
              <a:gd name="csY56" fmla="*/ 51909 h 184282"/>
              <a:gd name="csX57" fmla="*/ 131880 w 183618"/>
              <a:gd name="csY57" fmla="*/ 51911 h 184282"/>
              <a:gd name="csX58" fmla="*/ 96345 w 183618"/>
              <a:gd name="csY58" fmla="*/ 56102 h 184282"/>
              <a:gd name="csX59" fmla="*/ 96354 w 183618"/>
              <a:gd name="csY59" fmla="*/ 56102 h 184282"/>
              <a:gd name="csX60" fmla="*/ 96354 w 183618"/>
              <a:gd name="csY60" fmla="*/ 87581 h 184282"/>
              <a:gd name="csX61" fmla="*/ 136198 w 183618"/>
              <a:gd name="csY61" fmla="*/ 87581 h 184282"/>
              <a:gd name="csX62" fmla="*/ 131896 w 183618"/>
              <a:gd name="csY62" fmla="*/ 51918 h 184282"/>
              <a:gd name="csX63" fmla="*/ 51724 w 183618"/>
              <a:gd name="csY63" fmla="*/ 51909 h 184282"/>
              <a:gd name="csX64" fmla="*/ 51724 w 183618"/>
              <a:gd name="csY64" fmla="*/ 51918 h 184282"/>
              <a:gd name="csX65" fmla="*/ 51724 w 183618"/>
              <a:gd name="csY65" fmla="*/ 51918 h 184282"/>
              <a:gd name="csX66" fmla="*/ 47424 w 183618"/>
              <a:gd name="csY66" fmla="*/ 87580 h 184282"/>
              <a:gd name="csX67" fmla="*/ 87267 w 183618"/>
              <a:gd name="csY67" fmla="*/ 87580 h 184282"/>
              <a:gd name="csX68" fmla="*/ 87267 w 183618"/>
              <a:gd name="csY68" fmla="*/ 56092 h 184282"/>
              <a:gd name="csX69" fmla="*/ 87276 w 183618"/>
              <a:gd name="csY69" fmla="*/ 56092 h 184282"/>
              <a:gd name="csX70" fmla="*/ 51742 w 183618"/>
              <a:gd name="csY70" fmla="*/ 51918 h 184282"/>
              <a:gd name="csX71" fmla="*/ 51724 w 183618"/>
              <a:gd name="csY71" fmla="*/ 51918 h 184282"/>
              <a:gd name="csX72" fmla="*/ 51725 w 183618"/>
              <a:gd name="csY72" fmla="*/ 51910 h 184282"/>
              <a:gd name="csX73" fmla="*/ 158565 w 183618"/>
              <a:gd name="csY73" fmla="*/ 43373 h 184282"/>
              <a:gd name="csX74" fmla="*/ 140749 w 183618"/>
              <a:gd name="csY74" fmla="*/ 49710 h 184282"/>
              <a:gd name="csX75" fmla="*/ 140758 w 183618"/>
              <a:gd name="csY75" fmla="*/ 49710 h 184282"/>
              <a:gd name="csX76" fmla="*/ 145427 w 183618"/>
              <a:gd name="csY76" fmla="*/ 87580 h 184282"/>
              <a:gd name="csX77" fmla="*/ 174262 w 183618"/>
              <a:gd name="csY77" fmla="*/ 87580 h 184282"/>
              <a:gd name="csX78" fmla="*/ 158584 w 183618"/>
              <a:gd name="csY78" fmla="*/ 43382 h 184282"/>
              <a:gd name="csX79" fmla="*/ 158584 w 183618"/>
              <a:gd name="csY79" fmla="*/ 43373 h 184282"/>
              <a:gd name="csX80" fmla="*/ 158566 w 183618"/>
              <a:gd name="csY80" fmla="*/ 43373 h 184282"/>
              <a:gd name="csX81" fmla="*/ 25036 w 183618"/>
              <a:gd name="csY81" fmla="*/ 43373 h 184282"/>
              <a:gd name="csX82" fmla="*/ 9357 w 183618"/>
              <a:gd name="csY82" fmla="*/ 87580 h 184282"/>
              <a:gd name="csX83" fmla="*/ 38192 w 183618"/>
              <a:gd name="csY83" fmla="*/ 87580 h 184282"/>
              <a:gd name="csX84" fmla="*/ 42861 w 183618"/>
              <a:gd name="csY84" fmla="*/ 49701 h 184282"/>
              <a:gd name="csX85" fmla="*/ 42870 w 183618"/>
              <a:gd name="csY85" fmla="*/ 49701 h 184282"/>
              <a:gd name="csX86" fmla="*/ 25045 w 183618"/>
              <a:gd name="csY86" fmla="*/ 43382 h 184282"/>
              <a:gd name="csX87" fmla="*/ 129516 w 183618"/>
              <a:gd name="csY87" fmla="*/ 18401 h 184282"/>
              <a:gd name="csX88" fmla="*/ 138433 w 183618"/>
              <a:gd name="csY88" fmla="*/ 40824 h 184282"/>
              <a:gd name="csX89" fmla="*/ 152493 w 183618"/>
              <a:gd name="csY89" fmla="*/ 35950 h 184282"/>
              <a:gd name="csX90" fmla="*/ 152511 w 183618"/>
              <a:gd name="csY90" fmla="*/ 35950 h 184282"/>
              <a:gd name="csX91" fmla="*/ 129525 w 183618"/>
              <a:gd name="csY91" fmla="*/ 18401 h 184282"/>
              <a:gd name="csX92" fmla="*/ 54094 w 183618"/>
              <a:gd name="csY92" fmla="*/ 18392 h 184282"/>
              <a:gd name="csX93" fmla="*/ 31118 w 183618"/>
              <a:gd name="csY93" fmla="*/ 35950 h 184282"/>
              <a:gd name="csX94" fmla="*/ 31127 w 183618"/>
              <a:gd name="csY94" fmla="*/ 35950 h 184282"/>
              <a:gd name="csX95" fmla="*/ 45186 w 183618"/>
              <a:gd name="csY95" fmla="*/ 40833 h 184282"/>
              <a:gd name="csX96" fmla="*/ 45186 w 183618"/>
              <a:gd name="csY96" fmla="*/ 40824 h 184282"/>
              <a:gd name="csX97" fmla="*/ 54112 w 183618"/>
              <a:gd name="csY97" fmla="*/ 18392 h 184282"/>
              <a:gd name="csX98" fmla="*/ 96353 w 183618"/>
              <a:gd name="csY98" fmla="*/ 9389 h 184282"/>
              <a:gd name="csX99" fmla="*/ 96353 w 183618"/>
              <a:gd name="csY99" fmla="*/ 46828 h 184282"/>
              <a:gd name="csX100" fmla="*/ 129534 w 183618"/>
              <a:gd name="csY100" fmla="*/ 43040 h 184282"/>
              <a:gd name="csX101" fmla="*/ 129543 w 183618"/>
              <a:gd name="csY101" fmla="*/ 43031 h 184282"/>
              <a:gd name="csX102" fmla="*/ 114804 w 183618"/>
              <a:gd name="csY102" fmla="*/ 12522 h 184282"/>
              <a:gd name="csX103" fmla="*/ 114813 w 183618"/>
              <a:gd name="csY103" fmla="*/ 12522 h 184282"/>
              <a:gd name="csX104" fmla="*/ 96362 w 183618"/>
              <a:gd name="csY104" fmla="*/ 9398 h 184282"/>
              <a:gd name="csX105" fmla="*/ 96362 w 183618"/>
              <a:gd name="csY105" fmla="*/ 9389 h 184282"/>
              <a:gd name="csX106" fmla="*/ 87257 w 183618"/>
              <a:gd name="csY106" fmla="*/ 9389 h 184282"/>
              <a:gd name="csX107" fmla="*/ 87257 w 183618"/>
              <a:gd name="csY107" fmla="*/ 9390 h 184282"/>
              <a:gd name="csX108" fmla="*/ 68806 w 183618"/>
              <a:gd name="csY108" fmla="*/ 12532 h 184282"/>
              <a:gd name="csX109" fmla="*/ 54076 w 183618"/>
              <a:gd name="csY109" fmla="*/ 43041 h 184282"/>
              <a:gd name="csX110" fmla="*/ 54085 w 183618"/>
              <a:gd name="csY110" fmla="*/ 43041 h 184282"/>
              <a:gd name="csX111" fmla="*/ 87266 w 183618"/>
              <a:gd name="csY111" fmla="*/ 46829 h 184282"/>
              <a:gd name="csX112" fmla="*/ 87266 w 183618"/>
              <a:gd name="csY112" fmla="*/ 9389 h 184282"/>
              <a:gd name="csX113" fmla="*/ 91809 w 183618"/>
              <a:gd name="csY113" fmla="*/ 0 h 184282"/>
              <a:gd name="csX114" fmla="*/ 183618 w 183618"/>
              <a:gd name="csY114" fmla="*/ 92141 h 184282"/>
              <a:gd name="csX115" fmla="*/ 91809 w 183618"/>
              <a:gd name="csY115" fmla="*/ 184282 h 184282"/>
              <a:gd name="csX116" fmla="*/ 0 w 183618"/>
              <a:gd name="csY116" fmla="*/ 92141 h 184282"/>
              <a:gd name="csX117" fmla="*/ 91800 w 183618"/>
              <a:gd name="csY117" fmla="*/ 9 h 184282"/>
              <a:gd name="csX118" fmla="*/ 91809 w 183618"/>
              <a:gd name="csY118" fmla="*/ 9 h 184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183618" h="184282">
                <a:moveTo>
                  <a:pt x="138423" y="143458"/>
                </a:moveTo>
                <a:cubicBezTo>
                  <a:pt x="136008" y="151662"/>
                  <a:pt x="133012" y="159220"/>
                  <a:pt x="129506" y="165898"/>
                </a:cubicBezTo>
                <a:cubicBezTo>
                  <a:pt x="138172" y="161428"/>
                  <a:pt x="145953" y="155459"/>
                  <a:pt x="152500" y="148341"/>
                </a:cubicBezTo>
                <a:lnTo>
                  <a:pt x="152509" y="148341"/>
                </a:lnTo>
                <a:cubicBezTo>
                  <a:pt x="148181" y="146519"/>
                  <a:pt x="143476" y="144885"/>
                  <a:pt x="138441" y="143467"/>
                </a:cubicBezTo>
                <a:lnTo>
                  <a:pt x="138423" y="143467"/>
                </a:lnTo>
                <a:close/>
                <a:moveTo>
                  <a:pt x="45174" y="143458"/>
                </a:moveTo>
                <a:cubicBezTo>
                  <a:pt x="40148" y="144885"/>
                  <a:pt x="35443" y="146519"/>
                  <a:pt x="31115" y="148350"/>
                </a:cubicBezTo>
                <a:lnTo>
                  <a:pt x="31124" y="148350"/>
                </a:lnTo>
                <a:cubicBezTo>
                  <a:pt x="37670" y="155459"/>
                  <a:pt x="45442" y="161419"/>
                  <a:pt x="54100" y="165898"/>
                </a:cubicBezTo>
                <a:lnTo>
                  <a:pt x="54109" y="165898"/>
                </a:lnTo>
                <a:cubicBezTo>
                  <a:pt x="50603" y="159229"/>
                  <a:pt x="47607" y="151662"/>
                  <a:pt x="45192" y="143467"/>
                </a:cubicBezTo>
                <a:close/>
                <a:moveTo>
                  <a:pt x="87255" y="137454"/>
                </a:moveTo>
                <a:cubicBezTo>
                  <a:pt x="75279" y="137732"/>
                  <a:pt x="64135" y="139078"/>
                  <a:pt x="54064" y="141259"/>
                </a:cubicBezTo>
                <a:lnTo>
                  <a:pt x="54073" y="141259"/>
                </a:lnTo>
                <a:cubicBezTo>
                  <a:pt x="57847" y="153816"/>
                  <a:pt x="62963" y="164202"/>
                  <a:pt x="68822" y="171769"/>
                </a:cubicBezTo>
                <a:lnTo>
                  <a:pt x="68830" y="171769"/>
                </a:lnTo>
                <a:cubicBezTo>
                  <a:pt x="74724" y="173483"/>
                  <a:pt x="80905" y="174551"/>
                  <a:pt x="87264" y="174892"/>
                </a:cubicBezTo>
                <a:lnTo>
                  <a:pt x="87264" y="137462"/>
                </a:lnTo>
                <a:lnTo>
                  <a:pt x="87255" y="137462"/>
                </a:lnTo>
                <a:close/>
                <a:moveTo>
                  <a:pt x="96351" y="137453"/>
                </a:moveTo>
                <a:lnTo>
                  <a:pt x="96350" y="174892"/>
                </a:lnTo>
                <a:cubicBezTo>
                  <a:pt x="102710" y="174551"/>
                  <a:pt x="108881" y="173483"/>
                  <a:pt x="114775" y="171768"/>
                </a:cubicBezTo>
                <a:lnTo>
                  <a:pt x="114793" y="171768"/>
                </a:lnTo>
                <a:cubicBezTo>
                  <a:pt x="120651" y="164202"/>
                  <a:pt x="125776" y="153816"/>
                  <a:pt x="129541" y="141250"/>
                </a:cubicBezTo>
                <a:lnTo>
                  <a:pt x="129550" y="141250"/>
                </a:lnTo>
                <a:cubicBezTo>
                  <a:pt x="119489" y="139078"/>
                  <a:pt x="108344" y="137731"/>
                  <a:pt x="96360" y="137462"/>
                </a:cubicBezTo>
                <a:lnTo>
                  <a:pt x="96351" y="137462"/>
                </a:lnTo>
                <a:close/>
                <a:moveTo>
                  <a:pt x="96353" y="96709"/>
                </a:moveTo>
                <a:lnTo>
                  <a:pt x="96351" y="128199"/>
                </a:lnTo>
                <a:lnTo>
                  <a:pt x="96360" y="128190"/>
                </a:lnTo>
                <a:cubicBezTo>
                  <a:pt x="108694" y="128477"/>
                  <a:pt x="120715" y="129922"/>
                  <a:pt x="131886" y="132373"/>
                </a:cubicBezTo>
                <a:cubicBezTo>
                  <a:pt x="134363" y="121662"/>
                  <a:pt x="135902" y="109662"/>
                  <a:pt x="136197" y="96709"/>
                </a:cubicBezTo>
                <a:close/>
                <a:moveTo>
                  <a:pt x="47422" y="96708"/>
                </a:moveTo>
                <a:cubicBezTo>
                  <a:pt x="47717" y="109670"/>
                  <a:pt x="49256" y="121662"/>
                  <a:pt x="51733" y="132371"/>
                </a:cubicBezTo>
                <a:cubicBezTo>
                  <a:pt x="62895" y="129921"/>
                  <a:pt x="74925" y="128475"/>
                  <a:pt x="87259" y="128197"/>
                </a:cubicBezTo>
                <a:lnTo>
                  <a:pt x="87268" y="128188"/>
                </a:lnTo>
                <a:lnTo>
                  <a:pt x="87268" y="96709"/>
                </a:lnTo>
                <a:lnTo>
                  <a:pt x="47440" y="96709"/>
                </a:lnTo>
                <a:close/>
                <a:moveTo>
                  <a:pt x="174243" y="96700"/>
                </a:moveTo>
                <a:lnTo>
                  <a:pt x="145435" y="96709"/>
                </a:lnTo>
                <a:lnTo>
                  <a:pt x="145426" y="96709"/>
                </a:lnTo>
                <a:lnTo>
                  <a:pt x="145426" y="96701"/>
                </a:lnTo>
                <a:cubicBezTo>
                  <a:pt x="145122" y="109895"/>
                  <a:pt x="143503" y="122749"/>
                  <a:pt x="140757" y="134588"/>
                </a:cubicBezTo>
                <a:lnTo>
                  <a:pt x="140775" y="134588"/>
                </a:lnTo>
                <a:cubicBezTo>
                  <a:pt x="147098" y="136366"/>
                  <a:pt x="153073" y="138484"/>
                  <a:pt x="158564" y="140917"/>
                </a:cubicBezTo>
                <a:lnTo>
                  <a:pt x="158573" y="140917"/>
                </a:lnTo>
                <a:cubicBezTo>
                  <a:pt x="167687" y="128377"/>
                  <a:pt x="173366" y="113181"/>
                  <a:pt x="174261" y="96700"/>
                </a:cubicBezTo>
                <a:close/>
                <a:moveTo>
                  <a:pt x="38208" y="96700"/>
                </a:moveTo>
                <a:lnTo>
                  <a:pt x="9347" y="96709"/>
                </a:lnTo>
                <a:lnTo>
                  <a:pt x="9356" y="96709"/>
                </a:lnTo>
                <a:cubicBezTo>
                  <a:pt x="10250" y="113180"/>
                  <a:pt x="15938" y="128376"/>
                  <a:pt x="25043" y="140916"/>
                </a:cubicBezTo>
                <a:cubicBezTo>
                  <a:pt x="30543" y="138484"/>
                  <a:pt x="36518" y="136365"/>
                  <a:pt x="42850" y="134588"/>
                </a:cubicBezTo>
                <a:lnTo>
                  <a:pt x="42859" y="134588"/>
                </a:lnTo>
                <a:cubicBezTo>
                  <a:pt x="40113" y="122758"/>
                  <a:pt x="38494" y="109904"/>
                  <a:pt x="38190" y="96709"/>
                </a:cubicBezTo>
                <a:lnTo>
                  <a:pt x="38208" y="96709"/>
                </a:lnTo>
                <a:close/>
                <a:moveTo>
                  <a:pt x="131878" y="51909"/>
                </a:moveTo>
                <a:lnTo>
                  <a:pt x="131880" y="51911"/>
                </a:lnTo>
                <a:cubicBezTo>
                  <a:pt x="120709" y="54361"/>
                  <a:pt x="108679" y="55806"/>
                  <a:pt x="96345" y="56102"/>
                </a:cubicBezTo>
                <a:lnTo>
                  <a:pt x="96354" y="56102"/>
                </a:lnTo>
                <a:lnTo>
                  <a:pt x="96354" y="87581"/>
                </a:lnTo>
                <a:lnTo>
                  <a:pt x="136198" y="87581"/>
                </a:lnTo>
                <a:cubicBezTo>
                  <a:pt x="135903" y="74619"/>
                  <a:pt x="134365" y="62627"/>
                  <a:pt x="131896" y="51918"/>
                </a:cubicBezTo>
                <a:close/>
                <a:moveTo>
                  <a:pt x="51724" y="51909"/>
                </a:moveTo>
                <a:lnTo>
                  <a:pt x="51724" y="51918"/>
                </a:lnTo>
                <a:lnTo>
                  <a:pt x="51724" y="51918"/>
                </a:lnTo>
                <a:lnTo>
                  <a:pt x="47424" y="87580"/>
                </a:lnTo>
                <a:lnTo>
                  <a:pt x="87267" y="87580"/>
                </a:lnTo>
                <a:lnTo>
                  <a:pt x="87267" y="56092"/>
                </a:lnTo>
                <a:lnTo>
                  <a:pt x="87276" y="56092"/>
                </a:lnTo>
                <a:cubicBezTo>
                  <a:pt x="74942" y="55805"/>
                  <a:pt x="62912" y="54360"/>
                  <a:pt x="51742" y="51918"/>
                </a:cubicBezTo>
                <a:lnTo>
                  <a:pt x="51724" y="51918"/>
                </a:lnTo>
                <a:lnTo>
                  <a:pt x="51725" y="51910"/>
                </a:lnTo>
                <a:close/>
                <a:moveTo>
                  <a:pt x="158565" y="43373"/>
                </a:moveTo>
                <a:cubicBezTo>
                  <a:pt x="153065" y="45806"/>
                  <a:pt x="147090" y="47924"/>
                  <a:pt x="140749" y="49710"/>
                </a:cubicBezTo>
                <a:lnTo>
                  <a:pt x="140758" y="49710"/>
                </a:lnTo>
                <a:cubicBezTo>
                  <a:pt x="143504" y="61540"/>
                  <a:pt x="145123" y="74385"/>
                  <a:pt x="145427" y="87580"/>
                </a:cubicBezTo>
                <a:lnTo>
                  <a:pt x="174262" y="87580"/>
                </a:lnTo>
                <a:cubicBezTo>
                  <a:pt x="173368" y="71099"/>
                  <a:pt x="167689" y="55903"/>
                  <a:pt x="158584" y="43382"/>
                </a:cubicBezTo>
                <a:lnTo>
                  <a:pt x="158584" y="43373"/>
                </a:lnTo>
                <a:lnTo>
                  <a:pt x="158566" y="43373"/>
                </a:lnTo>
                <a:close/>
                <a:moveTo>
                  <a:pt x="25036" y="43373"/>
                </a:moveTo>
                <a:cubicBezTo>
                  <a:pt x="15931" y="55903"/>
                  <a:pt x="10251" y="71099"/>
                  <a:pt x="9357" y="87580"/>
                </a:cubicBezTo>
                <a:lnTo>
                  <a:pt x="38192" y="87580"/>
                </a:lnTo>
                <a:cubicBezTo>
                  <a:pt x="38497" y="74385"/>
                  <a:pt x="40115" y="61531"/>
                  <a:pt x="42861" y="49701"/>
                </a:cubicBezTo>
                <a:lnTo>
                  <a:pt x="42870" y="49701"/>
                </a:lnTo>
                <a:cubicBezTo>
                  <a:pt x="36529" y="47924"/>
                  <a:pt x="30554" y="45805"/>
                  <a:pt x="25045" y="43382"/>
                </a:cubicBezTo>
                <a:close/>
                <a:moveTo>
                  <a:pt x="129516" y="18401"/>
                </a:moveTo>
                <a:cubicBezTo>
                  <a:pt x="133022" y="25062"/>
                  <a:pt x="136009" y="32629"/>
                  <a:pt x="138433" y="40824"/>
                </a:cubicBezTo>
                <a:cubicBezTo>
                  <a:pt x="143460" y="39405"/>
                  <a:pt x="148164" y="37763"/>
                  <a:pt x="152493" y="35950"/>
                </a:cubicBezTo>
                <a:lnTo>
                  <a:pt x="152511" y="35950"/>
                </a:lnTo>
                <a:cubicBezTo>
                  <a:pt x="145964" y="28832"/>
                  <a:pt x="138192" y="22862"/>
                  <a:pt x="129525" y="18401"/>
                </a:cubicBezTo>
                <a:close/>
                <a:moveTo>
                  <a:pt x="54094" y="18392"/>
                </a:moveTo>
                <a:cubicBezTo>
                  <a:pt x="45437" y="22862"/>
                  <a:pt x="37665" y="28823"/>
                  <a:pt x="31118" y="35950"/>
                </a:cubicBezTo>
                <a:lnTo>
                  <a:pt x="31127" y="35950"/>
                </a:lnTo>
                <a:cubicBezTo>
                  <a:pt x="35464" y="37763"/>
                  <a:pt x="40160" y="39405"/>
                  <a:pt x="45186" y="40833"/>
                </a:cubicBezTo>
                <a:lnTo>
                  <a:pt x="45186" y="40824"/>
                </a:lnTo>
                <a:cubicBezTo>
                  <a:pt x="47610" y="32629"/>
                  <a:pt x="50606" y="25062"/>
                  <a:pt x="54112" y="18392"/>
                </a:cubicBezTo>
                <a:close/>
                <a:moveTo>
                  <a:pt x="96353" y="9389"/>
                </a:moveTo>
                <a:lnTo>
                  <a:pt x="96353" y="46828"/>
                </a:lnTo>
                <a:cubicBezTo>
                  <a:pt x="108329" y="46550"/>
                  <a:pt x="119464" y="45203"/>
                  <a:pt x="129534" y="43040"/>
                </a:cubicBezTo>
                <a:lnTo>
                  <a:pt x="129543" y="43031"/>
                </a:lnTo>
                <a:cubicBezTo>
                  <a:pt x="125778" y="30474"/>
                  <a:pt x="120662" y="20089"/>
                  <a:pt x="114804" y="12522"/>
                </a:cubicBezTo>
                <a:lnTo>
                  <a:pt x="114813" y="12522"/>
                </a:lnTo>
                <a:cubicBezTo>
                  <a:pt x="108910" y="10807"/>
                  <a:pt x="102730" y="9739"/>
                  <a:pt x="96362" y="9398"/>
                </a:cubicBezTo>
                <a:lnTo>
                  <a:pt x="96362" y="9389"/>
                </a:lnTo>
                <a:close/>
                <a:moveTo>
                  <a:pt x="87257" y="9389"/>
                </a:moveTo>
                <a:lnTo>
                  <a:pt x="87257" y="9390"/>
                </a:lnTo>
                <a:cubicBezTo>
                  <a:pt x="80880" y="9740"/>
                  <a:pt x="74709" y="10808"/>
                  <a:pt x="68806" y="12532"/>
                </a:cubicBezTo>
                <a:cubicBezTo>
                  <a:pt x="62957" y="20098"/>
                  <a:pt x="57841" y="30474"/>
                  <a:pt x="54076" y="43041"/>
                </a:cubicBezTo>
                <a:lnTo>
                  <a:pt x="54085" y="43041"/>
                </a:lnTo>
                <a:cubicBezTo>
                  <a:pt x="64154" y="45204"/>
                  <a:pt x="75290" y="46551"/>
                  <a:pt x="87266" y="46829"/>
                </a:cubicBezTo>
                <a:lnTo>
                  <a:pt x="87266" y="9389"/>
                </a:lnTo>
                <a:close/>
                <a:moveTo>
                  <a:pt x="91809" y="0"/>
                </a:moveTo>
                <a:cubicBezTo>
                  <a:pt x="142512" y="0"/>
                  <a:pt x="183618" y="41254"/>
                  <a:pt x="183618" y="92141"/>
                </a:cubicBezTo>
                <a:cubicBezTo>
                  <a:pt x="183618" y="143028"/>
                  <a:pt x="142512" y="184282"/>
                  <a:pt x="91809" y="184282"/>
                </a:cubicBezTo>
                <a:cubicBezTo>
                  <a:pt x="41105" y="184282"/>
                  <a:pt x="0" y="143028"/>
                  <a:pt x="0" y="92141"/>
                </a:cubicBezTo>
                <a:cubicBezTo>
                  <a:pt x="0" y="41254"/>
                  <a:pt x="41096" y="9"/>
                  <a:pt x="91800" y="9"/>
                </a:cubicBezTo>
                <a:lnTo>
                  <a:pt x="91809" y="9"/>
                </a:ln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Website:</a:t>
            </a:r>
          </a:p>
        </p:txBody>
      </p:sp>
      <p:sp>
        <p:nvSpPr>
          <p:cNvPr id="12" name="Text Placeholder 17">
            <a:extLst>
              <a:ext uri="{FF2B5EF4-FFF2-40B4-BE49-F238E27FC236}">
                <a16:creationId xmlns:a16="http://schemas.microsoft.com/office/drawing/2014/main" id="{20834839-1D45-744C-BF2E-82379D4F9E04}"/>
              </a:ext>
            </a:extLst>
          </p:cNvPr>
          <p:cNvSpPr>
            <a:spLocks noGrp="1"/>
          </p:cNvSpPr>
          <p:nvPr>
            <p:ph type="body" sz="quarter" idx="54" hasCustomPrompt="1"/>
          </p:nvPr>
        </p:nvSpPr>
        <p:spPr>
          <a:xfrm>
            <a:off x="8825539" y="3924886"/>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Telefonnummer</a:t>
            </a:r>
            <a:r>
              <a:rPr lang="en-US" dirty="0"/>
              <a:t>: </a:t>
            </a:r>
          </a:p>
        </p:txBody>
      </p:sp>
      <p:sp>
        <p:nvSpPr>
          <p:cNvPr id="13" name="Text Placeholder 17">
            <a:extLst>
              <a:ext uri="{FF2B5EF4-FFF2-40B4-BE49-F238E27FC236}">
                <a16:creationId xmlns:a16="http://schemas.microsoft.com/office/drawing/2014/main" id="{14A49946-AB2A-370E-ECB1-626D50C7F6EC}"/>
              </a:ext>
            </a:extLst>
          </p:cNvPr>
          <p:cNvSpPr>
            <a:spLocks noGrp="1"/>
          </p:cNvSpPr>
          <p:nvPr>
            <p:ph type="body" sz="quarter" idx="55" hasCustomPrompt="1"/>
          </p:nvPr>
        </p:nvSpPr>
        <p:spPr>
          <a:xfrm>
            <a:off x="8825539" y="4510740"/>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E-Mail:</a:t>
            </a:r>
          </a:p>
        </p:txBody>
      </p:sp>
      <p:sp>
        <p:nvSpPr>
          <p:cNvPr id="14" name="Text Placeholder 17">
            <a:extLst>
              <a:ext uri="{FF2B5EF4-FFF2-40B4-BE49-F238E27FC236}">
                <a16:creationId xmlns:a16="http://schemas.microsoft.com/office/drawing/2014/main" id="{EBF8ED57-DD8E-56B1-440D-0C39717B6E3A}"/>
              </a:ext>
            </a:extLst>
          </p:cNvPr>
          <p:cNvSpPr>
            <a:spLocks noGrp="1"/>
          </p:cNvSpPr>
          <p:nvPr>
            <p:ph type="body" sz="quarter" idx="56" hasCustomPrompt="1"/>
          </p:nvPr>
        </p:nvSpPr>
        <p:spPr>
          <a:xfrm>
            <a:off x="8825539" y="5096594"/>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err="1"/>
              <a:t>Adresse</a:t>
            </a:r>
            <a:r>
              <a:rPr lang="en-US" dirty="0"/>
              <a:t>:</a:t>
            </a:r>
          </a:p>
        </p:txBody>
      </p:sp>
      <p:sp>
        <p:nvSpPr>
          <p:cNvPr id="16" name="Text Placeholder 17">
            <a:extLst>
              <a:ext uri="{FF2B5EF4-FFF2-40B4-BE49-F238E27FC236}">
                <a16:creationId xmlns:a16="http://schemas.microsoft.com/office/drawing/2014/main" id="{5DA97019-DBA9-DB5E-128C-353EF66F8278}"/>
              </a:ext>
            </a:extLst>
          </p:cNvPr>
          <p:cNvSpPr>
            <a:spLocks noGrp="1"/>
          </p:cNvSpPr>
          <p:nvPr>
            <p:ph type="body" sz="quarter" idx="57" hasCustomPrompt="1"/>
          </p:nvPr>
        </p:nvSpPr>
        <p:spPr>
          <a:xfrm>
            <a:off x="8825539" y="5682448"/>
            <a:ext cx="2942150" cy="46117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576000" tIns="144000" rIns="144000" bIns="144000" rtlCol="0" anchor="ctr">
            <a:noAutofit/>
          </a:bodyPr>
          <a:lstStyle>
            <a:lvl1pPr>
              <a:buNone/>
              <a:defRPr lang="en-US" sz="1200" smtClean="0"/>
            </a:lvl1pPr>
            <a:lvl2pPr>
              <a:buNone/>
              <a:defRPr lang="en-US" smtClean="0"/>
            </a:lvl2pPr>
            <a:lvl3pPr>
              <a:defRPr lang="en-US" smtClean="0"/>
            </a:lvl3pPr>
            <a:lvl4pPr>
              <a:defRPr lang="en-US" smtClean="0"/>
            </a:lvl4pPr>
            <a:lvl5pPr>
              <a:defRPr lang="en-GB"/>
            </a:lvl5pPr>
          </a:lstStyle>
          <a:p>
            <a:pPr lvl="0"/>
            <a:r>
              <a:rPr lang="en-US" dirty="0"/>
              <a:t>Website:</a:t>
            </a:r>
          </a:p>
        </p:txBody>
      </p:sp>
      <p:sp>
        <p:nvSpPr>
          <p:cNvPr id="20" name="Text Placeholder 10">
            <a:extLst>
              <a:ext uri="{FF2B5EF4-FFF2-40B4-BE49-F238E27FC236}">
                <a16:creationId xmlns:a16="http://schemas.microsoft.com/office/drawing/2014/main" id="{879558B2-7942-BF17-4806-9CC86102CFFC}"/>
              </a:ext>
            </a:extLst>
          </p:cNvPr>
          <p:cNvSpPr>
            <a:spLocks noGrp="1"/>
          </p:cNvSpPr>
          <p:nvPr>
            <p:ph type="body" sz="quarter" idx="58" hasCustomPrompt="1"/>
          </p:nvPr>
        </p:nvSpPr>
        <p:spPr>
          <a:xfrm>
            <a:off x="8825539" y="3430004"/>
            <a:ext cx="2942150"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1" name="Picture Placeholder 15">
            <a:extLst>
              <a:ext uri="{FF2B5EF4-FFF2-40B4-BE49-F238E27FC236}">
                <a16:creationId xmlns:a16="http://schemas.microsoft.com/office/drawing/2014/main" id="{B0D78EB9-0A8F-71FD-3546-56F8D7B6418A}"/>
              </a:ext>
            </a:extLst>
          </p:cNvPr>
          <p:cNvSpPr>
            <a:spLocks noGrp="1"/>
          </p:cNvSpPr>
          <p:nvPr>
            <p:ph type="pic" sz="quarter" idx="59"/>
          </p:nvPr>
        </p:nvSpPr>
        <p:spPr>
          <a:xfrm>
            <a:off x="9418092" y="1489076"/>
            <a:ext cx="1757044" cy="1757044"/>
          </a:xfrm>
          <a:prstGeom prst="ellipse">
            <a:avLst/>
          </a:prstGeom>
        </p:spPr>
        <p:txBody>
          <a:bodyPr>
            <a:noAutofit/>
          </a:bodyPr>
          <a:lstStyle/>
          <a:p>
            <a:endParaRPr lang="en-GB"/>
          </a:p>
        </p:txBody>
      </p:sp>
      <p:sp>
        <p:nvSpPr>
          <p:cNvPr id="22" name="Text Placeholder 57">
            <a:extLst>
              <a:ext uri="{FF2B5EF4-FFF2-40B4-BE49-F238E27FC236}">
                <a16:creationId xmlns:a16="http://schemas.microsoft.com/office/drawing/2014/main" id="{D539B12A-193A-3CB0-89A6-BC014E1E05BD}"/>
              </a:ext>
            </a:extLst>
          </p:cNvPr>
          <p:cNvSpPr>
            <a:spLocks noGrp="1"/>
          </p:cNvSpPr>
          <p:nvPr>
            <p:ph type="body" sz="quarter" idx="60"/>
          </p:nvPr>
        </p:nvSpPr>
        <p:spPr>
          <a:xfrm>
            <a:off x="8930801" y="3978439"/>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23" name="Text Placeholder 58">
            <a:extLst>
              <a:ext uri="{FF2B5EF4-FFF2-40B4-BE49-F238E27FC236}">
                <a16:creationId xmlns:a16="http://schemas.microsoft.com/office/drawing/2014/main" id="{323EE51E-1F4E-5C93-4070-A69FDA05E517}"/>
              </a:ext>
            </a:extLst>
          </p:cNvPr>
          <p:cNvSpPr>
            <a:spLocks noGrp="1"/>
          </p:cNvSpPr>
          <p:nvPr>
            <p:ph type="body" sz="quarter" idx="61" hasCustomPrompt="1"/>
          </p:nvPr>
        </p:nvSpPr>
        <p:spPr>
          <a:xfrm>
            <a:off x="8930801" y="4564293"/>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E-Mail:</a:t>
            </a:r>
          </a:p>
        </p:txBody>
      </p:sp>
      <p:sp>
        <p:nvSpPr>
          <p:cNvPr id="24" name="Text Placeholder 59">
            <a:extLst>
              <a:ext uri="{FF2B5EF4-FFF2-40B4-BE49-F238E27FC236}">
                <a16:creationId xmlns:a16="http://schemas.microsoft.com/office/drawing/2014/main" id="{FB583472-BD7A-BFEE-B661-54F2C394F783}"/>
              </a:ext>
            </a:extLst>
          </p:cNvPr>
          <p:cNvSpPr>
            <a:spLocks noGrp="1"/>
          </p:cNvSpPr>
          <p:nvPr>
            <p:ph type="body" sz="quarter" idx="62"/>
          </p:nvPr>
        </p:nvSpPr>
        <p:spPr>
          <a:xfrm>
            <a:off x="8930801" y="5150147"/>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endParaRPr lang="en-US" dirty="0"/>
          </a:p>
        </p:txBody>
      </p:sp>
      <p:sp>
        <p:nvSpPr>
          <p:cNvPr id="26" name="Text Placeholder 60">
            <a:extLst>
              <a:ext uri="{FF2B5EF4-FFF2-40B4-BE49-F238E27FC236}">
                <a16:creationId xmlns:a16="http://schemas.microsoft.com/office/drawing/2014/main" id="{5CBA2130-3A48-294F-CCD7-18820E713E74}"/>
              </a:ext>
            </a:extLst>
          </p:cNvPr>
          <p:cNvSpPr>
            <a:spLocks noGrp="1"/>
          </p:cNvSpPr>
          <p:nvPr>
            <p:ph type="body" sz="quarter" idx="63" hasCustomPrompt="1"/>
          </p:nvPr>
        </p:nvSpPr>
        <p:spPr>
          <a:xfrm>
            <a:off x="8930801" y="5736001"/>
            <a:ext cx="354072" cy="354070"/>
          </a:xfrm>
          <a:custGeom>
            <a:avLst/>
            <a:gdLst>
              <a:gd name="csX0" fmla="*/ 177036 w 354072"/>
              <a:gd name="csY0" fmla="*/ 0 h 354070"/>
              <a:gd name="csX1" fmla="*/ 354072 w 354072"/>
              <a:gd name="csY1" fmla="*/ 177035 h 354070"/>
              <a:gd name="csX2" fmla="*/ 177036 w 354072"/>
              <a:gd name="csY2" fmla="*/ 354070 h 354070"/>
              <a:gd name="csX3" fmla="*/ 0 w 354072"/>
              <a:gd name="csY3" fmla="*/ 177035 h 354070"/>
              <a:gd name="csX4" fmla="*/ 177036 w 354072"/>
              <a:gd name="csY4" fmla="*/ 0 h 354070"/>
            </a:gdLst>
            <a:ahLst/>
            <a:cxnLst>
              <a:cxn ang="0">
                <a:pos x="csX0" y="csY0"/>
              </a:cxn>
              <a:cxn ang="0">
                <a:pos x="csX1" y="csY1"/>
              </a:cxn>
              <a:cxn ang="0">
                <a:pos x="csX2" y="csY2"/>
              </a:cxn>
              <a:cxn ang="0">
                <a:pos x="csX3" y="csY3"/>
              </a:cxn>
              <a:cxn ang="0">
                <a:pos x="csX4" y="csY4"/>
              </a:cxn>
            </a:cxnLst>
            <a:rect l="l" t="t" r="r" b="b"/>
            <a:pathLst>
              <a:path w="354072" h="354070">
                <a:moveTo>
                  <a:pt x="177036" y="0"/>
                </a:moveTo>
                <a:cubicBezTo>
                  <a:pt x="274810" y="0"/>
                  <a:pt x="354072" y="79261"/>
                  <a:pt x="354072" y="177035"/>
                </a:cubicBezTo>
                <a:cubicBezTo>
                  <a:pt x="354072" y="274809"/>
                  <a:pt x="274810" y="354070"/>
                  <a:pt x="177036" y="354070"/>
                </a:cubicBezTo>
                <a:cubicBezTo>
                  <a:pt x="79262" y="354070"/>
                  <a:pt x="0" y="274809"/>
                  <a:pt x="0" y="177035"/>
                </a:cubicBezTo>
                <a:cubicBezTo>
                  <a:pt x="0" y="79261"/>
                  <a:pt x="79262" y="0"/>
                  <a:pt x="177036" y="0"/>
                </a:cubicBez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Autofit/>
          </a:bodyPr>
          <a:lstStyle>
            <a:lvl1pPr>
              <a:buNone/>
              <a:defRPr lang="en-US" sz="100" dirty="0">
                <a:solidFill>
                  <a:schemeClr val="accent1">
                    <a:alpha val="0"/>
                  </a:schemeClr>
                </a:solidFill>
              </a:defRPr>
            </a:lvl1pPr>
            <a:lvl2pPr>
              <a:buNone/>
              <a:defRPr lang="en-US" smtClean="0"/>
            </a:lvl2pPr>
            <a:lvl3pPr>
              <a:defRPr lang="en-US" smtClean="0"/>
            </a:lvl3pPr>
            <a:lvl4pPr>
              <a:defRPr lang="en-US" smtClean="0"/>
            </a:lvl4pPr>
            <a:lvl5pPr>
              <a:defRPr lang="en-GB"/>
            </a:lvl5pPr>
          </a:lstStyle>
          <a:p>
            <a:pPr marL="0" lvl="0" indent="0" algn="ctr">
              <a:buNone/>
            </a:pPr>
            <a:r>
              <a:rPr lang="en-US" dirty="0"/>
              <a:t>Website:</a:t>
            </a:r>
          </a:p>
        </p:txBody>
      </p:sp>
      <p:sp>
        <p:nvSpPr>
          <p:cNvPr id="27" name="Text Placeholder 42">
            <a:extLst>
              <a:ext uri="{FF2B5EF4-FFF2-40B4-BE49-F238E27FC236}">
                <a16:creationId xmlns:a16="http://schemas.microsoft.com/office/drawing/2014/main" id="{4F97710C-99A5-B993-EAB9-FC1B097E359B}"/>
              </a:ext>
            </a:extLst>
          </p:cNvPr>
          <p:cNvSpPr>
            <a:spLocks noGrp="1"/>
          </p:cNvSpPr>
          <p:nvPr>
            <p:ph type="body" sz="quarter" idx="64"/>
          </p:nvPr>
        </p:nvSpPr>
        <p:spPr>
          <a:xfrm>
            <a:off x="9023109" y="4070440"/>
            <a:ext cx="169456" cy="170068"/>
          </a:xfrm>
          <a:custGeom>
            <a:avLst/>
            <a:gdLst>
              <a:gd name="csX0" fmla="*/ 44282 w 169456"/>
              <a:gd name="csY0" fmla="*/ 6504 h 170068"/>
              <a:gd name="csX1" fmla="*/ 13254 w 169456"/>
              <a:gd name="csY1" fmla="*/ 12965 h 170068"/>
              <a:gd name="csX2" fmla="*/ 10349 w 169456"/>
              <a:gd name="csY2" fmla="*/ 14360 h 170068"/>
              <a:gd name="csX3" fmla="*/ 8545 w 169456"/>
              <a:gd name="csY3" fmla="*/ 17042 h 170068"/>
              <a:gd name="csX4" fmla="*/ 8330 w 169456"/>
              <a:gd name="csY4" fmla="*/ 17690 h 170068"/>
              <a:gd name="csX5" fmla="*/ 8330 w 169456"/>
              <a:gd name="csY5" fmla="*/ 17688 h 170068"/>
              <a:gd name="csX6" fmla="*/ 8148 w 169456"/>
              <a:gd name="csY6" fmla="*/ 18369 h 170068"/>
              <a:gd name="csX7" fmla="*/ 8148 w 169456"/>
              <a:gd name="csY7" fmla="*/ 18385 h 170068"/>
              <a:gd name="csX8" fmla="*/ 8768 w 169456"/>
              <a:gd name="csY8" fmla="*/ 53978 h 170068"/>
              <a:gd name="csX9" fmla="*/ 48702 w 169456"/>
              <a:gd name="csY9" fmla="*/ 121202 h 170068"/>
              <a:gd name="csX10" fmla="*/ 115684 w 169456"/>
              <a:gd name="csY10" fmla="*/ 161272 h 170068"/>
              <a:gd name="csX11" fmla="*/ 151148 w 169456"/>
              <a:gd name="csY11" fmla="*/ 161894 h 170068"/>
              <a:gd name="csX12" fmla="*/ 151164 w 169456"/>
              <a:gd name="csY12" fmla="*/ 161894 h 170068"/>
              <a:gd name="csX13" fmla="*/ 151843 w 169456"/>
              <a:gd name="csY13" fmla="*/ 161712 h 170068"/>
              <a:gd name="csX14" fmla="*/ 151859 w 169456"/>
              <a:gd name="csY14" fmla="*/ 161712 h 170068"/>
              <a:gd name="csX15" fmla="*/ 152480 w 169456"/>
              <a:gd name="csY15" fmla="*/ 161504 h 170068"/>
              <a:gd name="csX16" fmla="*/ 155153 w 169456"/>
              <a:gd name="csY16" fmla="*/ 159694 h 170068"/>
              <a:gd name="csX17" fmla="*/ 156543 w 169456"/>
              <a:gd name="csY17" fmla="*/ 156779 h 170068"/>
              <a:gd name="csX18" fmla="*/ 162980 w 169456"/>
              <a:gd name="csY18" fmla="*/ 125638 h 170068"/>
              <a:gd name="csX19" fmla="*/ 162376 w 169456"/>
              <a:gd name="csY19" fmla="*/ 121295 h 170068"/>
              <a:gd name="csX20" fmla="*/ 159108 w 169456"/>
              <a:gd name="csY20" fmla="*/ 118388 h 170068"/>
              <a:gd name="csX21" fmla="*/ 159108 w 169456"/>
              <a:gd name="csY21" fmla="*/ 118380 h 170068"/>
              <a:gd name="csX22" fmla="*/ 126830 w 169456"/>
              <a:gd name="csY22" fmla="*/ 105275 h 170068"/>
              <a:gd name="csX23" fmla="*/ 122990 w 169456"/>
              <a:gd name="csY23" fmla="*/ 104935 h 170068"/>
              <a:gd name="csX24" fmla="*/ 119680 w 169456"/>
              <a:gd name="csY24" fmla="*/ 106912 h 170068"/>
              <a:gd name="csX25" fmla="*/ 108981 w 169456"/>
              <a:gd name="csY25" fmla="*/ 118762 h 170068"/>
              <a:gd name="csX26" fmla="*/ 101923 w 169456"/>
              <a:gd name="csY26" fmla="*/ 122698 h 170068"/>
              <a:gd name="csX27" fmla="*/ 93765 w 169456"/>
              <a:gd name="csY27" fmla="*/ 121577 h 170068"/>
              <a:gd name="csX28" fmla="*/ 67343 w 169456"/>
              <a:gd name="csY28" fmla="*/ 102510 h 170068"/>
              <a:gd name="csX29" fmla="*/ 48337 w 169456"/>
              <a:gd name="csY29" fmla="*/ 75978 h 170068"/>
              <a:gd name="csX30" fmla="*/ 47203 w 169456"/>
              <a:gd name="csY30" fmla="*/ 67782 h 170068"/>
              <a:gd name="csX31" fmla="*/ 51125 w 169456"/>
              <a:gd name="csY31" fmla="*/ 60690 h 170068"/>
              <a:gd name="csX32" fmla="*/ 62933 w 169456"/>
              <a:gd name="csY32" fmla="*/ 49952 h 170068"/>
              <a:gd name="csX33" fmla="*/ 64902 w 169456"/>
              <a:gd name="csY33" fmla="*/ 46630 h 170068"/>
              <a:gd name="csX34" fmla="*/ 64563 w 169456"/>
              <a:gd name="csY34" fmla="*/ 42777 h 170068"/>
              <a:gd name="csX35" fmla="*/ 51506 w 169456"/>
              <a:gd name="csY35" fmla="*/ 10374 h 170068"/>
              <a:gd name="csX36" fmla="*/ 48610 w 169456"/>
              <a:gd name="csY36" fmla="*/ 7110 h 170068"/>
              <a:gd name="csX37" fmla="*/ 44282 w 169456"/>
              <a:gd name="csY37" fmla="*/ 6504 h 170068"/>
              <a:gd name="csX38" fmla="*/ 42982 w 169456"/>
              <a:gd name="csY38" fmla="*/ 273 h 170068"/>
              <a:gd name="csX39" fmla="*/ 42999 w 169456"/>
              <a:gd name="csY39" fmla="*/ 273 h 170068"/>
              <a:gd name="csX40" fmla="*/ 51588 w 169456"/>
              <a:gd name="csY40" fmla="*/ 1502 h 170068"/>
              <a:gd name="csX41" fmla="*/ 57388 w 169456"/>
              <a:gd name="csY41" fmla="*/ 8005 h 170068"/>
              <a:gd name="csX42" fmla="*/ 70446 w 169456"/>
              <a:gd name="csY42" fmla="*/ 40408 h 170068"/>
              <a:gd name="csX43" fmla="*/ 71083 w 169456"/>
              <a:gd name="csY43" fmla="*/ 48057 h 170068"/>
              <a:gd name="csX44" fmla="*/ 67177 w 169456"/>
              <a:gd name="csY44" fmla="*/ 54667 h 170068"/>
              <a:gd name="csX45" fmla="*/ 55369 w 169456"/>
              <a:gd name="csY45" fmla="*/ 65405 h 170068"/>
              <a:gd name="csX46" fmla="*/ 53458 w 169456"/>
              <a:gd name="csY46" fmla="*/ 68876 h 170068"/>
              <a:gd name="csX47" fmla="*/ 54095 w 169456"/>
              <a:gd name="csY47" fmla="*/ 73336 h 170068"/>
              <a:gd name="csX48" fmla="*/ 71836 w 169456"/>
              <a:gd name="csY48" fmla="*/ 98001 h 170068"/>
              <a:gd name="csX49" fmla="*/ 96369 w 169456"/>
              <a:gd name="csY49" fmla="*/ 115764 h 170068"/>
              <a:gd name="csX50" fmla="*/ 100829 w 169456"/>
              <a:gd name="csY50" fmla="*/ 116412 h 170068"/>
              <a:gd name="csX51" fmla="*/ 104288 w 169456"/>
              <a:gd name="csY51" fmla="*/ 114493 h 170068"/>
              <a:gd name="csX52" fmla="*/ 114987 w 169456"/>
              <a:gd name="csY52" fmla="*/ 102643 h 170068"/>
              <a:gd name="csX53" fmla="*/ 121574 w 169456"/>
              <a:gd name="csY53" fmla="*/ 98723 h 170068"/>
              <a:gd name="csX54" fmla="*/ 129195 w 169456"/>
              <a:gd name="csY54" fmla="*/ 99363 h 170068"/>
              <a:gd name="csX55" fmla="*/ 161481 w 169456"/>
              <a:gd name="csY55" fmla="*/ 112467 h 170068"/>
              <a:gd name="csX56" fmla="*/ 161490 w 169456"/>
              <a:gd name="csY56" fmla="*/ 112467 h 170068"/>
              <a:gd name="csX57" fmla="*/ 167960 w 169456"/>
              <a:gd name="csY57" fmla="*/ 118289 h 170068"/>
              <a:gd name="csX58" fmla="*/ 169185 w 169456"/>
              <a:gd name="csY58" fmla="*/ 126917 h 170068"/>
              <a:gd name="csX59" fmla="*/ 162739 w 169456"/>
              <a:gd name="csY59" fmla="*/ 158075 h 170068"/>
              <a:gd name="csX60" fmla="*/ 159934 w 169456"/>
              <a:gd name="csY60" fmla="*/ 163855 h 170068"/>
              <a:gd name="csX61" fmla="*/ 154655 w 169456"/>
              <a:gd name="csY61" fmla="*/ 167484 h 170068"/>
              <a:gd name="csX62" fmla="*/ 153645 w 169456"/>
              <a:gd name="csY62" fmla="*/ 167816 h 170068"/>
              <a:gd name="csX63" fmla="*/ 152603 w 169456"/>
              <a:gd name="csY63" fmla="*/ 168098 h 170068"/>
              <a:gd name="csX64" fmla="*/ 114209 w 169456"/>
              <a:gd name="csY64" fmla="*/ 167475 h 170068"/>
              <a:gd name="csX65" fmla="*/ 44207 w 169456"/>
              <a:gd name="csY65" fmla="*/ 125705 h 170068"/>
              <a:gd name="csX66" fmla="*/ 2587 w 169456"/>
              <a:gd name="csY66" fmla="*/ 55441 h 170068"/>
              <a:gd name="csX67" fmla="*/ 1966 w 169456"/>
              <a:gd name="csY67" fmla="*/ 16908 h 170068"/>
              <a:gd name="csX68" fmla="*/ 1966 w 169456"/>
              <a:gd name="csY68" fmla="*/ 16907 h 170068"/>
              <a:gd name="csX69" fmla="*/ 2248 w 169456"/>
              <a:gd name="csY69" fmla="*/ 15861 h 170068"/>
              <a:gd name="csX70" fmla="*/ 2579 w 169456"/>
              <a:gd name="csY70" fmla="*/ 14847 h 170068"/>
              <a:gd name="csX71" fmla="*/ 6195 w 169456"/>
              <a:gd name="csY71" fmla="*/ 9549 h 170068"/>
              <a:gd name="csX72" fmla="*/ 11954 w 169456"/>
              <a:gd name="csY72" fmla="*/ 6734 h 170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69456" h="170068">
                <a:moveTo>
                  <a:pt x="44282" y="6504"/>
                </a:moveTo>
                <a:lnTo>
                  <a:pt x="13254" y="12965"/>
                </a:lnTo>
                <a:cubicBezTo>
                  <a:pt x="12120" y="13197"/>
                  <a:pt x="11135" y="13679"/>
                  <a:pt x="10349" y="14360"/>
                </a:cubicBezTo>
                <a:cubicBezTo>
                  <a:pt x="9563" y="15041"/>
                  <a:pt x="8943" y="15946"/>
                  <a:pt x="8545" y="17042"/>
                </a:cubicBezTo>
                <a:cubicBezTo>
                  <a:pt x="8463" y="17250"/>
                  <a:pt x="8396" y="17466"/>
                  <a:pt x="8330" y="17690"/>
                </a:cubicBezTo>
                <a:lnTo>
                  <a:pt x="8330" y="17688"/>
                </a:lnTo>
                <a:cubicBezTo>
                  <a:pt x="8263" y="17903"/>
                  <a:pt x="8205" y="18136"/>
                  <a:pt x="8148" y="18369"/>
                </a:cubicBezTo>
                <a:lnTo>
                  <a:pt x="8148" y="18385"/>
                </a:lnTo>
                <a:cubicBezTo>
                  <a:pt x="5467" y="29721"/>
                  <a:pt x="5897" y="41805"/>
                  <a:pt x="8768" y="53978"/>
                </a:cubicBezTo>
                <a:cubicBezTo>
                  <a:pt x="14378" y="77703"/>
                  <a:pt x="29272" y="101694"/>
                  <a:pt x="48702" y="121202"/>
                </a:cubicBezTo>
                <a:cubicBezTo>
                  <a:pt x="68130" y="140693"/>
                  <a:pt x="92044" y="155640"/>
                  <a:pt x="115684" y="161272"/>
                </a:cubicBezTo>
                <a:cubicBezTo>
                  <a:pt x="127814" y="164162"/>
                  <a:pt x="139853" y="164585"/>
                  <a:pt x="151148" y="161894"/>
                </a:cubicBezTo>
                <a:lnTo>
                  <a:pt x="151164" y="161894"/>
                </a:lnTo>
                <a:cubicBezTo>
                  <a:pt x="151396" y="161836"/>
                  <a:pt x="151628" y="161778"/>
                  <a:pt x="151843" y="161712"/>
                </a:cubicBezTo>
                <a:lnTo>
                  <a:pt x="151859" y="161712"/>
                </a:lnTo>
                <a:cubicBezTo>
                  <a:pt x="152033" y="161662"/>
                  <a:pt x="152240" y="161587"/>
                  <a:pt x="152480" y="161504"/>
                </a:cubicBezTo>
                <a:cubicBezTo>
                  <a:pt x="153572" y="161106"/>
                  <a:pt x="154474" y="160483"/>
                  <a:pt x="155153" y="159694"/>
                </a:cubicBezTo>
                <a:cubicBezTo>
                  <a:pt x="155831" y="158905"/>
                  <a:pt x="156311" y="157917"/>
                  <a:pt x="156543" y="156779"/>
                </a:cubicBezTo>
                <a:lnTo>
                  <a:pt x="162980" y="125638"/>
                </a:lnTo>
                <a:cubicBezTo>
                  <a:pt x="163303" y="124094"/>
                  <a:pt x="163055" y="122574"/>
                  <a:pt x="162376" y="121295"/>
                </a:cubicBezTo>
                <a:cubicBezTo>
                  <a:pt x="161698" y="120024"/>
                  <a:pt x="160573" y="118978"/>
                  <a:pt x="159108" y="118388"/>
                </a:cubicBezTo>
                <a:lnTo>
                  <a:pt x="159108" y="118380"/>
                </a:lnTo>
                <a:lnTo>
                  <a:pt x="126830" y="105275"/>
                </a:lnTo>
                <a:cubicBezTo>
                  <a:pt x="125547" y="104752"/>
                  <a:pt x="124215" y="104653"/>
                  <a:pt x="122990" y="104935"/>
                </a:cubicBezTo>
                <a:cubicBezTo>
                  <a:pt x="121757" y="105217"/>
                  <a:pt x="120607" y="105890"/>
                  <a:pt x="119680" y="106912"/>
                </a:cubicBezTo>
                <a:lnTo>
                  <a:pt x="108981" y="118762"/>
                </a:lnTo>
                <a:cubicBezTo>
                  <a:pt x="107020" y="120938"/>
                  <a:pt x="104555" y="122233"/>
                  <a:pt x="101923" y="122698"/>
                </a:cubicBezTo>
                <a:cubicBezTo>
                  <a:pt x="99242" y="123172"/>
                  <a:pt x="96404" y="122781"/>
                  <a:pt x="93765" y="121577"/>
                </a:cubicBezTo>
                <a:cubicBezTo>
                  <a:pt x="84679" y="117433"/>
                  <a:pt x="75379" y="110574"/>
                  <a:pt x="67343" y="102510"/>
                </a:cubicBezTo>
                <a:cubicBezTo>
                  <a:pt x="59308" y="94446"/>
                  <a:pt x="52474" y="85104"/>
                  <a:pt x="48337" y="75978"/>
                </a:cubicBezTo>
                <a:cubicBezTo>
                  <a:pt x="47129" y="73313"/>
                  <a:pt x="46731" y="70464"/>
                  <a:pt x="47203" y="67782"/>
                </a:cubicBezTo>
                <a:cubicBezTo>
                  <a:pt x="47666" y="65133"/>
                  <a:pt x="48957" y="62658"/>
                  <a:pt x="51125" y="60690"/>
                </a:cubicBezTo>
                <a:lnTo>
                  <a:pt x="62933" y="49952"/>
                </a:lnTo>
                <a:cubicBezTo>
                  <a:pt x="63951" y="49030"/>
                  <a:pt x="64613" y="47868"/>
                  <a:pt x="64902" y="46630"/>
                </a:cubicBezTo>
                <a:cubicBezTo>
                  <a:pt x="65184" y="45393"/>
                  <a:pt x="65084" y="44064"/>
                  <a:pt x="64563" y="42777"/>
                </a:cubicBezTo>
                <a:lnTo>
                  <a:pt x="51506" y="10374"/>
                </a:lnTo>
                <a:cubicBezTo>
                  <a:pt x="50918" y="8920"/>
                  <a:pt x="49876" y="7791"/>
                  <a:pt x="48610" y="7110"/>
                </a:cubicBezTo>
                <a:cubicBezTo>
                  <a:pt x="47335" y="6429"/>
                  <a:pt x="45821" y="6188"/>
                  <a:pt x="44282" y="6504"/>
                </a:cubicBezTo>
                <a:close/>
                <a:moveTo>
                  <a:pt x="42982" y="273"/>
                </a:moveTo>
                <a:lnTo>
                  <a:pt x="42999" y="273"/>
                </a:lnTo>
                <a:cubicBezTo>
                  <a:pt x="46019" y="-358"/>
                  <a:pt x="49031" y="132"/>
                  <a:pt x="51588" y="1502"/>
                </a:cubicBezTo>
                <a:cubicBezTo>
                  <a:pt x="54145" y="2872"/>
                  <a:pt x="56230" y="5123"/>
                  <a:pt x="57388" y="8005"/>
                </a:cubicBezTo>
                <a:lnTo>
                  <a:pt x="70446" y="40408"/>
                </a:lnTo>
                <a:cubicBezTo>
                  <a:pt x="71455" y="42924"/>
                  <a:pt x="71654" y="45574"/>
                  <a:pt x="71083" y="48057"/>
                </a:cubicBezTo>
                <a:cubicBezTo>
                  <a:pt x="70520" y="50531"/>
                  <a:pt x="69196" y="52832"/>
                  <a:pt x="67177" y="54667"/>
                </a:cubicBezTo>
                <a:lnTo>
                  <a:pt x="55369" y="65405"/>
                </a:lnTo>
                <a:cubicBezTo>
                  <a:pt x="54319" y="66360"/>
                  <a:pt x="53690" y="67572"/>
                  <a:pt x="53458" y="68876"/>
                </a:cubicBezTo>
                <a:cubicBezTo>
                  <a:pt x="53210" y="70313"/>
                  <a:pt x="53433" y="71865"/>
                  <a:pt x="54095" y="73336"/>
                </a:cubicBezTo>
                <a:cubicBezTo>
                  <a:pt x="57901" y="81723"/>
                  <a:pt x="64289" y="90418"/>
                  <a:pt x="71836" y="98001"/>
                </a:cubicBezTo>
                <a:cubicBezTo>
                  <a:pt x="79374" y="105566"/>
                  <a:pt x="88012" y="111952"/>
                  <a:pt x="96369" y="115764"/>
                </a:cubicBezTo>
                <a:cubicBezTo>
                  <a:pt x="97850" y="116437"/>
                  <a:pt x="99406" y="116669"/>
                  <a:pt x="100829" y="116412"/>
                </a:cubicBezTo>
                <a:cubicBezTo>
                  <a:pt x="102129" y="116187"/>
                  <a:pt x="103337" y="115548"/>
                  <a:pt x="104288" y="114493"/>
                </a:cubicBezTo>
                <a:lnTo>
                  <a:pt x="114987" y="102643"/>
                </a:lnTo>
                <a:cubicBezTo>
                  <a:pt x="116808" y="100625"/>
                  <a:pt x="119108" y="99296"/>
                  <a:pt x="121574" y="98723"/>
                </a:cubicBezTo>
                <a:cubicBezTo>
                  <a:pt x="124048" y="98150"/>
                  <a:pt x="126687" y="98349"/>
                  <a:pt x="129195" y="99363"/>
                </a:cubicBezTo>
                <a:lnTo>
                  <a:pt x="161481" y="112467"/>
                </a:lnTo>
                <a:lnTo>
                  <a:pt x="161490" y="112467"/>
                </a:lnTo>
                <a:cubicBezTo>
                  <a:pt x="164353" y="113630"/>
                  <a:pt x="166595" y="115722"/>
                  <a:pt x="167960" y="118289"/>
                </a:cubicBezTo>
                <a:cubicBezTo>
                  <a:pt x="169325" y="120846"/>
                  <a:pt x="169814" y="123877"/>
                  <a:pt x="169185" y="126917"/>
                </a:cubicBezTo>
                <a:lnTo>
                  <a:pt x="162739" y="158075"/>
                </a:lnTo>
                <a:cubicBezTo>
                  <a:pt x="162284" y="160284"/>
                  <a:pt x="161316" y="162243"/>
                  <a:pt x="159934" y="163855"/>
                </a:cubicBezTo>
                <a:cubicBezTo>
                  <a:pt x="158552" y="165466"/>
                  <a:pt x="156756" y="166711"/>
                  <a:pt x="154655" y="167484"/>
                </a:cubicBezTo>
                <a:cubicBezTo>
                  <a:pt x="154365" y="167592"/>
                  <a:pt x="154026" y="167700"/>
                  <a:pt x="153645" y="167816"/>
                </a:cubicBezTo>
                <a:cubicBezTo>
                  <a:pt x="153306" y="167915"/>
                  <a:pt x="152958" y="168015"/>
                  <a:pt x="152603" y="168098"/>
                </a:cubicBezTo>
                <a:cubicBezTo>
                  <a:pt x="140299" y="171030"/>
                  <a:pt x="127266" y="170581"/>
                  <a:pt x="114209" y="167475"/>
                </a:cubicBezTo>
                <a:cubicBezTo>
                  <a:pt x="89402" y="161563"/>
                  <a:pt x="64421" y="145993"/>
                  <a:pt x="44207" y="125705"/>
                </a:cubicBezTo>
                <a:cubicBezTo>
                  <a:pt x="23992" y="105417"/>
                  <a:pt x="8478" y="80346"/>
                  <a:pt x="2587" y="55441"/>
                </a:cubicBezTo>
                <a:cubicBezTo>
                  <a:pt x="-516" y="42336"/>
                  <a:pt x="-955" y="29257"/>
                  <a:pt x="1966" y="16908"/>
                </a:cubicBezTo>
                <a:lnTo>
                  <a:pt x="1966" y="16907"/>
                </a:lnTo>
                <a:cubicBezTo>
                  <a:pt x="2049" y="16550"/>
                  <a:pt x="2140" y="16201"/>
                  <a:pt x="2248" y="15861"/>
                </a:cubicBezTo>
                <a:cubicBezTo>
                  <a:pt x="2347" y="15520"/>
                  <a:pt x="2463" y="15180"/>
                  <a:pt x="2579" y="14847"/>
                </a:cubicBezTo>
                <a:cubicBezTo>
                  <a:pt x="3348" y="12738"/>
                  <a:pt x="4590" y="10936"/>
                  <a:pt x="6195" y="9549"/>
                </a:cubicBezTo>
                <a:cubicBezTo>
                  <a:pt x="7800" y="8162"/>
                  <a:pt x="9753" y="7191"/>
                  <a:pt x="11954" y="6734"/>
                </a:cubicBezTo>
                <a:close/>
              </a:path>
            </a:pathLst>
          </a:custGeom>
          <a:solidFill>
            <a:schemeClr val="bg1"/>
          </a:solidFill>
          <a:effectLst/>
        </p:spPr>
        <p:txBody>
          <a:bodyPr vert="horz" wrap="square" lIns="144000" tIns="144000" rIns="144000" bIns="144000" rtlCol="0" anchor="ctr">
            <a:noAutofit/>
          </a:bodyPr>
          <a:lstStyle>
            <a:lvl1pPr>
              <a:buNone/>
              <a:defRPr lang="en-US" sz="100" smtClean="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endParaRPr lang="en-US" dirty="0"/>
          </a:p>
        </p:txBody>
      </p:sp>
      <p:sp>
        <p:nvSpPr>
          <p:cNvPr id="28" name="Text Placeholder 46">
            <a:extLst>
              <a:ext uri="{FF2B5EF4-FFF2-40B4-BE49-F238E27FC236}">
                <a16:creationId xmlns:a16="http://schemas.microsoft.com/office/drawing/2014/main" id="{64D2FF41-F7DC-93B1-F9F5-0789DDF0658E}"/>
              </a:ext>
            </a:extLst>
          </p:cNvPr>
          <p:cNvSpPr>
            <a:spLocks noGrp="1"/>
          </p:cNvSpPr>
          <p:nvPr>
            <p:ph type="body" sz="quarter" idx="65" hasCustomPrompt="1"/>
          </p:nvPr>
        </p:nvSpPr>
        <p:spPr>
          <a:xfrm>
            <a:off x="9029660" y="4689028"/>
            <a:ext cx="156354" cy="104600"/>
          </a:xfrm>
          <a:custGeom>
            <a:avLst/>
            <a:gdLst>
              <a:gd name="csX0" fmla="*/ 7272 w 156354"/>
              <a:gd name="csY0" fmla="*/ 11102 h 104600"/>
              <a:gd name="csX1" fmla="*/ 7272 w 156354"/>
              <a:gd name="csY1" fmla="*/ 97386 h 104600"/>
              <a:gd name="csX2" fmla="*/ 149082 w 156354"/>
              <a:gd name="csY2" fmla="*/ 97386 h 104600"/>
              <a:gd name="csX3" fmla="*/ 149082 w 156354"/>
              <a:gd name="csY3" fmla="*/ 11102 h 104600"/>
              <a:gd name="csX4" fmla="*/ 80450 w 156354"/>
              <a:gd name="csY4" fmla="*/ 65879 h 104600"/>
              <a:gd name="csX5" fmla="*/ 75904 w 156354"/>
              <a:gd name="csY5" fmla="*/ 65879 h 104600"/>
              <a:gd name="csX6" fmla="*/ 13976 w 156354"/>
              <a:gd name="csY6" fmla="*/ 7214 h 104600"/>
              <a:gd name="csX7" fmla="*/ 78177 w 156354"/>
              <a:gd name="csY7" fmla="*/ 58502 h 104600"/>
              <a:gd name="csX8" fmla="*/ 142378 w 156354"/>
              <a:gd name="csY8" fmla="*/ 7214 h 104600"/>
              <a:gd name="csX9" fmla="*/ 3636 w 156354"/>
              <a:gd name="csY9" fmla="*/ 0 h 104600"/>
              <a:gd name="csX10" fmla="*/ 152718 w 156354"/>
              <a:gd name="csY10" fmla="*/ 0 h 104600"/>
              <a:gd name="csX11" fmla="*/ 156354 w 156354"/>
              <a:gd name="csY11" fmla="*/ 3607 h 104600"/>
              <a:gd name="csX12" fmla="*/ 156354 w 156354"/>
              <a:gd name="csY12" fmla="*/ 100993 h 104600"/>
              <a:gd name="csX13" fmla="*/ 152718 w 156354"/>
              <a:gd name="csY13" fmla="*/ 104600 h 104600"/>
              <a:gd name="csX14" fmla="*/ 3636 w 156354"/>
              <a:gd name="csY14" fmla="*/ 104600 h 104600"/>
              <a:gd name="csX15" fmla="*/ 0 w 156354"/>
              <a:gd name="csY15" fmla="*/ 100993 h 104600"/>
              <a:gd name="csX16" fmla="*/ 0 w 156354"/>
              <a:gd name="csY16" fmla="*/ 3607 h 104600"/>
              <a:gd name="csX17" fmla="*/ 3636 w 156354"/>
              <a:gd name="csY17" fmla="*/ 0 h 1046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56354" h="104600">
                <a:moveTo>
                  <a:pt x="7272" y="11102"/>
                </a:moveTo>
                <a:lnTo>
                  <a:pt x="7272" y="97386"/>
                </a:lnTo>
                <a:lnTo>
                  <a:pt x="149082" y="97386"/>
                </a:lnTo>
                <a:lnTo>
                  <a:pt x="149082" y="11102"/>
                </a:lnTo>
                <a:lnTo>
                  <a:pt x="80450" y="65879"/>
                </a:lnTo>
                <a:cubicBezTo>
                  <a:pt x="79121" y="66943"/>
                  <a:pt x="77233" y="66943"/>
                  <a:pt x="75904" y="65879"/>
                </a:cubicBezTo>
                <a:close/>
                <a:moveTo>
                  <a:pt x="13976" y="7214"/>
                </a:moveTo>
                <a:lnTo>
                  <a:pt x="78177" y="58502"/>
                </a:lnTo>
                <a:lnTo>
                  <a:pt x="142378" y="7214"/>
                </a:lnTo>
                <a:close/>
                <a:moveTo>
                  <a:pt x="3636" y="0"/>
                </a:moveTo>
                <a:lnTo>
                  <a:pt x="152718" y="0"/>
                </a:lnTo>
                <a:cubicBezTo>
                  <a:pt x="154726" y="0"/>
                  <a:pt x="156354" y="1616"/>
                  <a:pt x="156354" y="3607"/>
                </a:cubicBezTo>
                <a:lnTo>
                  <a:pt x="156354" y="100993"/>
                </a:lnTo>
                <a:cubicBezTo>
                  <a:pt x="156354" y="102995"/>
                  <a:pt x="154726" y="104600"/>
                  <a:pt x="152718" y="104600"/>
                </a:cubicBezTo>
                <a:lnTo>
                  <a:pt x="3636" y="104600"/>
                </a:lnTo>
                <a:cubicBezTo>
                  <a:pt x="1628" y="104600"/>
                  <a:pt x="0" y="102995"/>
                  <a:pt x="0" y="100993"/>
                </a:cubicBezTo>
                <a:lnTo>
                  <a:pt x="0" y="3607"/>
                </a:lnTo>
                <a:cubicBezTo>
                  <a:pt x="0" y="1616"/>
                  <a:pt x="1628" y="0"/>
                  <a:pt x="3636" y="0"/>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E-Mail:</a:t>
            </a:r>
          </a:p>
        </p:txBody>
      </p:sp>
      <p:sp>
        <p:nvSpPr>
          <p:cNvPr id="29" name="Text Placeholder 47">
            <a:extLst>
              <a:ext uri="{FF2B5EF4-FFF2-40B4-BE49-F238E27FC236}">
                <a16:creationId xmlns:a16="http://schemas.microsoft.com/office/drawing/2014/main" id="{59F66C56-E656-6E1F-9414-1CD7A0482A20}"/>
              </a:ext>
            </a:extLst>
          </p:cNvPr>
          <p:cNvSpPr>
            <a:spLocks noGrp="1"/>
          </p:cNvSpPr>
          <p:nvPr>
            <p:ph type="body" sz="quarter" idx="66"/>
          </p:nvPr>
        </p:nvSpPr>
        <p:spPr>
          <a:xfrm>
            <a:off x="9038553" y="5247830"/>
            <a:ext cx="138568" cy="158705"/>
          </a:xfrm>
          <a:custGeom>
            <a:avLst/>
            <a:gdLst>
              <a:gd name="csX0" fmla="*/ 47720 w 138568"/>
              <a:gd name="csY0" fmla="*/ 92965 h 158705"/>
              <a:gd name="csX1" fmla="*/ 47720 w 138568"/>
              <a:gd name="csY1" fmla="*/ 151120 h 158705"/>
              <a:gd name="csX2" fmla="*/ 90851 w 138568"/>
              <a:gd name="csY2" fmla="*/ 151120 h 158705"/>
              <a:gd name="csX3" fmla="*/ 90851 w 138568"/>
              <a:gd name="csY3" fmla="*/ 92965 h 158705"/>
              <a:gd name="csX4" fmla="*/ 69284 w 138568"/>
              <a:gd name="csY4" fmla="*/ 8544 h 158705"/>
              <a:gd name="csX5" fmla="*/ 7560 w 138568"/>
              <a:gd name="csY5" fmla="*/ 55192 h 158705"/>
              <a:gd name="csX6" fmla="*/ 7560 w 138568"/>
              <a:gd name="csY6" fmla="*/ 151120 h 158705"/>
              <a:gd name="csX7" fmla="*/ 40162 w 138568"/>
              <a:gd name="csY7" fmla="*/ 151120 h 158705"/>
              <a:gd name="csX8" fmla="*/ 40162 w 138568"/>
              <a:gd name="csY8" fmla="*/ 89173 h 158705"/>
              <a:gd name="csX9" fmla="*/ 43941 w 138568"/>
              <a:gd name="csY9" fmla="*/ 85380 h 158705"/>
              <a:gd name="csX10" fmla="*/ 94630 w 138568"/>
              <a:gd name="csY10" fmla="*/ 85380 h 158705"/>
              <a:gd name="csX11" fmla="*/ 98409 w 138568"/>
              <a:gd name="csY11" fmla="*/ 89173 h 158705"/>
              <a:gd name="csX12" fmla="*/ 98409 w 138568"/>
              <a:gd name="csY12" fmla="*/ 151120 h 158705"/>
              <a:gd name="csX13" fmla="*/ 131011 w 138568"/>
              <a:gd name="csY13" fmla="*/ 151120 h 158705"/>
              <a:gd name="csX14" fmla="*/ 131009 w 138568"/>
              <a:gd name="csY14" fmla="*/ 55192 h 158705"/>
              <a:gd name="csX15" fmla="*/ 67010 w 138568"/>
              <a:gd name="csY15" fmla="*/ 762 h 158705"/>
              <a:gd name="csX16" fmla="*/ 71560 w 138568"/>
              <a:gd name="csY16" fmla="*/ 762 h 158705"/>
              <a:gd name="csX17" fmla="*/ 137066 w 138568"/>
              <a:gd name="csY17" fmla="*/ 50269 h 158705"/>
              <a:gd name="csX18" fmla="*/ 137064 w 138568"/>
              <a:gd name="csY18" fmla="*/ 50270 h 158705"/>
              <a:gd name="csX19" fmla="*/ 138568 w 138568"/>
              <a:gd name="csY19" fmla="*/ 53304 h 158705"/>
              <a:gd name="csX20" fmla="*/ 138568 w 138568"/>
              <a:gd name="csY20" fmla="*/ 154912 h 158705"/>
              <a:gd name="csX21" fmla="*/ 134789 w 138568"/>
              <a:gd name="csY21" fmla="*/ 158705 h 158705"/>
              <a:gd name="csX22" fmla="*/ 3779 w 138568"/>
              <a:gd name="csY22" fmla="*/ 158705 h 158705"/>
              <a:gd name="csX23" fmla="*/ 0 w 138568"/>
              <a:gd name="csY23" fmla="*/ 154912 h 158705"/>
              <a:gd name="csX24" fmla="*/ 0 w 138568"/>
              <a:gd name="csY24" fmla="*/ 53296 h 158705"/>
              <a:gd name="csX25" fmla="*/ 1504 w 138568"/>
              <a:gd name="csY25" fmla="*/ 50269 h 1587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38568" h="158705">
                <a:moveTo>
                  <a:pt x="47720" y="92965"/>
                </a:moveTo>
                <a:lnTo>
                  <a:pt x="47720" y="151120"/>
                </a:lnTo>
                <a:lnTo>
                  <a:pt x="90851" y="151120"/>
                </a:lnTo>
                <a:lnTo>
                  <a:pt x="90851" y="92965"/>
                </a:lnTo>
                <a:close/>
                <a:moveTo>
                  <a:pt x="69284" y="8544"/>
                </a:moveTo>
                <a:lnTo>
                  <a:pt x="7560" y="55192"/>
                </a:lnTo>
                <a:lnTo>
                  <a:pt x="7560" y="151120"/>
                </a:lnTo>
                <a:lnTo>
                  <a:pt x="40162" y="151120"/>
                </a:lnTo>
                <a:lnTo>
                  <a:pt x="40162" y="89173"/>
                </a:lnTo>
                <a:cubicBezTo>
                  <a:pt x="40162" y="87079"/>
                  <a:pt x="41855" y="85380"/>
                  <a:pt x="43941" y="85380"/>
                </a:cubicBezTo>
                <a:lnTo>
                  <a:pt x="94630" y="85380"/>
                </a:lnTo>
                <a:cubicBezTo>
                  <a:pt x="96716" y="85380"/>
                  <a:pt x="98409" y="87079"/>
                  <a:pt x="98409" y="89173"/>
                </a:cubicBezTo>
                <a:lnTo>
                  <a:pt x="98409" y="151120"/>
                </a:lnTo>
                <a:lnTo>
                  <a:pt x="131011" y="151120"/>
                </a:lnTo>
                <a:lnTo>
                  <a:pt x="131009" y="55192"/>
                </a:lnTo>
                <a:close/>
                <a:moveTo>
                  <a:pt x="67010" y="762"/>
                </a:moveTo>
                <a:cubicBezTo>
                  <a:pt x="68363" y="-254"/>
                  <a:pt x="70215" y="-254"/>
                  <a:pt x="71560" y="762"/>
                </a:cubicBezTo>
                <a:lnTo>
                  <a:pt x="137066" y="50269"/>
                </a:lnTo>
                <a:lnTo>
                  <a:pt x="137064" y="50270"/>
                </a:lnTo>
                <a:cubicBezTo>
                  <a:pt x="138016" y="50990"/>
                  <a:pt x="138568" y="52113"/>
                  <a:pt x="138568" y="53304"/>
                </a:cubicBezTo>
                <a:lnTo>
                  <a:pt x="138568" y="154912"/>
                </a:lnTo>
                <a:cubicBezTo>
                  <a:pt x="138568" y="157006"/>
                  <a:pt x="136875" y="158705"/>
                  <a:pt x="134789" y="158705"/>
                </a:cubicBezTo>
                <a:lnTo>
                  <a:pt x="3779" y="158705"/>
                </a:lnTo>
                <a:cubicBezTo>
                  <a:pt x="1693" y="158705"/>
                  <a:pt x="0" y="157006"/>
                  <a:pt x="0" y="154912"/>
                </a:cubicBezTo>
                <a:lnTo>
                  <a:pt x="0" y="53296"/>
                </a:lnTo>
                <a:cubicBezTo>
                  <a:pt x="0" y="52105"/>
                  <a:pt x="559" y="50982"/>
                  <a:pt x="1504" y="50269"/>
                </a:cubicBez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endParaRPr lang="en-US" dirty="0"/>
          </a:p>
        </p:txBody>
      </p:sp>
      <p:sp>
        <p:nvSpPr>
          <p:cNvPr id="30" name="Text Placeholder 48">
            <a:extLst>
              <a:ext uri="{FF2B5EF4-FFF2-40B4-BE49-F238E27FC236}">
                <a16:creationId xmlns:a16="http://schemas.microsoft.com/office/drawing/2014/main" id="{2FBB717B-E346-6F1C-1EB5-DD66691CE407}"/>
              </a:ext>
            </a:extLst>
          </p:cNvPr>
          <p:cNvSpPr>
            <a:spLocks noGrp="1"/>
          </p:cNvSpPr>
          <p:nvPr>
            <p:ph type="body" sz="quarter" idx="67" hasCustomPrompt="1"/>
          </p:nvPr>
        </p:nvSpPr>
        <p:spPr>
          <a:xfrm>
            <a:off x="9016028" y="5820895"/>
            <a:ext cx="183618" cy="184282"/>
          </a:xfrm>
          <a:custGeom>
            <a:avLst/>
            <a:gdLst>
              <a:gd name="csX0" fmla="*/ 138423 w 183618"/>
              <a:gd name="csY0" fmla="*/ 143458 h 184282"/>
              <a:gd name="csX1" fmla="*/ 129506 w 183618"/>
              <a:gd name="csY1" fmla="*/ 165898 h 184282"/>
              <a:gd name="csX2" fmla="*/ 152500 w 183618"/>
              <a:gd name="csY2" fmla="*/ 148341 h 184282"/>
              <a:gd name="csX3" fmla="*/ 152509 w 183618"/>
              <a:gd name="csY3" fmla="*/ 148341 h 184282"/>
              <a:gd name="csX4" fmla="*/ 138441 w 183618"/>
              <a:gd name="csY4" fmla="*/ 143467 h 184282"/>
              <a:gd name="csX5" fmla="*/ 138423 w 183618"/>
              <a:gd name="csY5" fmla="*/ 143467 h 184282"/>
              <a:gd name="csX6" fmla="*/ 45174 w 183618"/>
              <a:gd name="csY6" fmla="*/ 143458 h 184282"/>
              <a:gd name="csX7" fmla="*/ 31115 w 183618"/>
              <a:gd name="csY7" fmla="*/ 148350 h 184282"/>
              <a:gd name="csX8" fmla="*/ 31124 w 183618"/>
              <a:gd name="csY8" fmla="*/ 148350 h 184282"/>
              <a:gd name="csX9" fmla="*/ 54100 w 183618"/>
              <a:gd name="csY9" fmla="*/ 165898 h 184282"/>
              <a:gd name="csX10" fmla="*/ 54109 w 183618"/>
              <a:gd name="csY10" fmla="*/ 165898 h 184282"/>
              <a:gd name="csX11" fmla="*/ 45192 w 183618"/>
              <a:gd name="csY11" fmla="*/ 143467 h 184282"/>
              <a:gd name="csX12" fmla="*/ 87255 w 183618"/>
              <a:gd name="csY12" fmla="*/ 137454 h 184282"/>
              <a:gd name="csX13" fmla="*/ 54064 w 183618"/>
              <a:gd name="csY13" fmla="*/ 141259 h 184282"/>
              <a:gd name="csX14" fmla="*/ 54073 w 183618"/>
              <a:gd name="csY14" fmla="*/ 141259 h 184282"/>
              <a:gd name="csX15" fmla="*/ 68822 w 183618"/>
              <a:gd name="csY15" fmla="*/ 171769 h 184282"/>
              <a:gd name="csX16" fmla="*/ 68830 w 183618"/>
              <a:gd name="csY16" fmla="*/ 171769 h 184282"/>
              <a:gd name="csX17" fmla="*/ 87264 w 183618"/>
              <a:gd name="csY17" fmla="*/ 174892 h 184282"/>
              <a:gd name="csX18" fmla="*/ 87264 w 183618"/>
              <a:gd name="csY18" fmla="*/ 137462 h 184282"/>
              <a:gd name="csX19" fmla="*/ 87255 w 183618"/>
              <a:gd name="csY19" fmla="*/ 137462 h 184282"/>
              <a:gd name="csX20" fmla="*/ 96351 w 183618"/>
              <a:gd name="csY20" fmla="*/ 137453 h 184282"/>
              <a:gd name="csX21" fmla="*/ 96350 w 183618"/>
              <a:gd name="csY21" fmla="*/ 174892 h 184282"/>
              <a:gd name="csX22" fmla="*/ 114775 w 183618"/>
              <a:gd name="csY22" fmla="*/ 171768 h 184282"/>
              <a:gd name="csX23" fmla="*/ 114793 w 183618"/>
              <a:gd name="csY23" fmla="*/ 171768 h 184282"/>
              <a:gd name="csX24" fmla="*/ 129541 w 183618"/>
              <a:gd name="csY24" fmla="*/ 141250 h 184282"/>
              <a:gd name="csX25" fmla="*/ 129550 w 183618"/>
              <a:gd name="csY25" fmla="*/ 141250 h 184282"/>
              <a:gd name="csX26" fmla="*/ 96360 w 183618"/>
              <a:gd name="csY26" fmla="*/ 137462 h 184282"/>
              <a:gd name="csX27" fmla="*/ 96351 w 183618"/>
              <a:gd name="csY27" fmla="*/ 137462 h 184282"/>
              <a:gd name="csX28" fmla="*/ 96353 w 183618"/>
              <a:gd name="csY28" fmla="*/ 96709 h 184282"/>
              <a:gd name="csX29" fmla="*/ 96351 w 183618"/>
              <a:gd name="csY29" fmla="*/ 128199 h 184282"/>
              <a:gd name="csX30" fmla="*/ 96360 w 183618"/>
              <a:gd name="csY30" fmla="*/ 128190 h 184282"/>
              <a:gd name="csX31" fmla="*/ 131886 w 183618"/>
              <a:gd name="csY31" fmla="*/ 132373 h 184282"/>
              <a:gd name="csX32" fmla="*/ 136197 w 183618"/>
              <a:gd name="csY32" fmla="*/ 96709 h 184282"/>
              <a:gd name="csX33" fmla="*/ 47422 w 183618"/>
              <a:gd name="csY33" fmla="*/ 96708 h 184282"/>
              <a:gd name="csX34" fmla="*/ 51733 w 183618"/>
              <a:gd name="csY34" fmla="*/ 132371 h 184282"/>
              <a:gd name="csX35" fmla="*/ 87259 w 183618"/>
              <a:gd name="csY35" fmla="*/ 128197 h 184282"/>
              <a:gd name="csX36" fmla="*/ 87268 w 183618"/>
              <a:gd name="csY36" fmla="*/ 128188 h 184282"/>
              <a:gd name="csX37" fmla="*/ 87268 w 183618"/>
              <a:gd name="csY37" fmla="*/ 96709 h 184282"/>
              <a:gd name="csX38" fmla="*/ 47440 w 183618"/>
              <a:gd name="csY38" fmla="*/ 96709 h 184282"/>
              <a:gd name="csX39" fmla="*/ 174243 w 183618"/>
              <a:gd name="csY39" fmla="*/ 96700 h 184282"/>
              <a:gd name="csX40" fmla="*/ 145435 w 183618"/>
              <a:gd name="csY40" fmla="*/ 96709 h 184282"/>
              <a:gd name="csX41" fmla="*/ 145426 w 183618"/>
              <a:gd name="csY41" fmla="*/ 96709 h 184282"/>
              <a:gd name="csX42" fmla="*/ 145426 w 183618"/>
              <a:gd name="csY42" fmla="*/ 96701 h 184282"/>
              <a:gd name="csX43" fmla="*/ 140757 w 183618"/>
              <a:gd name="csY43" fmla="*/ 134588 h 184282"/>
              <a:gd name="csX44" fmla="*/ 140775 w 183618"/>
              <a:gd name="csY44" fmla="*/ 134588 h 184282"/>
              <a:gd name="csX45" fmla="*/ 158564 w 183618"/>
              <a:gd name="csY45" fmla="*/ 140917 h 184282"/>
              <a:gd name="csX46" fmla="*/ 158573 w 183618"/>
              <a:gd name="csY46" fmla="*/ 140917 h 184282"/>
              <a:gd name="csX47" fmla="*/ 174261 w 183618"/>
              <a:gd name="csY47" fmla="*/ 96700 h 184282"/>
              <a:gd name="csX48" fmla="*/ 38208 w 183618"/>
              <a:gd name="csY48" fmla="*/ 96700 h 184282"/>
              <a:gd name="csX49" fmla="*/ 9347 w 183618"/>
              <a:gd name="csY49" fmla="*/ 96709 h 184282"/>
              <a:gd name="csX50" fmla="*/ 9356 w 183618"/>
              <a:gd name="csY50" fmla="*/ 96709 h 184282"/>
              <a:gd name="csX51" fmla="*/ 25043 w 183618"/>
              <a:gd name="csY51" fmla="*/ 140916 h 184282"/>
              <a:gd name="csX52" fmla="*/ 42850 w 183618"/>
              <a:gd name="csY52" fmla="*/ 134588 h 184282"/>
              <a:gd name="csX53" fmla="*/ 42859 w 183618"/>
              <a:gd name="csY53" fmla="*/ 134588 h 184282"/>
              <a:gd name="csX54" fmla="*/ 38190 w 183618"/>
              <a:gd name="csY54" fmla="*/ 96709 h 184282"/>
              <a:gd name="csX55" fmla="*/ 38208 w 183618"/>
              <a:gd name="csY55" fmla="*/ 96709 h 184282"/>
              <a:gd name="csX56" fmla="*/ 131878 w 183618"/>
              <a:gd name="csY56" fmla="*/ 51909 h 184282"/>
              <a:gd name="csX57" fmla="*/ 131880 w 183618"/>
              <a:gd name="csY57" fmla="*/ 51911 h 184282"/>
              <a:gd name="csX58" fmla="*/ 96345 w 183618"/>
              <a:gd name="csY58" fmla="*/ 56102 h 184282"/>
              <a:gd name="csX59" fmla="*/ 96354 w 183618"/>
              <a:gd name="csY59" fmla="*/ 56102 h 184282"/>
              <a:gd name="csX60" fmla="*/ 96354 w 183618"/>
              <a:gd name="csY60" fmla="*/ 87581 h 184282"/>
              <a:gd name="csX61" fmla="*/ 136198 w 183618"/>
              <a:gd name="csY61" fmla="*/ 87581 h 184282"/>
              <a:gd name="csX62" fmla="*/ 131896 w 183618"/>
              <a:gd name="csY62" fmla="*/ 51918 h 184282"/>
              <a:gd name="csX63" fmla="*/ 51724 w 183618"/>
              <a:gd name="csY63" fmla="*/ 51909 h 184282"/>
              <a:gd name="csX64" fmla="*/ 51724 w 183618"/>
              <a:gd name="csY64" fmla="*/ 51918 h 184282"/>
              <a:gd name="csX65" fmla="*/ 51724 w 183618"/>
              <a:gd name="csY65" fmla="*/ 51918 h 184282"/>
              <a:gd name="csX66" fmla="*/ 47424 w 183618"/>
              <a:gd name="csY66" fmla="*/ 87580 h 184282"/>
              <a:gd name="csX67" fmla="*/ 87267 w 183618"/>
              <a:gd name="csY67" fmla="*/ 87580 h 184282"/>
              <a:gd name="csX68" fmla="*/ 87267 w 183618"/>
              <a:gd name="csY68" fmla="*/ 56092 h 184282"/>
              <a:gd name="csX69" fmla="*/ 87276 w 183618"/>
              <a:gd name="csY69" fmla="*/ 56092 h 184282"/>
              <a:gd name="csX70" fmla="*/ 51742 w 183618"/>
              <a:gd name="csY70" fmla="*/ 51918 h 184282"/>
              <a:gd name="csX71" fmla="*/ 51724 w 183618"/>
              <a:gd name="csY71" fmla="*/ 51918 h 184282"/>
              <a:gd name="csX72" fmla="*/ 51725 w 183618"/>
              <a:gd name="csY72" fmla="*/ 51910 h 184282"/>
              <a:gd name="csX73" fmla="*/ 158565 w 183618"/>
              <a:gd name="csY73" fmla="*/ 43373 h 184282"/>
              <a:gd name="csX74" fmla="*/ 140749 w 183618"/>
              <a:gd name="csY74" fmla="*/ 49710 h 184282"/>
              <a:gd name="csX75" fmla="*/ 140758 w 183618"/>
              <a:gd name="csY75" fmla="*/ 49710 h 184282"/>
              <a:gd name="csX76" fmla="*/ 145427 w 183618"/>
              <a:gd name="csY76" fmla="*/ 87580 h 184282"/>
              <a:gd name="csX77" fmla="*/ 174262 w 183618"/>
              <a:gd name="csY77" fmla="*/ 87580 h 184282"/>
              <a:gd name="csX78" fmla="*/ 158584 w 183618"/>
              <a:gd name="csY78" fmla="*/ 43382 h 184282"/>
              <a:gd name="csX79" fmla="*/ 158584 w 183618"/>
              <a:gd name="csY79" fmla="*/ 43373 h 184282"/>
              <a:gd name="csX80" fmla="*/ 158566 w 183618"/>
              <a:gd name="csY80" fmla="*/ 43373 h 184282"/>
              <a:gd name="csX81" fmla="*/ 25036 w 183618"/>
              <a:gd name="csY81" fmla="*/ 43373 h 184282"/>
              <a:gd name="csX82" fmla="*/ 9357 w 183618"/>
              <a:gd name="csY82" fmla="*/ 87580 h 184282"/>
              <a:gd name="csX83" fmla="*/ 38192 w 183618"/>
              <a:gd name="csY83" fmla="*/ 87580 h 184282"/>
              <a:gd name="csX84" fmla="*/ 42861 w 183618"/>
              <a:gd name="csY84" fmla="*/ 49701 h 184282"/>
              <a:gd name="csX85" fmla="*/ 42870 w 183618"/>
              <a:gd name="csY85" fmla="*/ 49701 h 184282"/>
              <a:gd name="csX86" fmla="*/ 25045 w 183618"/>
              <a:gd name="csY86" fmla="*/ 43382 h 184282"/>
              <a:gd name="csX87" fmla="*/ 129516 w 183618"/>
              <a:gd name="csY87" fmla="*/ 18401 h 184282"/>
              <a:gd name="csX88" fmla="*/ 138433 w 183618"/>
              <a:gd name="csY88" fmla="*/ 40824 h 184282"/>
              <a:gd name="csX89" fmla="*/ 152493 w 183618"/>
              <a:gd name="csY89" fmla="*/ 35950 h 184282"/>
              <a:gd name="csX90" fmla="*/ 152511 w 183618"/>
              <a:gd name="csY90" fmla="*/ 35950 h 184282"/>
              <a:gd name="csX91" fmla="*/ 129525 w 183618"/>
              <a:gd name="csY91" fmla="*/ 18401 h 184282"/>
              <a:gd name="csX92" fmla="*/ 54094 w 183618"/>
              <a:gd name="csY92" fmla="*/ 18392 h 184282"/>
              <a:gd name="csX93" fmla="*/ 31118 w 183618"/>
              <a:gd name="csY93" fmla="*/ 35950 h 184282"/>
              <a:gd name="csX94" fmla="*/ 31127 w 183618"/>
              <a:gd name="csY94" fmla="*/ 35950 h 184282"/>
              <a:gd name="csX95" fmla="*/ 45186 w 183618"/>
              <a:gd name="csY95" fmla="*/ 40833 h 184282"/>
              <a:gd name="csX96" fmla="*/ 45186 w 183618"/>
              <a:gd name="csY96" fmla="*/ 40824 h 184282"/>
              <a:gd name="csX97" fmla="*/ 54112 w 183618"/>
              <a:gd name="csY97" fmla="*/ 18392 h 184282"/>
              <a:gd name="csX98" fmla="*/ 96353 w 183618"/>
              <a:gd name="csY98" fmla="*/ 9389 h 184282"/>
              <a:gd name="csX99" fmla="*/ 96353 w 183618"/>
              <a:gd name="csY99" fmla="*/ 46828 h 184282"/>
              <a:gd name="csX100" fmla="*/ 129534 w 183618"/>
              <a:gd name="csY100" fmla="*/ 43040 h 184282"/>
              <a:gd name="csX101" fmla="*/ 129543 w 183618"/>
              <a:gd name="csY101" fmla="*/ 43031 h 184282"/>
              <a:gd name="csX102" fmla="*/ 114804 w 183618"/>
              <a:gd name="csY102" fmla="*/ 12522 h 184282"/>
              <a:gd name="csX103" fmla="*/ 114813 w 183618"/>
              <a:gd name="csY103" fmla="*/ 12522 h 184282"/>
              <a:gd name="csX104" fmla="*/ 96362 w 183618"/>
              <a:gd name="csY104" fmla="*/ 9398 h 184282"/>
              <a:gd name="csX105" fmla="*/ 96362 w 183618"/>
              <a:gd name="csY105" fmla="*/ 9389 h 184282"/>
              <a:gd name="csX106" fmla="*/ 87257 w 183618"/>
              <a:gd name="csY106" fmla="*/ 9389 h 184282"/>
              <a:gd name="csX107" fmla="*/ 87257 w 183618"/>
              <a:gd name="csY107" fmla="*/ 9390 h 184282"/>
              <a:gd name="csX108" fmla="*/ 68806 w 183618"/>
              <a:gd name="csY108" fmla="*/ 12532 h 184282"/>
              <a:gd name="csX109" fmla="*/ 54076 w 183618"/>
              <a:gd name="csY109" fmla="*/ 43041 h 184282"/>
              <a:gd name="csX110" fmla="*/ 54085 w 183618"/>
              <a:gd name="csY110" fmla="*/ 43041 h 184282"/>
              <a:gd name="csX111" fmla="*/ 87266 w 183618"/>
              <a:gd name="csY111" fmla="*/ 46829 h 184282"/>
              <a:gd name="csX112" fmla="*/ 87266 w 183618"/>
              <a:gd name="csY112" fmla="*/ 9389 h 184282"/>
              <a:gd name="csX113" fmla="*/ 91809 w 183618"/>
              <a:gd name="csY113" fmla="*/ 0 h 184282"/>
              <a:gd name="csX114" fmla="*/ 183618 w 183618"/>
              <a:gd name="csY114" fmla="*/ 92141 h 184282"/>
              <a:gd name="csX115" fmla="*/ 91809 w 183618"/>
              <a:gd name="csY115" fmla="*/ 184282 h 184282"/>
              <a:gd name="csX116" fmla="*/ 0 w 183618"/>
              <a:gd name="csY116" fmla="*/ 92141 h 184282"/>
              <a:gd name="csX117" fmla="*/ 91800 w 183618"/>
              <a:gd name="csY117" fmla="*/ 9 h 184282"/>
              <a:gd name="csX118" fmla="*/ 91809 w 183618"/>
              <a:gd name="csY118" fmla="*/ 9 h 1842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Lst>
            <a:rect l="l" t="t" r="r" b="b"/>
            <a:pathLst>
              <a:path w="183618" h="184282">
                <a:moveTo>
                  <a:pt x="138423" y="143458"/>
                </a:moveTo>
                <a:cubicBezTo>
                  <a:pt x="136008" y="151662"/>
                  <a:pt x="133012" y="159220"/>
                  <a:pt x="129506" y="165898"/>
                </a:cubicBezTo>
                <a:cubicBezTo>
                  <a:pt x="138172" y="161428"/>
                  <a:pt x="145953" y="155459"/>
                  <a:pt x="152500" y="148341"/>
                </a:cubicBezTo>
                <a:lnTo>
                  <a:pt x="152509" y="148341"/>
                </a:lnTo>
                <a:cubicBezTo>
                  <a:pt x="148181" y="146519"/>
                  <a:pt x="143476" y="144885"/>
                  <a:pt x="138441" y="143467"/>
                </a:cubicBezTo>
                <a:lnTo>
                  <a:pt x="138423" y="143467"/>
                </a:lnTo>
                <a:close/>
                <a:moveTo>
                  <a:pt x="45174" y="143458"/>
                </a:moveTo>
                <a:cubicBezTo>
                  <a:pt x="40148" y="144885"/>
                  <a:pt x="35443" y="146519"/>
                  <a:pt x="31115" y="148350"/>
                </a:cubicBezTo>
                <a:lnTo>
                  <a:pt x="31124" y="148350"/>
                </a:lnTo>
                <a:cubicBezTo>
                  <a:pt x="37670" y="155459"/>
                  <a:pt x="45442" y="161419"/>
                  <a:pt x="54100" y="165898"/>
                </a:cubicBezTo>
                <a:lnTo>
                  <a:pt x="54109" y="165898"/>
                </a:lnTo>
                <a:cubicBezTo>
                  <a:pt x="50603" y="159229"/>
                  <a:pt x="47607" y="151662"/>
                  <a:pt x="45192" y="143467"/>
                </a:cubicBezTo>
                <a:close/>
                <a:moveTo>
                  <a:pt x="87255" y="137454"/>
                </a:moveTo>
                <a:cubicBezTo>
                  <a:pt x="75279" y="137732"/>
                  <a:pt x="64135" y="139078"/>
                  <a:pt x="54064" y="141259"/>
                </a:cubicBezTo>
                <a:lnTo>
                  <a:pt x="54073" y="141259"/>
                </a:lnTo>
                <a:cubicBezTo>
                  <a:pt x="57847" y="153816"/>
                  <a:pt x="62963" y="164202"/>
                  <a:pt x="68822" y="171769"/>
                </a:cubicBezTo>
                <a:lnTo>
                  <a:pt x="68830" y="171769"/>
                </a:lnTo>
                <a:cubicBezTo>
                  <a:pt x="74724" y="173483"/>
                  <a:pt x="80905" y="174551"/>
                  <a:pt x="87264" y="174892"/>
                </a:cubicBezTo>
                <a:lnTo>
                  <a:pt x="87264" y="137462"/>
                </a:lnTo>
                <a:lnTo>
                  <a:pt x="87255" y="137462"/>
                </a:lnTo>
                <a:close/>
                <a:moveTo>
                  <a:pt x="96351" y="137453"/>
                </a:moveTo>
                <a:lnTo>
                  <a:pt x="96350" y="174892"/>
                </a:lnTo>
                <a:cubicBezTo>
                  <a:pt x="102710" y="174551"/>
                  <a:pt x="108881" y="173483"/>
                  <a:pt x="114775" y="171768"/>
                </a:cubicBezTo>
                <a:lnTo>
                  <a:pt x="114793" y="171768"/>
                </a:lnTo>
                <a:cubicBezTo>
                  <a:pt x="120651" y="164202"/>
                  <a:pt x="125776" y="153816"/>
                  <a:pt x="129541" y="141250"/>
                </a:cubicBezTo>
                <a:lnTo>
                  <a:pt x="129550" y="141250"/>
                </a:lnTo>
                <a:cubicBezTo>
                  <a:pt x="119489" y="139078"/>
                  <a:pt x="108344" y="137731"/>
                  <a:pt x="96360" y="137462"/>
                </a:cubicBezTo>
                <a:lnTo>
                  <a:pt x="96351" y="137462"/>
                </a:lnTo>
                <a:close/>
                <a:moveTo>
                  <a:pt x="96353" y="96709"/>
                </a:moveTo>
                <a:lnTo>
                  <a:pt x="96351" y="128199"/>
                </a:lnTo>
                <a:lnTo>
                  <a:pt x="96360" y="128190"/>
                </a:lnTo>
                <a:cubicBezTo>
                  <a:pt x="108694" y="128477"/>
                  <a:pt x="120715" y="129922"/>
                  <a:pt x="131886" y="132373"/>
                </a:cubicBezTo>
                <a:cubicBezTo>
                  <a:pt x="134363" y="121662"/>
                  <a:pt x="135902" y="109662"/>
                  <a:pt x="136197" y="96709"/>
                </a:cubicBezTo>
                <a:close/>
                <a:moveTo>
                  <a:pt x="47422" y="96708"/>
                </a:moveTo>
                <a:cubicBezTo>
                  <a:pt x="47717" y="109670"/>
                  <a:pt x="49256" y="121662"/>
                  <a:pt x="51733" y="132371"/>
                </a:cubicBezTo>
                <a:cubicBezTo>
                  <a:pt x="62895" y="129921"/>
                  <a:pt x="74925" y="128475"/>
                  <a:pt x="87259" y="128197"/>
                </a:cubicBezTo>
                <a:lnTo>
                  <a:pt x="87268" y="128188"/>
                </a:lnTo>
                <a:lnTo>
                  <a:pt x="87268" y="96709"/>
                </a:lnTo>
                <a:lnTo>
                  <a:pt x="47440" y="96709"/>
                </a:lnTo>
                <a:close/>
                <a:moveTo>
                  <a:pt x="174243" y="96700"/>
                </a:moveTo>
                <a:lnTo>
                  <a:pt x="145435" y="96709"/>
                </a:lnTo>
                <a:lnTo>
                  <a:pt x="145426" y="96709"/>
                </a:lnTo>
                <a:lnTo>
                  <a:pt x="145426" y="96701"/>
                </a:lnTo>
                <a:cubicBezTo>
                  <a:pt x="145122" y="109895"/>
                  <a:pt x="143503" y="122749"/>
                  <a:pt x="140757" y="134588"/>
                </a:cubicBezTo>
                <a:lnTo>
                  <a:pt x="140775" y="134588"/>
                </a:lnTo>
                <a:cubicBezTo>
                  <a:pt x="147098" y="136366"/>
                  <a:pt x="153073" y="138484"/>
                  <a:pt x="158564" y="140917"/>
                </a:cubicBezTo>
                <a:lnTo>
                  <a:pt x="158573" y="140917"/>
                </a:lnTo>
                <a:cubicBezTo>
                  <a:pt x="167687" y="128377"/>
                  <a:pt x="173366" y="113181"/>
                  <a:pt x="174261" y="96700"/>
                </a:cubicBezTo>
                <a:close/>
                <a:moveTo>
                  <a:pt x="38208" y="96700"/>
                </a:moveTo>
                <a:lnTo>
                  <a:pt x="9347" y="96709"/>
                </a:lnTo>
                <a:lnTo>
                  <a:pt x="9356" y="96709"/>
                </a:lnTo>
                <a:cubicBezTo>
                  <a:pt x="10250" y="113180"/>
                  <a:pt x="15938" y="128376"/>
                  <a:pt x="25043" y="140916"/>
                </a:cubicBezTo>
                <a:cubicBezTo>
                  <a:pt x="30543" y="138484"/>
                  <a:pt x="36518" y="136365"/>
                  <a:pt x="42850" y="134588"/>
                </a:cubicBezTo>
                <a:lnTo>
                  <a:pt x="42859" y="134588"/>
                </a:lnTo>
                <a:cubicBezTo>
                  <a:pt x="40113" y="122758"/>
                  <a:pt x="38494" y="109904"/>
                  <a:pt x="38190" y="96709"/>
                </a:cubicBezTo>
                <a:lnTo>
                  <a:pt x="38208" y="96709"/>
                </a:lnTo>
                <a:close/>
                <a:moveTo>
                  <a:pt x="131878" y="51909"/>
                </a:moveTo>
                <a:lnTo>
                  <a:pt x="131880" y="51911"/>
                </a:lnTo>
                <a:cubicBezTo>
                  <a:pt x="120709" y="54361"/>
                  <a:pt x="108679" y="55806"/>
                  <a:pt x="96345" y="56102"/>
                </a:cubicBezTo>
                <a:lnTo>
                  <a:pt x="96354" y="56102"/>
                </a:lnTo>
                <a:lnTo>
                  <a:pt x="96354" y="87581"/>
                </a:lnTo>
                <a:lnTo>
                  <a:pt x="136198" y="87581"/>
                </a:lnTo>
                <a:cubicBezTo>
                  <a:pt x="135903" y="74619"/>
                  <a:pt x="134365" y="62627"/>
                  <a:pt x="131896" y="51918"/>
                </a:cubicBezTo>
                <a:close/>
                <a:moveTo>
                  <a:pt x="51724" y="51909"/>
                </a:moveTo>
                <a:lnTo>
                  <a:pt x="51724" y="51918"/>
                </a:lnTo>
                <a:lnTo>
                  <a:pt x="51724" y="51918"/>
                </a:lnTo>
                <a:lnTo>
                  <a:pt x="47424" y="87580"/>
                </a:lnTo>
                <a:lnTo>
                  <a:pt x="87267" y="87580"/>
                </a:lnTo>
                <a:lnTo>
                  <a:pt x="87267" y="56092"/>
                </a:lnTo>
                <a:lnTo>
                  <a:pt x="87276" y="56092"/>
                </a:lnTo>
                <a:cubicBezTo>
                  <a:pt x="74942" y="55805"/>
                  <a:pt x="62912" y="54360"/>
                  <a:pt x="51742" y="51918"/>
                </a:cubicBezTo>
                <a:lnTo>
                  <a:pt x="51724" y="51918"/>
                </a:lnTo>
                <a:lnTo>
                  <a:pt x="51725" y="51910"/>
                </a:lnTo>
                <a:close/>
                <a:moveTo>
                  <a:pt x="158565" y="43373"/>
                </a:moveTo>
                <a:cubicBezTo>
                  <a:pt x="153065" y="45806"/>
                  <a:pt x="147090" y="47924"/>
                  <a:pt x="140749" y="49710"/>
                </a:cubicBezTo>
                <a:lnTo>
                  <a:pt x="140758" y="49710"/>
                </a:lnTo>
                <a:cubicBezTo>
                  <a:pt x="143504" y="61540"/>
                  <a:pt x="145123" y="74385"/>
                  <a:pt x="145427" y="87580"/>
                </a:cubicBezTo>
                <a:lnTo>
                  <a:pt x="174262" y="87580"/>
                </a:lnTo>
                <a:cubicBezTo>
                  <a:pt x="173368" y="71099"/>
                  <a:pt x="167689" y="55903"/>
                  <a:pt x="158584" y="43382"/>
                </a:cubicBezTo>
                <a:lnTo>
                  <a:pt x="158584" y="43373"/>
                </a:lnTo>
                <a:lnTo>
                  <a:pt x="158566" y="43373"/>
                </a:lnTo>
                <a:close/>
                <a:moveTo>
                  <a:pt x="25036" y="43373"/>
                </a:moveTo>
                <a:cubicBezTo>
                  <a:pt x="15931" y="55903"/>
                  <a:pt x="10251" y="71099"/>
                  <a:pt x="9357" y="87580"/>
                </a:cubicBezTo>
                <a:lnTo>
                  <a:pt x="38192" y="87580"/>
                </a:lnTo>
                <a:cubicBezTo>
                  <a:pt x="38497" y="74385"/>
                  <a:pt x="40115" y="61531"/>
                  <a:pt x="42861" y="49701"/>
                </a:cubicBezTo>
                <a:lnTo>
                  <a:pt x="42870" y="49701"/>
                </a:lnTo>
                <a:cubicBezTo>
                  <a:pt x="36529" y="47924"/>
                  <a:pt x="30554" y="45805"/>
                  <a:pt x="25045" y="43382"/>
                </a:cubicBezTo>
                <a:close/>
                <a:moveTo>
                  <a:pt x="129516" y="18401"/>
                </a:moveTo>
                <a:cubicBezTo>
                  <a:pt x="133022" y="25062"/>
                  <a:pt x="136009" y="32629"/>
                  <a:pt x="138433" y="40824"/>
                </a:cubicBezTo>
                <a:cubicBezTo>
                  <a:pt x="143460" y="39405"/>
                  <a:pt x="148164" y="37763"/>
                  <a:pt x="152493" y="35950"/>
                </a:cubicBezTo>
                <a:lnTo>
                  <a:pt x="152511" y="35950"/>
                </a:lnTo>
                <a:cubicBezTo>
                  <a:pt x="145964" y="28832"/>
                  <a:pt x="138192" y="22862"/>
                  <a:pt x="129525" y="18401"/>
                </a:cubicBezTo>
                <a:close/>
                <a:moveTo>
                  <a:pt x="54094" y="18392"/>
                </a:moveTo>
                <a:cubicBezTo>
                  <a:pt x="45437" y="22862"/>
                  <a:pt x="37665" y="28823"/>
                  <a:pt x="31118" y="35950"/>
                </a:cubicBezTo>
                <a:lnTo>
                  <a:pt x="31127" y="35950"/>
                </a:lnTo>
                <a:cubicBezTo>
                  <a:pt x="35464" y="37763"/>
                  <a:pt x="40160" y="39405"/>
                  <a:pt x="45186" y="40833"/>
                </a:cubicBezTo>
                <a:lnTo>
                  <a:pt x="45186" y="40824"/>
                </a:lnTo>
                <a:cubicBezTo>
                  <a:pt x="47610" y="32629"/>
                  <a:pt x="50606" y="25062"/>
                  <a:pt x="54112" y="18392"/>
                </a:cubicBezTo>
                <a:close/>
                <a:moveTo>
                  <a:pt x="96353" y="9389"/>
                </a:moveTo>
                <a:lnTo>
                  <a:pt x="96353" y="46828"/>
                </a:lnTo>
                <a:cubicBezTo>
                  <a:pt x="108329" y="46550"/>
                  <a:pt x="119464" y="45203"/>
                  <a:pt x="129534" y="43040"/>
                </a:cubicBezTo>
                <a:lnTo>
                  <a:pt x="129543" y="43031"/>
                </a:lnTo>
                <a:cubicBezTo>
                  <a:pt x="125778" y="30474"/>
                  <a:pt x="120662" y="20089"/>
                  <a:pt x="114804" y="12522"/>
                </a:cubicBezTo>
                <a:lnTo>
                  <a:pt x="114813" y="12522"/>
                </a:lnTo>
                <a:cubicBezTo>
                  <a:pt x="108910" y="10807"/>
                  <a:pt x="102730" y="9739"/>
                  <a:pt x="96362" y="9398"/>
                </a:cubicBezTo>
                <a:lnTo>
                  <a:pt x="96362" y="9389"/>
                </a:lnTo>
                <a:close/>
                <a:moveTo>
                  <a:pt x="87257" y="9389"/>
                </a:moveTo>
                <a:lnTo>
                  <a:pt x="87257" y="9390"/>
                </a:lnTo>
                <a:cubicBezTo>
                  <a:pt x="80880" y="9740"/>
                  <a:pt x="74709" y="10808"/>
                  <a:pt x="68806" y="12532"/>
                </a:cubicBezTo>
                <a:cubicBezTo>
                  <a:pt x="62957" y="20098"/>
                  <a:pt x="57841" y="30474"/>
                  <a:pt x="54076" y="43041"/>
                </a:cubicBezTo>
                <a:lnTo>
                  <a:pt x="54085" y="43041"/>
                </a:lnTo>
                <a:cubicBezTo>
                  <a:pt x="64154" y="45204"/>
                  <a:pt x="75290" y="46551"/>
                  <a:pt x="87266" y="46829"/>
                </a:cubicBezTo>
                <a:lnTo>
                  <a:pt x="87266" y="9389"/>
                </a:lnTo>
                <a:close/>
                <a:moveTo>
                  <a:pt x="91809" y="0"/>
                </a:moveTo>
                <a:cubicBezTo>
                  <a:pt x="142512" y="0"/>
                  <a:pt x="183618" y="41254"/>
                  <a:pt x="183618" y="92141"/>
                </a:cubicBezTo>
                <a:cubicBezTo>
                  <a:pt x="183618" y="143028"/>
                  <a:pt x="142512" y="184282"/>
                  <a:pt x="91809" y="184282"/>
                </a:cubicBezTo>
                <a:cubicBezTo>
                  <a:pt x="41105" y="184282"/>
                  <a:pt x="0" y="143028"/>
                  <a:pt x="0" y="92141"/>
                </a:cubicBezTo>
                <a:cubicBezTo>
                  <a:pt x="0" y="41254"/>
                  <a:pt x="41096" y="9"/>
                  <a:pt x="91800" y="9"/>
                </a:cubicBezTo>
                <a:lnTo>
                  <a:pt x="91809" y="9"/>
                </a:lnTo>
                <a:close/>
              </a:path>
            </a:pathLst>
          </a:custGeom>
          <a:solidFill>
            <a:schemeClr val="bg1"/>
          </a:solidFill>
          <a:effectLst/>
        </p:spPr>
        <p:txBody>
          <a:bodyPr vert="horz" wrap="square" lIns="144000" tIns="144000" rIns="144000" bIns="144000" rtlCol="0" anchor="ctr">
            <a:noAutofit/>
          </a:bodyPr>
          <a:lstStyle>
            <a:lvl1pPr>
              <a:buNone/>
              <a:defRPr lang="en-US" sz="100" dirty="0">
                <a:solidFill>
                  <a:schemeClr val="tx1">
                    <a:alpha val="0"/>
                  </a:schemeClr>
                </a:solidFill>
              </a:defRPr>
            </a:lvl1pPr>
            <a:lvl2pPr>
              <a:buNone/>
              <a:defRPr lang="en-US" smtClean="0"/>
            </a:lvl2pPr>
            <a:lvl3pPr>
              <a:defRPr lang="en-US" smtClean="0"/>
            </a:lvl3pPr>
            <a:lvl4pPr>
              <a:defRPr lang="en-US" smtClean="0"/>
            </a:lvl4pPr>
            <a:lvl5pPr>
              <a:defRPr lang="en-GB"/>
            </a:lvl5pPr>
          </a:lstStyle>
          <a:p>
            <a:pPr lvl="0">
              <a:buNone/>
            </a:pPr>
            <a:r>
              <a:rPr lang="en-US" dirty="0"/>
              <a:t>Website:</a:t>
            </a:r>
          </a:p>
        </p:txBody>
      </p:sp>
    </p:spTree>
    <p:extLst>
      <p:ext uri="{BB962C8B-B14F-4D97-AF65-F5344CB8AC3E}">
        <p14:creationId xmlns:p14="http://schemas.microsoft.com/office/powerpoint/2010/main" val="19857433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bschluss">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228524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16" name="Circle: Hollow 15">
            <a:extLst>
              <a:ext uri="{FF2B5EF4-FFF2-40B4-BE49-F238E27FC236}">
                <a16:creationId xmlns:a16="http://schemas.microsoft.com/office/drawing/2014/main" id="{CBE08881-E042-B25B-8B94-E94B4D3D423A}"/>
              </a:ext>
            </a:extLst>
          </p:cNvPr>
          <p:cNvSpPr/>
          <p:nvPr userDrawn="1"/>
        </p:nvSpPr>
        <p:spPr>
          <a:xfrm>
            <a:off x="-5196841" y="1661160"/>
            <a:ext cx="10393680" cy="10393680"/>
          </a:xfrm>
          <a:prstGeom prst="donut">
            <a:avLst>
              <a:gd name="adj" fmla="val 21545"/>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err="1">
              <a:solidFill>
                <a:schemeClr val="tx1"/>
              </a:solidFill>
            </a:endParaRPr>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4503419" y="1545232"/>
            <a:ext cx="3185162" cy="111522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1716405" y="3123923"/>
            <a:ext cx="8759190" cy="1588127"/>
          </a:xfrm>
        </p:spPr>
        <p:txBody>
          <a:bodyPr>
            <a:noAutofit/>
          </a:bodyPr>
          <a:lstStyle>
            <a:lvl1pPr algn="ctr">
              <a:buNone/>
              <a:defRPr sz="5400">
                <a:solidFill>
                  <a:schemeClr val="bg2"/>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1716406" y="4971137"/>
            <a:ext cx="8759189" cy="341632"/>
          </a:xfrm>
        </p:spPr>
        <p:txBody>
          <a:bodyPr anchor="ctr">
            <a:noAutofit/>
          </a:bodyPr>
          <a:lstStyle>
            <a:lvl1pPr algn="ctr">
              <a:buNone/>
              <a:defRPr sz="1800">
                <a:solidFill>
                  <a:schemeClr val="bg2"/>
                </a:solidFill>
              </a:defRPr>
            </a:lvl1pPr>
          </a:lstStyle>
          <a:p>
            <a:pPr lvl="0"/>
            <a:r>
              <a:rPr lang="en-US" dirty="0"/>
              <a:t>Lorem ipsum dolor </a:t>
            </a:r>
          </a:p>
        </p:txBody>
      </p:sp>
      <p:sp>
        <p:nvSpPr>
          <p:cNvPr id="17" name="Rectangle 16">
            <a:extLst>
              <a:ext uri="{FF2B5EF4-FFF2-40B4-BE49-F238E27FC236}">
                <a16:creationId xmlns:a16="http://schemas.microsoft.com/office/drawing/2014/main" id="{BE9CB645-7585-3980-08F3-8714FFC9872F}"/>
              </a:ext>
            </a:extLst>
          </p:cNvPr>
          <p:cNvSpPr/>
          <p:nvPr userDrawn="1"/>
        </p:nvSpPr>
        <p:spPr>
          <a:xfrm rot="16200000">
            <a:off x="6027736" y="715961"/>
            <a:ext cx="136527" cy="1219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22984224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vent Prozes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41729253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5" name="Text Placeholder 16">
            <a:extLst>
              <a:ext uri="{FF2B5EF4-FFF2-40B4-BE49-F238E27FC236}">
                <a16:creationId xmlns:a16="http://schemas.microsoft.com/office/drawing/2014/main" id="{54D51D21-859D-98B7-D6B7-11EF8984FE55}"/>
              </a:ext>
            </a:extLst>
          </p:cNvPr>
          <p:cNvSpPr>
            <a:spLocks noGrp="1"/>
          </p:cNvSpPr>
          <p:nvPr>
            <p:ph type="body" sz="quarter" idx="20"/>
          </p:nvPr>
        </p:nvSpPr>
        <p:spPr>
          <a:xfrm>
            <a:off x="6380066" y="1990864"/>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7" name="Text Placeholder 16">
            <a:extLst>
              <a:ext uri="{FF2B5EF4-FFF2-40B4-BE49-F238E27FC236}">
                <a16:creationId xmlns:a16="http://schemas.microsoft.com/office/drawing/2014/main" id="{18B7EE59-A4DA-BA79-D03C-A13340D9C1D5}"/>
              </a:ext>
            </a:extLst>
          </p:cNvPr>
          <p:cNvSpPr>
            <a:spLocks noGrp="1"/>
          </p:cNvSpPr>
          <p:nvPr>
            <p:ph type="body" sz="quarter" idx="27"/>
          </p:nvPr>
        </p:nvSpPr>
        <p:spPr>
          <a:xfrm>
            <a:off x="6380066" y="2847007"/>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8" name="Text Placeholder 16">
            <a:extLst>
              <a:ext uri="{FF2B5EF4-FFF2-40B4-BE49-F238E27FC236}">
                <a16:creationId xmlns:a16="http://schemas.microsoft.com/office/drawing/2014/main" id="{631285E4-01B4-8591-6298-48D6A85D1A5D}"/>
              </a:ext>
            </a:extLst>
          </p:cNvPr>
          <p:cNvSpPr>
            <a:spLocks noGrp="1"/>
          </p:cNvSpPr>
          <p:nvPr>
            <p:ph type="body" sz="quarter" idx="28"/>
          </p:nvPr>
        </p:nvSpPr>
        <p:spPr>
          <a:xfrm>
            <a:off x="6380066" y="3703151"/>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29" name="Text Placeholder 16">
            <a:extLst>
              <a:ext uri="{FF2B5EF4-FFF2-40B4-BE49-F238E27FC236}">
                <a16:creationId xmlns:a16="http://schemas.microsoft.com/office/drawing/2014/main" id="{DBD850FD-57DE-0711-E088-36BE41B90124}"/>
              </a:ext>
            </a:extLst>
          </p:cNvPr>
          <p:cNvSpPr>
            <a:spLocks noGrp="1"/>
          </p:cNvSpPr>
          <p:nvPr>
            <p:ph type="body" sz="quarter" idx="29"/>
          </p:nvPr>
        </p:nvSpPr>
        <p:spPr>
          <a:xfrm>
            <a:off x="6380066" y="4559295"/>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30" name="Text Placeholder 16">
            <a:extLst>
              <a:ext uri="{FF2B5EF4-FFF2-40B4-BE49-F238E27FC236}">
                <a16:creationId xmlns:a16="http://schemas.microsoft.com/office/drawing/2014/main" id="{6612D762-7920-39F5-A3F7-6B965573AF2B}"/>
              </a:ext>
            </a:extLst>
          </p:cNvPr>
          <p:cNvSpPr>
            <a:spLocks noGrp="1"/>
          </p:cNvSpPr>
          <p:nvPr>
            <p:ph type="body" sz="quarter" idx="30"/>
          </p:nvPr>
        </p:nvSpPr>
        <p:spPr>
          <a:xfrm>
            <a:off x="6380066" y="5415438"/>
            <a:ext cx="5373785" cy="728187"/>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936000" tIns="108000" rIns="144000" bIns="108000" rtlCol="0" anchor="ctr">
            <a:noAutofit/>
          </a:bodyPr>
          <a:lstStyle>
            <a:lvl1pPr marL="0" indent="0">
              <a:buNone/>
              <a:defRPr lang="en-US" b="0" i="0" smtClean="0">
                <a:latin typeface="Abadi ExtraLight" panose="020B0204020104020204" pitchFamily="34" charset="77"/>
              </a:defRPr>
            </a:lvl1pPr>
            <a:lvl2pPr>
              <a:defRPr lang="en-US" smtClean="0"/>
            </a:lvl2pPr>
            <a:lvl3pPr>
              <a:defRPr lang="en-US" smtClean="0"/>
            </a:lvl3pPr>
            <a:lvl4pPr>
              <a:defRPr lang="en-US" smtClean="0"/>
            </a:lvl4pPr>
            <a:lvl5pPr>
              <a:defRPr lang="en-GB"/>
            </a:lvl5pPr>
          </a:lstStyle>
          <a:p>
            <a:pPr lvl="0"/>
            <a:r>
              <a:rPr lang="en-US" dirty="0"/>
              <a:t>Click to edit Master text styles</a:t>
            </a:r>
          </a:p>
        </p:txBody>
      </p:sp>
      <p:sp>
        <p:nvSpPr>
          <p:cNvPr id="13" name="Text Placeholder 16">
            <a:extLst>
              <a:ext uri="{FF2B5EF4-FFF2-40B4-BE49-F238E27FC236}">
                <a16:creationId xmlns:a16="http://schemas.microsoft.com/office/drawing/2014/main" id="{6AB11128-1BEE-AE7E-78BF-5848778EB960}"/>
              </a:ext>
            </a:extLst>
          </p:cNvPr>
          <p:cNvSpPr>
            <a:spLocks noGrp="1"/>
          </p:cNvSpPr>
          <p:nvPr>
            <p:ph type="body" sz="quarter" idx="19"/>
          </p:nvPr>
        </p:nvSpPr>
        <p:spPr>
          <a:xfrm>
            <a:off x="431801" y="1990863"/>
            <a:ext cx="5373785" cy="41527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144000" rIns="144000" bIns="144000" rtlCol="0">
            <a:noAutofit/>
          </a:bodyPr>
          <a:lstStyle>
            <a:lvl1pPr>
              <a:defRPr lang="en-US" b="0" i="0" smtClean="0">
                <a:latin typeface="Abadi ExtraLight" panose="020B0204020104020204" pitchFamily="34" charset="77"/>
              </a:defRPr>
            </a:lvl1pPr>
            <a:lvl2pPr>
              <a:defRPr lang="en-US" b="0" i="0" smtClean="0">
                <a:latin typeface="Abadi ExtraLight" panose="020B0204020104020204" pitchFamily="34" charset="77"/>
              </a:defRPr>
            </a:lvl2pPr>
            <a:lvl3pPr>
              <a:defRPr lang="en-US" b="0" i="0" smtClean="0">
                <a:latin typeface="Abadi ExtraLight" panose="020B0204020104020204" pitchFamily="34" charset="77"/>
              </a:defRPr>
            </a:lvl3pPr>
            <a:lvl4pPr>
              <a:defRPr lang="en-US" b="0" i="0" smtClean="0">
                <a:latin typeface="Abadi ExtraLight" panose="020B0204020104020204" pitchFamily="34" charset="77"/>
              </a:defRPr>
            </a:lvl4pPr>
            <a:lvl5pPr>
              <a:defRPr lang="en-GB" b="0" i="0">
                <a:latin typeface="Abadi ExtraLight" panose="020B0204020104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vert="horz" lIns="0" tIns="45720" rIns="0" bIns="45720" rtlCol="0">
            <a:noAutofit/>
          </a:bodyPr>
          <a:lstStyle>
            <a:lvl1pPr marL="0" indent="0" algn="l" defTabSz="914400" rtl="0" eaLnBrk="1" latinLnBrk="0" hangingPunct="1">
              <a:buNone/>
              <a:defRPr lang="en-GB" sz="2800" b="0" dirty="0">
                <a:solidFill>
                  <a:schemeClr val="accent1"/>
                </a:solidFill>
                <a:latin typeface="+mj-lt"/>
                <a:cs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lvl="0" indent="0">
              <a:buNone/>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 name="Text Placeholder 10">
            <a:extLst>
              <a:ext uri="{FF2B5EF4-FFF2-40B4-BE49-F238E27FC236}">
                <a16:creationId xmlns:a16="http://schemas.microsoft.com/office/drawing/2014/main" id="{D02CC726-C33A-0577-23E8-65F69B0459AB}"/>
              </a:ext>
            </a:extLst>
          </p:cNvPr>
          <p:cNvSpPr>
            <a:spLocks noGrp="1"/>
          </p:cNvSpPr>
          <p:nvPr>
            <p:ph type="body" sz="quarter" idx="12" hasCustomPrompt="1"/>
          </p:nvPr>
        </p:nvSpPr>
        <p:spPr>
          <a:xfrm>
            <a:off x="431800" y="1489076"/>
            <a:ext cx="537378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1" name="Text Placeholder 10">
            <a:extLst>
              <a:ext uri="{FF2B5EF4-FFF2-40B4-BE49-F238E27FC236}">
                <a16:creationId xmlns:a16="http://schemas.microsoft.com/office/drawing/2014/main" id="{1F13F419-9E2E-3DDF-7142-38EF42930AB1}"/>
              </a:ext>
            </a:extLst>
          </p:cNvPr>
          <p:cNvSpPr>
            <a:spLocks noGrp="1"/>
          </p:cNvSpPr>
          <p:nvPr>
            <p:ph type="body" sz="quarter" idx="13" hasCustomPrompt="1"/>
          </p:nvPr>
        </p:nvSpPr>
        <p:spPr>
          <a:xfrm>
            <a:off x="6380066" y="1489076"/>
            <a:ext cx="5373785" cy="370205"/>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cxnSp>
        <p:nvCxnSpPr>
          <p:cNvPr id="14" name="Straight Connector 13">
            <a:extLst>
              <a:ext uri="{FF2B5EF4-FFF2-40B4-BE49-F238E27FC236}">
                <a16:creationId xmlns:a16="http://schemas.microsoft.com/office/drawing/2014/main" id="{84D1D59B-E18B-6BBB-DC62-555E57E553E8}"/>
              </a:ext>
            </a:extLst>
          </p:cNvPr>
          <p:cNvCxnSpPr>
            <a:cxnSpLocks/>
          </p:cNvCxnSpPr>
          <p:nvPr userDrawn="1"/>
        </p:nvCxnSpPr>
        <p:spPr>
          <a:xfrm rot="16200000">
            <a:off x="3768726" y="3816351"/>
            <a:ext cx="465454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3BBD163-57AA-A10E-05FB-8B1D94C03D42}"/>
              </a:ext>
            </a:extLst>
          </p:cNvPr>
          <p:cNvSpPr/>
          <p:nvPr userDrawn="1"/>
        </p:nvSpPr>
        <p:spPr>
          <a:xfrm>
            <a:off x="5913906" y="3637431"/>
            <a:ext cx="357840" cy="357840"/>
          </a:xfrm>
          <a:prstGeom prst="ellipse">
            <a:avLst/>
          </a:prstGeom>
          <a:solidFill>
            <a:schemeClr val="accent2"/>
          </a:solidFill>
          <a:ln w="476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err="1"/>
          </a:p>
        </p:txBody>
      </p:sp>
      <p:sp>
        <p:nvSpPr>
          <p:cNvPr id="18" name="Graphic 16" descr="Caret Right with solid fill">
            <a:extLst>
              <a:ext uri="{FF2B5EF4-FFF2-40B4-BE49-F238E27FC236}">
                <a16:creationId xmlns:a16="http://schemas.microsoft.com/office/drawing/2014/main" id="{1B715220-13DF-950A-1F16-0FC8DB3A171A}"/>
              </a:ext>
            </a:extLst>
          </p:cNvPr>
          <p:cNvSpPr/>
          <p:nvPr/>
        </p:nvSpPr>
        <p:spPr>
          <a:xfrm>
            <a:off x="6052309" y="3716801"/>
            <a:ext cx="114491" cy="199101"/>
          </a:xfrm>
          <a:custGeom>
            <a:avLst/>
            <a:gdLst>
              <a:gd name="connsiteX0" fmla="*/ 14954 w 114491"/>
              <a:gd name="connsiteY0" fmla="*/ 199101 h 199101"/>
              <a:gd name="connsiteX1" fmla="*/ 4 w 114491"/>
              <a:gd name="connsiteY1" fmla="*/ 184155 h 199101"/>
              <a:gd name="connsiteX2" fmla="*/ 84595 w 114491"/>
              <a:gd name="connsiteY2" fmla="*/ 99563 h 199101"/>
              <a:gd name="connsiteX3" fmla="*/ 0 w 114491"/>
              <a:gd name="connsiteY3" fmla="*/ 14947 h 199101"/>
              <a:gd name="connsiteX4" fmla="*/ 14950 w 114491"/>
              <a:gd name="connsiteY4" fmla="*/ 0 h 199101"/>
              <a:gd name="connsiteX5" fmla="*/ 114492 w 114491"/>
              <a:gd name="connsiteY5" fmla="*/ 99563 h 199101"/>
              <a:gd name="connsiteX6" fmla="*/ 14954 w 114491"/>
              <a:gd name="connsiteY6" fmla="*/ 199101 h 199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491" h="199101">
                <a:moveTo>
                  <a:pt x="14954" y="199101"/>
                </a:moveTo>
                <a:lnTo>
                  <a:pt x="4" y="184155"/>
                </a:lnTo>
                <a:lnTo>
                  <a:pt x="84595" y="99563"/>
                </a:lnTo>
                <a:lnTo>
                  <a:pt x="0" y="14947"/>
                </a:lnTo>
                <a:lnTo>
                  <a:pt x="14950" y="0"/>
                </a:lnTo>
                <a:lnTo>
                  <a:pt x="114492" y="99563"/>
                </a:lnTo>
                <a:lnTo>
                  <a:pt x="14954" y="199101"/>
                </a:lnTo>
                <a:close/>
              </a:path>
            </a:pathLst>
          </a:custGeom>
          <a:solidFill>
            <a:schemeClr val="bg2"/>
          </a:solidFill>
          <a:ln w="3473" cap="flat">
            <a:noFill/>
            <a:prstDash val="solid"/>
            <a:miter/>
          </a:ln>
        </p:spPr>
        <p:txBody>
          <a:bodyPr rtlCol="0" anchor="ctr">
            <a:noAutofit/>
          </a:bodyPr>
          <a:lstStyle/>
          <a:p>
            <a:endParaRPr lang="en-GB"/>
          </a:p>
        </p:txBody>
      </p:sp>
      <p:sp>
        <p:nvSpPr>
          <p:cNvPr id="26" name="Text Placeholder 10">
            <a:extLst>
              <a:ext uri="{FF2B5EF4-FFF2-40B4-BE49-F238E27FC236}">
                <a16:creationId xmlns:a16="http://schemas.microsoft.com/office/drawing/2014/main" id="{7CD1464B-C91B-69D0-46AF-42EFC216789F}"/>
              </a:ext>
            </a:extLst>
          </p:cNvPr>
          <p:cNvSpPr>
            <a:spLocks noGrp="1"/>
          </p:cNvSpPr>
          <p:nvPr>
            <p:ph type="body" sz="quarter" idx="26" hasCustomPrompt="1"/>
          </p:nvPr>
        </p:nvSpPr>
        <p:spPr>
          <a:xfrm>
            <a:off x="6565693" y="2093394"/>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1" name="Text Placeholder 10">
            <a:extLst>
              <a:ext uri="{FF2B5EF4-FFF2-40B4-BE49-F238E27FC236}">
                <a16:creationId xmlns:a16="http://schemas.microsoft.com/office/drawing/2014/main" id="{26E566AD-BF54-733F-4726-5C4091C32B09}"/>
              </a:ext>
            </a:extLst>
          </p:cNvPr>
          <p:cNvSpPr>
            <a:spLocks noGrp="1"/>
          </p:cNvSpPr>
          <p:nvPr>
            <p:ph type="body" sz="quarter" idx="31" hasCustomPrompt="1"/>
          </p:nvPr>
        </p:nvSpPr>
        <p:spPr>
          <a:xfrm>
            <a:off x="6565693" y="2949538"/>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2" name="Text Placeholder 10">
            <a:extLst>
              <a:ext uri="{FF2B5EF4-FFF2-40B4-BE49-F238E27FC236}">
                <a16:creationId xmlns:a16="http://schemas.microsoft.com/office/drawing/2014/main" id="{2B0B8CF9-EB56-18C0-085A-2FE062959C30}"/>
              </a:ext>
            </a:extLst>
          </p:cNvPr>
          <p:cNvSpPr>
            <a:spLocks noGrp="1"/>
          </p:cNvSpPr>
          <p:nvPr>
            <p:ph type="body" sz="quarter" idx="32" hasCustomPrompt="1"/>
          </p:nvPr>
        </p:nvSpPr>
        <p:spPr>
          <a:xfrm>
            <a:off x="6565693" y="3805682"/>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3" name="Text Placeholder 10">
            <a:extLst>
              <a:ext uri="{FF2B5EF4-FFF2-40B4-BE49-F238E27FC236}">
                <a16:creationId xmlns:a16="http://schemas.microsoft.com/office/drawing/2014/main" id="{ABC84659-F623-7975-46D2-73677AF67DFE}"/>
              </a:ext>
            </a:extLst>
          </p:cNvPr>
          <p:cNvSpPr>
            <a:spLocks noGrp="1"/>
          </p:cNvSpPr>
          <p:nvPr>
            <p:ph type="body" sz="quarter" idx="33" hasCustomPrompt="1"/>
          </p:nvPr>
        </p:nvSpPr>
        <p:spPr>
          <a:xfrm>
            <a:off x="6565693" y="4661826"/>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4" name="Text Placeholder 10">
            <a:extLst>
              <a:ext uri="{FF2B5EF4-FFF2-40B4-BE49-F238E27FC236}">
                <a16:creationId xmlns:a16="http://schemas.microsoft.com/office/drawing/2014/main" id="{A8C7388D-271E-6483-98EB-7384BB2C210F}"/>
              </a:ext>
            </a:extLst>
          </p:cNvPr>
          <p:cNvSpPr>
            <a:spLocks noGrp="1"/>
          </p:cNvSpPr>
          <p:nvPr>
            <p:ph type="body" sz="quarter" idx="34" hasCustomPrompt="1"/>
          </p:nvPr>
        </p:nvSpPr>
        <p:spPr>
          <a:xfrm>
            <a:off x="6565693" y="5517968"/>
            <a:ext cx="523126" cy="52312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 name="Text Placeholder 8">
            <a:extLst>
              <a:ext uri="{FF2B5EF4-FFF2-40B4-BE49-F238E27FC236}">
                <a16:creationId xmlns:a16="http://schemas.microsoft.com/office/drawing/2014/main" id="{1932D3D3-C671-BA44-68DD-9E8AF846A70F}"/>
              </a:ext>
            </a:extLst>
          </p:cNvPr>
          <p:cNvSpPr>
            <a:spLocks noGrp="1"/>
          </p:cNvSpPr>
          <p:nvPr>
            <p:ph type="body" sz="quarter" idx="35"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212292740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vent 6 Textboxen mit Icons">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20630226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 Placeholder 17">
            <a:extLst>
              <a:ext uri="{FF2B5EF4-FFF2-40B4-BE49-F238E27FC236}">
                <a16:creationId xmlns:a16="http://schemas.microsoft.com/office/drawing/2014/main" id="{569BD7E6-9F9A-39E6-5DA9-A2BCB3155742}"/>
              </a:ext>
            </a:extLst>
          </p:cNvPr>
          <p:cNvSpPr>
            <a:spLocks noGrp="1"/>
          </p:cNvSpPr>
          <p:nvPr>
            <p:ph type="body" sz="quarter" idx="20"/>
          </p:nvPr>
        </p:nvSpPr>
        <p:spPr>
          <a:xfrm>
            <a:off x="431800" y="2039264"/>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799" y="455313"/>
            <a:ext cx="9441249" cy="523220"/>
          </a:xfrm>
          <a:prstGeom prst="rect">
            <a:avLst/>
          </a:prstGeom>
        </p:spPr>
        <p:txBody>
          <a:bodyPr lIns="0" rIns="0">
            <a:noAutofit/>
          </a:bodyPr>
          <a:lstStyle>
            <a:lvl1pPr marL="0" indent="0" algn="l" defTabSz="914400" rtl="0" eaLnBrk="1" latinLnBrk="0" hangingPunct="1">
              <a:buNone/>
              <a:defRPr lang="en-US" sz="2800" b="0" kern="1200" dirty="0" smtClean="0">
                <a:solidFill>
                  <a:schemeClr val="tx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83345" y="540252"/>
            <a:ext cx="114300" cy="2809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5" name="Text Placeholder 10">
            <a:extLst>
              <a:ext uri="{FF2B5EF4-FFF2-40B4-BE49-F238E27FC236}">
                <a16:creationId xmlns:a16="http://schemas.microsoft.com/office/drawing/2014/main" id="{664D06C3-BA68-0B05-B0FD-6B99B3E65C8C}"/>
              </a:ext>
            </a:extLst>
          </p:cNvPr>
          <p:cNvSpPr>
            <a:spLocks noGrp="1"/>
          </p:cNvSpPr>
          <p:nvPr>
            <p:ph type="body" sz="quarter" idx="28" hasCustomPrompt="1"/>
          </p:nvPr>
        </p:nvSpPr>
        <p:spPr>
          <a:xfrm>
            <a:off x="1708198" y="1489076"/>
            <a:ext cx="1100376" cy="1100376"/>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0" name="Text Placeholder 17">
            <a:extLst>
              <a:ext uri="{FF2B5EF4-FFF2-40B4-BE49-F238E27FC236}">
                <a16:creationId xmlns:a16="http://schemas.microsoft.com/office/drawing/2014/main" id="{BB0628B7-B840-2328-3CEB-93D61DDD4864}"/>
              </a:ext>
            </a:extLst>
          </p:cNvPr>
          <p:cNvSpPr>
            <a:spLocks noGrp="1"/>
          </p:cNvSpPr>
          <p:nvPr>
            <p:ph type="body" sz="quarter" idx="45"/>
          </p:nvPr>
        </p:nvSpPr>
        <p:spPr>
          <a:xfrm>
            <a:off x="4266239" y="2039264"/>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21" name="Text Placeholder 10">
            <a:extLst>
              <a:ext uri="{FF2B5EF4-FFF2-40B4-BE49-F238E27FC236}">
                <a16:creationId xmlns:a16="http://schemas.microsoft.com/office/drawing/2014/main" id="{C5BFABA8-53DE-AB38-FB26-2F1975D84423}"/>
              </a:ext>
            </a:extLst>
          </p:cNvPr>
          <p:cNvSpPr>
            <a:spLocks noGrp="1"/>
          </p:cNvSpPr>
          <p:nvPr>
            <p:ph type="body" sz="quarter" idx="46" hasCustomPrompt="1"/>
          </p:nvPr>
        </p:nvSpPr>
        <p:spPr>
          <a:xfrm>
            <a:off x="5542637" y="1489076"/>
            <a:ext cx="1100376" cy="110037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3" name="Text Placeholder 17">
            <a:extLst>
              <a:ext uri="{FF2B5EF4-FFF2-40B4-BE49-F238E27FC236}">
                <a16:creationId xmlns:a16="http://schemas.microsoft.com/office/drawing/2014/main" id="{6D8FDADC-84F7-7A5B-83E1-26D85CAE1B19}"/>
              </a:ext>
            </a:extLst>
          </p:cNvPr>
          <p:cNvSpPr>
            <a:spLocks noGrp="1"/>
          </p:cNvSpPr>
          <p:nvPr>
            <p:ph type="body" sz="quarter" idx="48"/>
          </p:nvPr>
        </p:nvSpPr>
        <p:spPr>
          <a:xfrm>
            <a:off x="8100678" y="2039264"/>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24" name="Text Placeholder 10">
            <a:extLst>
              <a:ext uri="{FF2B5EF4-FFF2-40B4-BE49-F238E27FC236}">
                <a16:creationId xmlns:a16="http://schemas.microsoft.com/office/drawing/2014/main" id="{2457F826-D45C-5F71-5608-F51C7A875C8F}"/>
              </a:ext>
            </a:extLst>
          </p:cNvPr>
          <p:cNvSpPr>
            <a:spLocks noGrp="1"/>
          </p:cNvSpPr>
          <p:nvPr>
            <p:ph type="body" sz="quarter" idx="49" hasCustomPrompt="1"/>
          </p:nvPr>
        </p:nvSpPr>
        <p:spPr>
          <a:xfrm>
            <a:off x="9377076" y="1489076"/>
            <a:ext cx="1100376" cy="1100376"/>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6" name="Text Placeholder 17">
            <a:extLst>
              <a:ext uri="{FF2B5EF4-FFF2-40B4-BE49-F238E27FC236}">
                <a16:creationId xmlns:a16="http://schemas.microsoft.com/office/drawing/2014/main" id="{C19C54E8-7CC1-74F4-462B-00CBC1ED9ADB}"/>
              </a:ext>
            </a:extLst>
          </p:cNvPr>
          <p:cNvSpPr>
            <a:spLocks noGrp="1"/>
          </p:cNvSpPr>
          <p:nvPr>
            <p:ph type="body" sz="quarter" idx="51"/>
          </p:nvPr>
        </p:nvSpPr>
        <p:spPr>
          <a:xfrm>
            <a:off x="431800" y="4458163"/>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27" name="Text Placeholder 10">
            <a:extLst>
              <a:ext uri="{FF2B5EF4-FFF2-40B4-BE49-F238E27FC236}">
                <a16:creationId xmlns:a16="http://schemas.microsoft.com/office/drawing/2014/main" id="{825CBCC4-1522-B137-6A5E-744584F52F66}"/>
              </a:ext>
            </a:extLst>
          </p:cNvPr>
          <p:cNvSpPr>
            <a:spLocks noGrp="1"/>
          </p:cNvSpPr>
          <p:nvPr>
            <p:ph type="body" sz="quarter" idx="52" hasCustomPrompt="1"/>
          </p:nvPr>
        </p:nvSpPr>
        <p:spPr>
          <a:xfrm>
            <a:off x="1708198" y="3907975"/>
            <a:ext cx="1100376" cy="110037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9" name="Text Placeholder 17">
            <a:extLst>
              <a:ext uri="{FF2B5EF4-FFF2-40B4-BE49-F238E27FC236}">
                <a16:creationId xmlns:a16="http://schemas.microsoft.com/office/drawing/2014/main" id="{92D4E220-31AA-E641-F3DD-A3EB43E5D9EE}"/>
              </a:ext>
            </a:extLst>
          </p:cNvPr>
          <p:cNvSpPr>
            <a:spLocks noGrp="1"/>
          </p:cNvSpPr>
          <p:nvPr>
            <p:ph type="body" sz="quarter" idx="54"/>
          </p:nvPr>
        </p:nvSpPr>
        <p:spPr>
          <a:xfrm>
            <a:off x="4266239" y="4458163"/>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30" name="Text Placeholder 10">
            <a:extLst>
              <a:ext uri="{FF2B5EF4-FFF2-40B4-BE49-F238E27FC236}">
                <a16:creationId xmlns:a16="http://schemas.microsoft.com/office/drawing/2014/main" id="{FD48A7AE-F2AA-A2F4-B5BD-8144B1542A29}"/>
              </a:ext>
            </a:extLst>
          </p:cNvPr>
          <p:cNvSpPr>
            <a:spLocks noGrp="1"/>
          </p:cNvSpPr>
          <p:nvPr>
            <p:ph type="body" sz="quarter" idx="55" hasCustomPrompt="1"/>
          </p:nvPr>
        </p:nvSpPr>
        <p:spPr>
          <a:xfrm>
            <a:off x="5542637" y="3907975"/>
            <a:ext cx="1100376" cy="1100376"/>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32" name="Text Placeholder 17">
            <a:extLst>
              <a:ext uri="{FF2B5EF4-FFF2-40B4-BE49-F238E27FC236}">
                <a16:creationId xmlns:a16="http://schemas.microsoft.com/office/drawing/2014/main" id="{C4998E87-D8B6-976D-3846-FF2163948F35}"/>
              </a:ext>
            </a:extLst>
          </p:cNvPr>
          <p:cNvSpPr>
            <a:spLocks noGrp="1"/>
          </p:cNvSpPr>
          <p:nvPr>
            <p:ph type="body" sz="quarter" idx="57"/>
          </p:nvPr>
        </p:nvSpPr>
        <p:spPr>
          <a:xfrm>
            <a:off x="8100678" y="4458163"/>
            <a:ext cx="3653172" cy="168546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rgbClr val="F1F5F6"/>
          </a:solidFill>
          <a:effectLst/>
        </p:spPr>
        <p:txBody>
          <a:bodyPr vert="horz" lIns="144000" tIns="936000" rIns="144000" bIns="144000" rtlCol="0" anchor="t">
            <a:noAutofit/>
          </a:bodyPr>
          <a:lstStyle>
            <a:lvl1pPr marL="0" indent="0" algn="ctr">
              <a:buNone/>
              <a:defRPr lang="en-US" b="0" i="0" smtClean="0">
                <a:latin typeface="Abadi ExtraLight" panose="020B0204020104020204" pitchFamily="34" charset="77"/>
              </a:defRPr>
            </a:lvl1pPr>
            <a:lvl2pPr algn="ctr">
              <a:defRPr lang="en-US" smtClean="0">
                <a:latin typeface="☞ABADI MT PRO LIGHT" panose="020B0302020104020204" pitchFamily="34" charset="0"/>
              </a:defRPr>
            </a:lvl2pPr>
            <a:lvl3pPr algn="ctr">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33" name="Text Placeholder 10">
            <a:extLst>
              <a:ext uri="{FF2B5EF4-FFF2-40B4-BE49-F238E27FC236}">
                <a16:creationId xmlns:a16="http://schemas.microsoft.com/office/drawing/2014/main" id="{93B8A6B9-1DE8-E6CD-D82F-FDCD38871AC0}"/>
              </a:ext>
            </a:extLst>
          </p:cNvPr>
          <p:cNvSpPr>
            <a:spLocks noGrp="1"/>
          </p:cNvSpPr>
          <p:nvPr>
            <p:ph type="body" sz="quarter" idx="58" hasCustomPrompt="1"/>
          </p:nvPr>
        </p:nvSpPr>
        <p:spPr>
          <a:xfrm>
            <a:off x="9377076" y="3907975"/>
            <a:ext cx="1100376" cy="1100376"/>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horz" lIns="36000" tIns="45720" rIns="36000" bIns="45720" rtlCol="0" anchor="ctr">
            <a:noAutofit/>
          </a:bodyPr>
          <a:lstStyle>
            <a:lvl1pPr marL="0" indent="0" algn="ctr">
              <a:lnSpc>
                <a:spcPct val="100000"/>
              </a:lnSpc>
              <a:spcBef>
                <a:spcPts val="0"/>
              </a:spcBef>
              <a:buNone/>
              <a:defRPr lang="en-GB" dirty="0">
                <a:solidFill>
                  <a:schemeClr val="bg1"/>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indent="0" algn="ctr">
              <a:lnSpc>
                <a:spcPct val="100000"/>
              </a:lnSpc>
              <a:spcBef>
                <a:spcPts val="0"/>
              </a:spcBef>
              <a:buNone/>
            </a:pPr>
            <a:r>
              <a:rPr lang="en-GB" dirty="0"/>
              <a:t>‎ </a:t>
            </a:r>
          </a:p>
        </p:txBody>
      </p:sp>
      <p:sp>
        <p:nvSpPr>
          <p:cNvPr id="2" name="Text Placeholder 8">
            <a:extLst>
              <a:ext uri="{FF2B5EF4-FFF2-40B4-BE49-F238E27FC236}">
                <a16:creationId xmlns:a16="http://schemas.microsoft.com/office/drawing/2014/main" id="{4A580D63-5F26-7143-C944-70C85B83B17A}"/>
              </a:ext>
            </a:extLst>
          </p:cNvPr>
          <p:cNvSpPr>
            <a:spLocks noGrp="1"/>
          </p:cNvSpPr>
          <p:nvPr>
            <p:ph type="body" sz="quarter" idx="12" hasCustomPrompt="1"/>
          </p:nvPr>
        </p:nvSpPr>
        <p:spPr>
          <a:xfrm>
            <a:off x="431799" y="208228"/>
            <a:ext cx="9441249" cy="307777"/>
          </a:xfrm>
          <a:prstGeom prst="rect">
            <a:avLst/>
          </a:prstGeom>
        </p:spPr>
        <p:txBody>
          <a:bodyPr lIns="0" rIns="0">
            <a:noAutofit/>
          </a:bodyPr>
          <a:lstStyle>
            <a:lvl1pPr marL="0" indent="0">
              <a:buNone/>
              <a:defRPr lang="en-GB" sz="1200" b="0" kern="1200" dirty="0">
                <a:solidFill>
                  <a:schemeClr val="bg1">
                    <a:lumMod val="50000"/>
                  </a:schemeClr>
                </a:solidFill>
                <a:latin typeface="+mn-lt"/>
                <a:ea typeface="+mn-ea"/>
                <a:cs typeface="Segoe UI" panose="020B0502040204020203" pitchFamily="34" charset="0"/>
                <a:sym typeface="Segoe UI" panose="020B0502040204020203" pitchFamily="34" charset="0"/>
              </a:defRPr>
            </a:lvl1pPr>
            <a:lvl2pPr>
              <a:defRPr/>
            </a:lvl2pPr>
            <a:lvl3pPr>
              <a:defRPr/>
            </a:lvl3pPr>
            <a:lvl4pPr>
              <a:defRPr/>
            </a:lvl4pPr>
            <a:lvl5pPr>
              <a:defRPr/>
            </a:lvl5pPr>
          </a:lstStyle>
          <a:p>
            <a:pPr marL="228600" marR="0" lvl="0" indent="-228600" algn="l" defTabSz="914400" rtl="0" eaLnBrk="1" latinLnBrk="0" hangingPunct="1">
              <a:spcBef>
                <a:spcPts val="0"/>
              </a:spcBef>
              <a:spcAft>
                <a:spcPts val="0"/>
              </a:spcAft>
              <a:defRPr/>
            </a:pPr>
            <a:r>
              <a:rPr lang="en-US" dirty="0" err="1"/>
              <a:t>Kapitel</a:t>
            </a:r>
            <a:endParaRPr lang="en-GB" dirty="0"/>
          </a:p>
        </p:txBody>
      </p:sp>
    </p:spTree>
    <p:extLst>
      <p:ext uri="{BB962C8B-B14F-4D97-AF65-F5344CB8AC3E}">
        <p14:creationId xmlns:p14="http://schemas.microsoft.com/office/powerpoint/2010/main" val="3590484435"/>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vent Kategorien 01">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284158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Text Placeholder 17">
            <a:extLst>
              <a:ext uri="{FF2B5EF4-FFF2-40B4-BE49-F238E27FC236}">
                <a16:creationId xmlns:a16="http://schemas.microsoft.com/office/drawing/2014/main" id="{84FA7129-B7FA-F2DE-FE83-A836041A7A18}"/>
              </a:ext>
            </a:extLst>
          </p:cNvPr>
          <p:cNvSpPr>
            <a:spLocks noGrp="1"/>
          </p:cNvSpPr>
          <p:nvPr>
            <p:ph type="body" sz="quarter" idx="22"/>
          </p:nvPr>
        </p:nvSpPr>
        <p:spPr>
          <a:xfrm>
            <a:off x="6729427" y="1489075"/>
            <a:ext cx="2412109" cy="46545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chemeClr val="accent1"/>
          </a:solidFill>
          <a:effectLst/>
        </p:spPr>
        <p:txBody>
          <a:bodyPr vert="horz" lIns="251999" tIns="3348000" rIns="251999" bIns="144000" rtlCol="0" anchor="t">
            <a:noAutofit/>
          </a:bodyPr>
          <a:lstStyle>
            <a:lvl1pPr marL="0" indent="0">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998537" y="626351"/>
            <a:ext cx="114300" cy="12477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19" name="Text Placeholder 17">
            <a:extLst>
              <a:ext uri="{FF2B5EF4-FFF2-40B4-BE49-F238E27FC236}">
                <a16:creationId xmlns:a16="http://schemas.microsoft.com/office/drawing/2014/main" id="{E4DF7A59-72E9-409E-895F-FCDB42CE0B6C}"/>
              </a:ext>
            </a:extLst>
          </p:cNvPr>
          <p:cNvSpPr>
            <a:spLocks noGrp="1"/>
          </p:cNvSpPr>
          <p:nvPr>
            <p:ph type="body" sz="quarter" idx="23"/>
          </p:nvPr>
        </p:nvSpPr>
        <p:spPr>
          <a:xfrm>
            <a:off x="9341741" y="1489075"/>
            <a:ext cx="2412109" cy="4654550"/>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solidFill>
            <a:schemeClr val="accent2"/>
          </a:solidFill>
          <a:effectLst/>
        </p:spPr>
        <p:txBody>
          <a:bodyPr vert="horz" lIns="251999" tIns="3348000" rIns="251999" bIns="144000" rtlCol="0" anchor="t">
            <a:noAutofit/>
          </a:bodyPr>
          <a:lstStyle>
            <a:lvl1pPr marL="0" indent="0">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20" name="Text Placeholder 10">
            <a:extLst>
              <a:ext uri="{FF2B5EF4-FFF2-40B4-BE49-F238E27FC236}">
                <a16:creationId xmlns:a16="http://schemas.microsoft.com/office/drawing/2014/main" id="{931423C3-6D7E-F94C-15B2-E02EFDDD742A}"/>
              </a:ext>
            </a:extLst>
          </p:cNvPr>
          <p:cNvSpPr>
            <a:spLocks noGrp="1"/>
          </p:cNvSpPr>
          <p:nvPr>
            <p:ph type="body" sz="quarter" idx="26" hasCustomPrompt="1"/>
          </p:nvPr>
        </p:nvSpPr>
        <p:spPr>
          <a:xfrm>
            <a:off x="10966330" y="1696465"/>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21" name="Text Placeholder 10">
            <a:extLst>
              <a:ext uri="{FF2B5EF4-FFF2-40B4-BE49-F238E27FC236}">
                <a16:creationId xmlns:a16="http://schemas.microsoft.com/office/drawing/2014/main" id="{91E777F8-D2F6-76F5-75D7-565FED871908}"/>
              </a:ext>
            </a:extLst>
          </p:cNvPr>
          <p:cNvSpPr>
            <a:spLocks noGrp="1"/>
          </p:cNvSpPr>
          <p:nvPr>
            <p:ph type="body" sz="quarter" idx="27" hasCustomPrompt="1"/>
          </p:nvPr>
        </p:nvSpPr>
        <p:spPr>
          <a:xfrm>
            <a:off x="8354016" y="1696465"/>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3" name="Bildplatzhalter 2">
            <a:extLst>
              <a:ext uri="{FF2B5EF4-FFF2-40B4-BE49-F238E27FC236}">
                <a16:creationId xmlns:a16="http://schemas.microsoft.com/office/drawing/2014/main" id="{A7000833-EB3D-6732-B09B-784A89782364}"/>
              </a:ext>
            </a:extLst>
          </p:cNvPr>
          <p:cNvSpPr>
            <a:spLocks noGrp="1"/>
          </p:cNvSpPr>
          <p:nvPr>
            <p:ph type="pic" sz="quarter" idx="29"/>
          </p:nvPr>
        </p:nvSpPr>
        <p:spPr>
          <a:xfrm>
            <a:off x="4116668" y="1489075"/>
            <a:ext cx="2413000" cy="4654550"/>
          </a:xfrm>
        </p:spPr>
        <p:txBody>
          <a:bodyPr>
            <a:noAutofit/>
          </a:bodyPr>
          <a:lstStyle/>
          <a:p>
            <a:endParaRPr lang="de-DE"/>
          </a:p>
        </p:txBody>
      </p:sp>
      <p:sp>
        <p:nvSpPr>
          <p:cNvPr id="8" name="Text Placeholder 17">
            <a:extLst>
              <a:ext uri="{FF2B5EF4-FFF2-40B4-BE49-F238E27FC236}">
                <a16:creationId xmlns:a16="http://schemas.microsoft.com/office/drawing/2014/main" id="{2FDF4861-2218-DCCE-4B17-1D5DF1B122EF}"/>
              </a:ext>
            </a:extLst>
          </p:cNvPr>
          <p:cNvSpPr>
            <a:spLocks noGrp="1"/>
          </p:cNvSpPr>
          <p:nvPr>
            <p:ph type="body" sz="quarter" idx="20"/>
          </p:nvPr>
        </p:nvSpPr>
        <p:spPr>
          <a:xfrm>
            <a:off x="4117114" y="3862874"/>
            <a:ext cx="2412109" cy="228075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gradFill>
            <a:gsLst>
              <a:gs pos="9000">
                <a:schemeClr val="accent1">
                  <a:alpha val="0"/>
                </a:schemeClr>
              </a:gs>
              <a:gs pos="100000">
                <a:schemeClr val="accent1">
                  <a:alpha val="95000"/>
                </a:schemeClr>
              </a:gs>
            </a:gsLst>
            <a:lin ang="5400000" scaled="1"/>
          </a:gradFill>
          <a:effectLst/>
        </p:spPr>
        <p:txBody>
          <a:bodyPr vert="horz" lIns="251999" tIns="972000" rIns="251999" bIns="144000" rtlCol="0" anchor="t">
            <a:noAutofit/>
          </a:bodyPr>
          <a:lstStyle>
            <a:lvl1pPr marL="0" indent="0">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10" name="Text Placeholder 10">
            <a:extLst>
              <a:ext uri="{FF2B5EF4-FFF2-40B4-BE49-F238E27FC236}">
                <a16:creationId xmlns:a16="http://schemas.microsoft.com/office/drawing/2014/main" id="{88D5F061-D0EB-01B3-0F1D-5DC3B79A3E19}"/>
              </a:ext>
            </a:extLst>
          </p:cNvPr>
          <p:cNvSpPr>
            <a:spLocks noGrp="1"/>
          </p:cNvSpPr>
          <p:nvPr>
            <p:ph type="body" sz="quarter" idx="28" hasCustomPrompt="1"/>
          </p:nvPr>
        </p:nvSpPr>
        <p:spPr>
          <a:xfrm>
            <a:off x="5741703" y="1696465"/>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2" name="Text Placeholder 5">
            <a:extLst>
              <a:ext uri="{FF2B5EF4-FFF2-40B4-BE49-F238E27FC236}">
                <a16:creationId xmlns:a16="http://schemas.microsoft.com/office/drawing/2014/main" id="{311D64B3-1BCD-46CC-1EFB-BAA4A5E79199}"/>
              </a:ext>
            </a:extLst>
          </p:cNvPr>
          <p:cNvSpPr>
            <a:spLocks noGrp="1"/>
          </p:cNvSpPr>
          <p:nvPr>
            <p:ph type="body" sz="quarter" idx="10" hasCustomPrompt="1"/>
          </p:nvPr>
        </p:nvSpPr>
        <p:spPr>
          <a:xfrm>
            <a:off x="431800" y="1489075"/>
            <a:ext cx="3485108" cy="2373799"/>
          </a:xfrm>
          <a:prstGeom prst="rect">
            <a:avLst/>
          </a:prstGeom>
        </p:spPr>
        <p:txBody>
          <a:bodyPr wrap="square" lIns="0" rIns="0">
            <a:noAutofit/>
          </a:bodyPr>
          <a:lstStyle>
            <a:lvl1pPr marL="0" indent="0" algn="l" defTabSz="914400" rtl="0" eaLnBrk="1" latinLnBrk="0" hangingPunct="1">
              <a:buNone/>
              <a:defRPr kumimoji="0" lang="en-GB" sz="3800" b="1" i="0" u="none" strike="noStrike" kern="1200" cap="none" normalizeH="0" baseline="0" dirty="0">
                <a:ln>
                  <a:noFill/>
                </a:ln>
                <a:solidFill>
                  <a:schemeClr val="accent1"/>
                </a:solidFill>
                <a:effectLst/>
                <a:latin typeface="Abadi" panose="020B0604020104020204" pitchFamily="34" charset="0"/>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Titel</a:t>
            </a:r>
            <a:endParaRPr lang="en-GB" dirty="0"/>
          </a:p>
        </p:txBody>
      </p:sp>
      <p:sp>
        <p:nvSpPr>
          <p:cNvPr id="9" name="Inhaltsplatzhalter 10">
            <a:extLst>
              <a:ext uri="{FF2B5EF4-FFF2-40B4-BE49-F238E27FC236}">
                <a16:creationId xmlns:a16="http://schemas.microsoft.com/office/drawing/2014/main" id="{2952EBCC-1D56-2C5C-7922-1428C15A7851}"/>
              </a:ext>
            </a:extLst>
          </p:cNvPr>
          <p:cNvSpPr>
            <a:spLocks noGrp="1"/>
          </p:cNvSpPr>
          <p:nvPr>
            <p:ph sz="quarter" idx="25" hasCustomPrompt="1"/>
          </p:nvPr>
        </p:nvSpPr>
        <p:spPr>
          <a:xfrm>
            <a:off x="431800" y="5041900"/>
            <a:ext cx="3485108" cy="1101724"/>
          </a:xfrm>
        </p:spPr>
        <p:txBody>
          <a:bodyPr lIns="0" tIns="144000" rIns="144000" bIns="144000">
            <a:noAutofit/>
          </a:bodyPr>
          <a:lstStyle>
            <a:lvl1pPr marL="0" indent="0">
              <a:lnSpc>
                <a:spcPct val="100000"/>
              </a:lnSpc>
              <a:spcBef>
                <a:spcPts val="0"/>
              </a:spcBef>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1pPr>
            <a:lvl2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2pPr>
            <a:lvl3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3pPr>
            <a:lvl4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4pPr>
            <a:lvl5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5pPr>
          </a:lstStyle>
          <a:p>
            <a:pPr lvl="0"/>
            <a:r>
              <a:rPr lang="de-DE" dirty="0"/>
              <a:t>Mastertextformat bearbeiten</a:t>
            </a:r>
          </a:p>
        </p:txBody>
      </p:sp>
    </p:spTree>
    <p:extLst>
      <p:ext uri="{BB962C8B-B14F-4D97-AF65-F5344CB8AC3E}">
        <p14:creationId xmlns:p14="http://schemas.microsoft.com/office/powerpoint/2010/main" val="3431608846"/>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vent Kategorien 02">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63780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Bildplatzhalter 2">
            <a:extLst>
              <a:ext uri="{FF2B5EF4-FFF2-40B4-BE49-F238E27FC236}">
                <a16:creationId xmlns:a16="http://schemas.microsoft.com/office/drawing/2014/main" id="{A7000833-EB3D-6732-B09B-784A89782364}"/>
              </a:ext>
            </a:extLst>
          </p:cNvPr>
          <p:cNvSpPr>
            <a:spLocks noGrp="1"/>
          </p:cNvSpPr>
          <p:nvPr>
            <p:ph type="pic" sz="quarter" idx="29"/>
          </p:nvPr>
        </p:nvSpPr>
        <p:spPr>
          <a:xfrm>
            <a:off x="4116668" y="1489075"/>
            <a:ext cx="2413000" cy="4654550"/>
          </a:xfrm>
        </p:spPr>
        <p:txBody>
          <a:bodyPr>
            <a:noAutofit/>
          </a:bodyPr>
          <a:lstStyle/>
          <a:p>
            <a:endParaRPr lang="de-DE"/>
          </a:p>
        </p:txBody>
      </p:sp>
      <p:sp>
        <p:nvSpPr>
          <p:cNvPr id="11" name="Bildplatzhalter 2">
            <a:extLst>
              <a:ext uri="{FF2B5EF4-FFF2-40B4-BE49-F238E27FC236}">
                <a16:creationId xmlns:a16="http://schemas.microsoft.com/office/drawing/2014/main" id="{FA103466-5F42-1012-218D-6B7FBD134A61}"/>
              </a:ext>
            </a:extLst>
          </p:cNvPr>
          <p:cNvSpPr>
            <a:spLocks noGrp="1"/>
          </p:cNvSpPr>
          <p:nvPr>
            <p:ph type="pic" sz="quarter" idx="32"/>
          </p:nvPr>
        </p:nvSpPr>
        <p:spPr>
          <a:xfrm>
            <a:off x="6728759" y="1489075"/>
            <a:ext cx="2413000" cy="4654550"/>
          </a:xfrm>
        </p:spPr>
        <p:txBody>
          <a:bodyPr>
            <a:noAutofit/>
          </a:bodyPr>
          <a:lstStyle/>
          <a:p>
            <a:endParaRPr lang="de-DE"/>
          </a:p>
        </p:txBody>
      </p:sp>
      <p:sp>
        <p:nvSpPr>
          <p:cNvPr id="12" name="Bildplatzhalter 2">
            <a:extLst>
              <a:ext uri="{FF2B5EF4-FFF2-40B4-BE49-F238E27FC236}">
                <a16:creationId xmlns:a16="http://schemas.microsoft.com/office/drawing/2014/main" id="{AD3B3B62-DA9D-73F5-5366-0EE1C5EDC558}"/>
              </a:ext>
            </a:extLst>
          </p:cNvPr>
          <p:cNvSpPr>
            <a:spLocks noGrp="1"/>
          </p:cNvSpPr>
          <p:nvPr>
            <p:ph type="pic" sz="quarter" idx="33"/>
          </p:nvPr>
        </p:nvSpPr>
        <p:spPr>
          <a:xfrm>
            <a:off x="9340850" y="1489075"/>
            <a:ext cx="2413000" cy="4654550"/>
          </a:xfrm>
        </p:spPr>
        <p:txBody>
          <a:bodyPr>
            <a:noAutofit/>
          </a:bodyPr>
          <a:lstStyle/>
          <a:p>
            <a:endParaRPr lang="de-DE"/>
          </a:p>
        </p:txBody>
      </p:sp>
      <p:sp>
        <p:nvSpPr>
          <p:cNvPr id="6" name="Text Placeholder 5">
            <a:extLst>
              <a:ext uri="{FF2B5EF4-FFF2-40B4-BE49-F238E27FC236}">
                <a16:creationId xmlns:a16="http://schemas.microsoft.com/office/drawing/2014/main" id="{B4B8F432-A76E-B982-29B9-9E8CE1D5444F}"/>
              </a:ext>
            </a:extLst>
          </p:cNvPr>
          <p:cNvSpPr>
            <a:spLocks noGrp="1"/>
          </p:cNvSpPr>
          <p:nvPr>
            <p:ph type="body" sz="quarter" idx="10" hasCustomPrompt="1"/>
          </p:nvPr>
        </p:nvSpPr>
        <p:spPr>
          <a:xfrm>
            <a:off x="431800" y="1489075"/>
            <a:ext cx="3485108" cy="2373799"/>
          </a:xfrm>
          <a:prstGeom prst="rect">
            <a:avLst/>
          </a:prstGeom>
        </p:spPr>
        <p:txBody>
          <a:bodyPr wrap="square" lIns="0" rIns="0">
            <a:noAutofit/>
          </a:bodyPr>
          <a:lstStyle>
            <a:lvl1pPr marL="0" indent="0" algn="l" defTabSz="914400" rtl="0" eaLnBrk="1" latinLnBrk="0" hangingPunct="1">
              <a:buNone/>
              <a:defRPr kumimoji="0" lang="en-GB" sz="3800" b="1" i="0" u="none" strike="noStrike" kern="1200" cap="none" normalizeH="0" baseline="0" dirty="0">
                <a:ln>
                  <a:noFill/>
                </a:ln>
                <a:solidFill>
                  <a:schemeClr val="accent1"/>
                </a:solidFill>
                <a:effectLst/>
                <a:latin typeface="Abadi" panose="020B0604020104020204" pitchFamily="34" charset="0"/>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Titel</a:t>
            </a:r>
            <a:endParaRPr lang="en-GB" dirty="0"/>
          </a:p>
        </p:txBody>
      </p:sp>
      <p:sp>
        <p:nvSpPr>
          <p:cNvPr id="4" name="Rectangle 3">
            <a:extLst>
              <a:ext uri="{FF2B5EF4-FFF2-40B4-BE49-F238E27FC236}">
                <a16:creationId xmlns:a16="http://schemas.microsoft.com/office/drawing/2014/main" id="{97412DA7-C1F4-6D34-0E01-C84F8FBCD451}"/>
              </a:ext>
            </a:extLst>
          </p:cNvPr>
          <p:cNvSpPr/>
          <p:nvPr userDrawn="1"/>
        </p:nvSpPr>
        <p:spPr>
          <a:xfrm rot="16200000">
            <a:off x="998537" y="626351"/>
            <a:ext cx="114300" cy="12477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5" name="Footer Placeholder 6">
            <a:extLst>
              <a:ext uri="{FF2B5EF4-FFF2-40B4-BE49-F238E27FC236}">
                <a16:creationId xmlns:a16="http://schemas.microsoft.com/office/drawing/2014/main" id="{60FF89C2-81DA-59BE-4FA4-C98750F93DE2}"/>
              </a:ext>
            </a:extLst>
          </p:cNvPr>
          <p:cNvSpPr>
            <a:spLocks noGrp="1"/>
          </p:cNvSpPr>
          <p:nvPr>
            <p:ph type="ftr" sz="quarter" idx="3"/>
          </p:nvPr>
        </p:nvSpPr>
        <p:spPr>
          <a:xfrm>
            <a:off x="431800" y="6318250"/>
            <a:ext cx="4114800" cy="365125"/>
          </a:xfrm>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a:p>
        </p:txBody>
      </p:sp>
      <p:sp>
        <p:nvSpPr>
          <p:cNvPr id="20" name="Text Placeholder 10">
            <a:extLst>
              <a:ext uri="{FF2B5EF4-FFF2-40B4-BE49-F238E27FC236}">
                <a16:creationId xmlns:a16="http://schemas.microsoft.com/office/drawing/2014/main" id="{931423C3-6D7E-F94C-15B2-E02EFDDD742A}"/>
              </a:ext>
            </a:extLst>
          </p:cNvPr>
          <p:cNvSpPr>
            <a:spLocks noGrp="1"/>
          </p:cNvSpPr>
          <p:nvPr>
            <p:ph type="body" sz="quarter" idx="26" hasCustomPrompt="1"/>
          </p:nvPr>
        </p:nvSpPr>
        <p:spPr>
          <a:xfrm>
            <a:off x="10966330" y="1696465"/>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21" name="Text Placeholder 10">
            <a:extLst>
              <a:ext uri="{FF2B5EF4-FFF2-40B4-BE49-F238E27FC236}">
                <a16:creationId xmlns:a16="http://schemas.microsoft.com/office/drawing/2014/main" id="{91E777F8-D2F6-76F5-75D7-565FED871908}"/>
              </a:ext>
            </a:extLst>
          </p:cNvPr>
          <p:cNvSpPr>
            <a:spLocks noGrp="1"/>
          </p:cNvSpPr>
          <p:nvPr>
            <p:ph type="body" sz="quarter" idx="27" hasCustomPrompt="1"/>
          </p:nvPr>
        </p:nvSpPr>
        <p:spPr>
          <a:xfrm>
            <a:off x="8354016" y="1696465"/>
            <a:ext cx="570704" cy="570704"/>
          </a:xfrm>
          <a:prstGeom prst="ellipse">
            <a:avLst/>
          </a:prstGeom>
          <a:solidFill>
            <a:schemeClr val="accent2"/>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8" name="Text Placeholder 17">
            <a:extLst>
              <a:ext uri="{FF2B5EF4-FFF2-40B4-BE49-F238E27FC236}">
                <a16:creationId xmlns:a16="http://schemas.microsoft.com/office/drawing/2014/main" id="{2FDF4861-2218-DCCE-4B17-1D5DF1B122EF}"/>
              </a:ext>
            </a:extLst>
          </p:cNvPr>
          <p:cNvSpPr>
            <a:spLocks noGrp="1"/>
          </p:cNvSpPr>
          <p:nvPr>
            <p:ph type="body" sz="quarter" idx="20"/>
          </p:nvPr>
        </p:nvSpPr>
        <p:spPr>
          <a:xfrm>
            <a:off x="4123464" y="3862874"/>
            <a:ext cx="2412109" cy="228075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gradFill>
            <a:gsLst>
              <a:gs pos="9000">
                <a:schemeClr val="accent1">
                  <a:alpha val="0"/>
                </a:schemeClr>
              </a:gs>
              <a:gs pos="100000">
                <a:schemeClr val="accent1">
                  <a:alpha val="95000"/>
                </a:schemeClr>
              </a:gs>
            </a:gsLst>
            <a:lin ang="5400000" scaled="1"/>
          </a:gradFill>
          <a:effectLst/>
        </p:spPr>
        <p:txBody>
          <a:bodyPr vert="horz" lIns="251999" tIns="252000" rIns="251999" bIns="144000" rtlCol="0" anchor="t">
            <a:noAutofit/>
          </a:bodyPr>
          <a:lstStyle>
            <a:lvl1pPr marL="0" indent="0">
              <a:lnSpc>
                <a:spcPct val="100000"/>
              </a:lnSpc>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10" name="Text Placeholder 10">
            <a:extLst>
              <a:ext uri="{FF2B5EF4-FFF2-40B4-BE49-F238E27FC236}">
                <a16:creationId xmlns:a16="http://schemas.microsoft.com/office/drawing/2014/main" id="{88D5F061-D0EB-01B3-0F1D-5DC3B79A3E19}"/>
              </a:ext>
            </a:extLst>
          </p:cNvPr>
          <p:cNvSpPr>
            <a:spLocks noGrp="1"/>
          </p:cNvSpPr>
          <p:nvPr>
            <p:ph type="body" sz="quarter" idx="28" hasCustomPrompt="1"/>
          </p:nvPr>
        </p:nvSpPr>
        <p:spPr>
          <a:xfrm>
            <a:off x="5741703" y="1696465"/>
            <a:ext cx="570704" cy="570704"/>
          </a:xfrm>
          <a:prstGeom prst="ellipse">
            <a:avLst/>
          </a:prstGeom>
          <a:solidFill>
            <a:schemeClr val="accent1"/>
          </a:solidFill>
          <a:ln>
            <a:noFill/>
          </a:ln>
          <a:effectLst>
            <a:outerShdw blurRad="444500" dist="190500" dir="5400000" algn="ctr" rotWithShape="0">
              <a:srgbClr val="000000">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2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 </a:t>
            </a:r>
          </a:p>
        </p:txBody>
      </p:sp>
      <p:sp>
        <p:nvSpPr>
          <p:cNvPr id="2" name="Text Placeholder 17">
            <a:extLst>
              <a:ext uri="{FF2B5EF4-FFF2-40B4-BE49-F238E27FC236}">
                <a16:creationId xmlns:a16="http://schemas.microsoft.com/office/drawing/2014/main" id="{947991A6-B676-607B-634C-9A6DAC83F13B}"/>
              </a:ext>
            </a:extLst>
          </p:cNvPr>
          <p:cNvSpPr>
            <a:spLocks noGrp="1"/>
          </p:cNvSpPr>
          <p:nvPr>
            <p:ph type="body" sz="quarter" idx="30"/>
          </p:nvPr>
        </p:nvSpPr>
        <p:spPr>
          <a:xfrm>
            <a:off x="6735778" y="3862874"/>
            <a:ext cx="2412109" cy="228075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gradFill>
            <a:gsLst>
              <a:gs pos="9000">
                <a:schemeClr val="accent2">
                  <a:alpha val="0"/>
                </a:schemeClr>
              </a:gs>
              <a:gs pos="100000">
                <a:schemeClr val="accent2"/>
              </a:gs>
            </a:gsLst>
            <a:lin ang="5400000" scaled="1"/>
          </a:gradFill>
          <a:effectLst/>
        </p:spPr>
        <p:txBody>
          <a:bodyPr vert="horz" lIns="251999" tIns="252000" rIns="251999" bIns="144000" rtlCol="0" anchor="t">
            <a:noAutofit/>
          </a:bodyPr>
          <a:lstStyle>
            <a:lvl1pPr marL="0" indent="0">
              <a:lnSpc>
                <a:spcPct val="100000"/>
              </a:lnSpc>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9" name="Text Placeholder 17">
            <a:extLst>
              <a:ext uri="{FF2B5EF4-FFF2-40B4-BE49-F238E27FC236}">
                <a16:creationId xmlns:a16="http://schemas.microsoft.com/office/drawing/2014/main" id="{4801CB3C-EDF8-5477-5B3C-1C519699369A}"/>
              </a:ext>
            </a:extLst>
          </p:cNvPr>
          <p:cNvSpPr>
            <a:spLocks noGrp="1"/>
          </p:cNvSpPr>
          <p:nvPr>
            <p:ph type="body" sz="quarter" idx="31"/>
          </p:nvPr>
        </p:nvSpPr>
        <p:spPr>
          <a:xfrm>
            <a:off x="9348091" y="3862874"/>
            <a:ext cx="2412109" cy="2280752"/>
          </a:xfrm>
          <a:custGeom>
            <a:avLst/>
            <a:gdLst>
              <a:gd name="connsiteX0" fmla="*/ 0 w 5582838"/>
              <a:gd name="connsiteY0" fmla="*/ 0 h 4152765"/>
              <a:gd name="connsiteX1" fmla="*/ 5582838 w 5582838"/>
              <a:gd name="connsiteY1" fmla="*/ 0 h 4152765"/>
              <a:gd name="connsiteX2" fmla="*/ 5582838 w 5582838"/>
              <a:gd name="connsiteY2" fmla="*/ 4152765 h 4152765"/>
              <a:gd name="connsiteX3" fmla="*/ 0 w 5582838"/>
              <a:gd name="connsiteY3" fmla="*/ 4152765 h 4152765"/>
            </a:gdLst>
            <a:ahLst/>
            <a:cxnLst>
              <a:cxn ang="0">
                <a:pos x="connsiteX0" y="connsiteY0"/>
              </a:cxn>
              <a:cxn ang="0">
                <a:pos x="connsiteX1" y="connsiteY1"/>
              </a:cxn>
              <a:cxn ang="0">
                <a:pos x="connsiteX2" y="connsiteY2"/>
              </a:cxn>
              <a:cxn ang="0">
                <a:pos x="connsiteX3" y="connsiteY3"/>
              </a:cxn>
            </a:cxnLst>
            <a:rect l="l" t="t" r="r" b="b"/>
            <a:pathLst>
              <a:path w="5582838" h="4152765">
                <a:moveTo>
                  <a:pt x="0" y="0"/>
                </a:moveTo>
                <a:lnTo>
                  <a:pt x="5582838" y="0"/>
                </a:lnTo>
                <a:lnTo>
                  <a:pt x="5582838" y="4152765"/>
                </a:lnTo>
                <a:lnTo>
                  <a:pt x="0" y="4152765"/>
                </a:lnTo>
                <a:close/>
              </a:path>
            </a:pathLst>
          </a:custGeom>
          <a:gradFill>
            <a:gsLst>
              <a:gs pos="9000">
                <a:schemeClr val="accent1">
                  <a:alpha val="0"/>
                </a:schemeClr>
              </a:gs>
              <a:gs pos="100000">
                <a:schemeClr val="accent1">
                  <a:alpha val="95000"/>
                </a:schemeClr>
              </a:gs>
            </a:gsLst>
            <a:lin ang="5400000" scaled="1"/>
          </a:gradFill>
          <a:effectLst/>
        </p:spPr>
        <p:txBody>
          <a:bodyPr vert="horz" lIns="251999" tIns="252000" rIns="251999" bIns="144000" rtlCol="0" anchor="t">
            <a:noAutofit/>
          </a:bodyPr>
          <a:lstStyle>
            <a:lvl1pPr marL="0" indent="0">
              <a:lnSpc>
                <a:spcPct val="100000"/>
              </a:lnSpc>
              <a:buNone/>
              <a:defRPr lang="en-US" b="0" i="0" smtClean="0">
                <a:solidFill>
                  <a:schemeClr val="bg2"/>
                </a:solidFill>
                <a:latin typeface="Abadi ExtraLight" panose="020B0204020104020204" pitchFamily="34" charset="77"/>
              </a:defRPr>
            </a:lvl1pPr>
            <a:lvl2pPr marL="457200" indent="0">
              <a:buNone/>
              <a:defRPr lang="en-US" smtClean="0">
                <a:solidFill>
                  <a:schemeClr val="bg2"/>
                </a:solidFill>
                <a:latin typeface="☞ABADI MT PRO LIGHT" panose="020B0302020104020204" pitchFamily="34" charset="0"/>
              </a:defRPr>
            </a:lvl2pPr>
            <a:lvl3pPr marL="914400" indent="0">
              <a:buNone/>
              <a:defRPr lang="en-US" smtClean="0">
                <a:latin typeface="☞ABADI MT PRO LIGHT" panose="020B0302020104020204" pitchFamily="34" charset="0"/>
              </a:defRPr>
            </a:lvl3pPr>
            <a:lvl4pPr>
              <a:buNone/>
              <a:defRPr lang="en-US" smtClean="0"/>
            </a:lvl4pPr>
            <a:lvl5pPr>
              <a:defRPr lang="en-GB"/>
            </a:lvl5pPr>
          </a:lstStyle>
          <a:p>
            <a:pPr lvl="0"/>
            <a:r>
              <a:rPr lang="en-US" dirty="0"/>
              <a:t>Click to edit Master text styles</a:t>
            </a:r>
          </a:p>
        </p:txBody>
      </p:sp>
      <p:sp>
        <p:nvSpPr>
          <p:cNvPr id="13" name="Inhaltsplatzhalter 10">
            <a:extLst>
              <a:ext uri="{FF2B5EF4-FFF2-40B4-BE49-F238E27FC236}">
                <a16:creationId xmlns:a16="http://schemas.microsoft.com/office/drawing/2014/main" id="{FDC04C4B-F604-52C5-D99B-8645111D544B}"/>
              </a:ext>
            </a:extLst>
          </p:cNvPr>
          <p:cNvSpPr>
            <a:spLocks noGrp="1"/>
          </p:cNvSpPr>
          <p:nvPr>
            <p:ph sz="quarter" idx="25" hasCustomPrompt="1"/>
          </p:nvPr>
        </p:nvSpPr>
        <p:spPr>
          <a:xfrm>
            <a:off x="431800" y="5041900"/>
            <a:ext cx="3485108" cy="1101724"/>
          </a:xfrm>
        </p:spPr>
        <p:txBody>
          <a:bodyPr lIns="0" tIns="144000" rIns="144000" bIns="144000">
            <a:noAutofit/>
          </a:bodyPr>
          <a:lstStyle>
            <a:lvl1pPr marL="0" indent="0">
              <a:lnSpc>
                <a:spcPct val="100000"/>
              </a:lnSpc>
              <a:spcBef>
                <a:spcPts val="0"/>
              </a:spcBef>
              <a:buNone/>
              <a:defRPr kumimoji="0" lang="de-DE" sz="1200" b="0"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1pPr>
            <a:lvl2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2pPr>
            <a:lvl3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3pPr>
            <a:lvl4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4pPr>
            <a:lvl5pPr>
              <a:buNone/>
              <a:defRPr kumimoji="0" lang="de-DE" sz="1200" b="1" i="0" u="none" strike="noStrike" kern="1200" cap="none" normalizeH="0" baseline="0" dirty="0">
                <a:ln>
                  <a:noFill/>
                </a:ln>
                <a:solidFill>
                  <a:srgbClr val="252525"/>
                </a:solidFill>
                <a:effectLst/>
                <a:latin typeface="Abadi" panose="020B0604020104020204" pitchFamily="34" charset="0"/>
                <a:ea typeface="+mn-ea"/>
                <a:cs typeface="Arial" panose="020B0604020202020204" pitchFamily="34" charset="0"/>
                <a:sym typeface="Segoe UI" panose="020B0502040204020203" pitchFamily="34" charset="0"/>
              </a:defRPr>
            </a:lvl5pPr>
          </a:lstStyle>
          <a:p>
            <a:pPr lvl="0"/>
            <a:r>
              <a:rPr lang="de-DE" dirty="0"/>
              <a:t>Mastertextformat bearbeiten</a:t>
            </a:r>
          </a:p>
        </p:txBody>
      </p:sp>
    </p:spTree>
    <p:extLst>
      <p:ext uri="{BB962C8B-B14F-4D97-AF65-F5344CB8AC3E}">
        <p14:creationId xmlns:p14="http://schemas.microsoft.com/office/powerpoint/2010/main" val="1066075834"/>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vent Highlightzahlen 01">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4774134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20000"/>
            <a:extLs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16" name="Circle: Hollow 15">
            <a:extLst>
              <a:ext uri="{FF2B5EF4-FFF2-40B4-BE49-F238E27FC236}">
                <a16:creationId xmlns:a16="http://schemas.microsoft.com/office/drawing/2014/main" id="{CBE08881-E042-B25B-8B94-E94B4D3D423A}"/>
              </a:ext>
            </a:extLst>
          </p:cNvPr>
          <p:cNvSpPr/>
          <p:nvPr userDrawn="1"/>
        </p:nvSpPr>
        <p:spPr>
          <a:xfrm>
            <a:off x="-5196841" y="1661160"/>
            <a:ext cx="10393680" cy="10393680"/>
          </a:xfrm>
          <a:prstGeom prst="donut">
            <a:avLst>
              <a:gd name="adj" fmla="val 21545"/>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err="1">
              <a:solidFill>
                <a:schemeClr val="tx1"/>
              </a:solidFill>
            </a:endParaRPr>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1062016" y="3937571"/>
            <a:ext cx="3082398" cy="707233"/>
          </a:xfrm>
        </p:spPr>
        <p:txBody>
          <a:bodyPr lIns="576000">
            <a:noAutofit/>
          </a:bodyPr>
          <a:lstStyle>
            <a:lvl1pPr marL="0" indent="0" algn="l">
              <a:buNone/>
              <a:defRPr sz="4800">
                <a:solidFill>
                  <a:schemeClr val="bg2"/>
                </a:solidFill>
              </a:defRPr>
            </a:lvl1pPr>
          </a:lstStyle>
          <a:p>
            <a:pPr lvl="0"/>
            <a:r>
              <a:rPr lang="en-US" dirty="0"/>
              <a:t>ZAHL</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1075663" y="4606005"/>
            <a:ext cx="3082399" cy="348109"/>
          </a:xfrm>
        </p:spPr>
        <p:txBody>
          <a:bodyPr wrap="square" lIns="576000" anchor="ctr">
            <a:noAutofit/>
          </a:bodyPr>
          <a:lstStyle>
            <a:lvl1pPr marL="0" indent="0" algn="l">
              <a:buNone/>
              <a:defRPr sz="1800">
                <a:solidFill>
                  <a:schemeClr val="bg2"/>
                </a:solidFill>
              </a:defRPr>
            </a:lvl1pPr>
          </a:lstStyle>
          <a:p>
            <a:pPr lvl="0"/>
            <a:r>
              <a:rPr lang="en-US" dirty="0"/>
              <a:t>Lorem ipsum dolor </a:t>
            </a:r>
          </a:p>
        </p:txBody>
      </p:sp>
      <p:sp>
        <p:nvSpPr>
          <p:cNvPr id="2" name="Text Placeholder 9">
            <a:extLst>
              <a:ext uri="{FF2B5EF4-FFF2-40B4-BE49-F238E27FC236}">
                <a16:creationId xmlns:a16="http://schemas.microsoft.com/office/drawing/2014/main" id="{23F1016F-3D32-5525-7739-960C65744178}"/>
              </a:ext>
            </a:extLst>
          </p:cNvPr>
          <p:cNvSpPr>
            <a:spLocks noGrp="1"/>
          </p:cNvSpPr>
          <p:nvPr>
            <p:ph type="body" sz="quarter" idx="19" hasCustomPrompt="1"/>
          </p:nvPr>
        </p:nvSpPr>
        <p:spPr>
          <a:xfrm>
            <a:off x="1070827" y="2327992"/>
            <a:ext cx="10070592" cy="707233"/>
          </a:xfrm>
        </p:spPr>
        <p:txBody>
          <a:bodyPr>
            <a:noAutofit/>
          </a:bodyPr>
          <a:lstStyle>
            <a:lvl1pPr marL="0" indent="0" algn="ctr">
              <a:buNone/>
              <a:defRPr sz="5400">
                <a:solidFill>
                  <a:schemeClr val="bg2"/>
                </a:solidFill>
              </a:defRPr>
            </a:lvl1pPr>
          </a:lstStyle>
          <a:p>
            <a:pPr lvl="0"/>
            <a:r>
              <a:rPr lang="en-US" dirty="0"/>
              <a:t>TITEL</a:t>
            </a:r>
          </a:p>
        </p:txBody>
      </p:sp>
      <p:sp>
        <p:nvSpPr>
          <p:cNvPr id="18" name="Rectangle 16">
            <a:extLst>
              <a:ext uri="{FF2B5EF4-FFF2-40B4-BE49-F238E27FC236}">
                <a16:creationId xmlns:a16="http://schemas.microsoft.com/office/drawing/2014/main" id="{6B571145-4C6C-B07C-19DB-B63058CAA28C}"/>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
        <p:nvSpPr>
          <p:cNvPr id="33" name="Text Placeholder 32">
            <a:extLst>
              <a:ext uri="{FF2B5EF4-FFF2-40B4-BE49-F238E27FC236}">
                <a16:creationId xmlns:a16="http://schemas.microsoft.com/office/drawing/2014/main" id="{8FF0F4F7-35C4-42D7-EDE6-AA626CC1AB79}"/>
              </a:ext>
            </a:extLst>
          </p:cNvPr>
          <p:cNvSpPr>
            <a:spLocks noGrp="1"/>
          </p:cNvSpPr>
          <p:nvPr>
            <p:ph type="body" sz="quarter" idx="20"/>
          </p:nvPr>
        </p:nvSpPr>
        <p:spPr>
          <a:xfrm>
            <a:off x="1084475" y="4470533"/>
            <a:ext cx="374105" cy="374105"/>
          </a:xfrm>
          <a:custGeom>
            <a:avLst/>
            <a:gdLst>
              <a:gd name="csX0" fmla="*/ 15119 w 374105"/>
              <a:gd name="csY0" fmla="*/ 0 h 374105"/>
              <a:gd name="csX1" fmla="*/ 374105 w 374105"/>
              <a:gd name="csY1" fmla="*/ 0 h 374105"/>
              <a:gd name="csX2" fmla="*/ 374105 w 374105"/>
              <a:gd name="csY2" fmla="*/ 47864 h 374105"/>
              <a:gd name="csX3" fmla="*/ 374104 w 374105"/>
              <a:gd name="csY3" fmla="*/ 47864 h 374105"/>
              <a:gd name="csX4" fmla="*/ 374104 w 374105"/>
              <a:gd name="csY4" fmla="*/ 358985 h 374105"/>
              <a:gd name="csX5" fmla="*/ 326240 w 374105"/>
              <a:gd name="csY5" fmla="*/ 358985 h 374105"/>
              <a:gd name="csX6" fmla="*/ 326240 w 374105"/>
              <a:gd name="csY6" fmla="*/ 81710 h 374105"/>
              <a:gd name="csX7" fmla="*/ 33845 w 374105"/>
              <a:gd name="csY7" fmla="*/ 374105 h 374105"/>
              <a:gd name="csX8" fmla="*/ 0 w 374105"/>
              <a:gd name="csY8" fmla="*/ 340260 h 374105"/>
              <a:gd name="csX9" fmla="*/ 292396 w 374105"/>
              <a:gd name="csY9" fmla="*/ 47864 h 374105"/>
              <a:gd name="csX10" fmla="*/ 15119 w 374105"/>
              <a:gd name="csY10" fmla="*/ 47864 h 3741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4105" h="374105">
                <a:moveTo>
                  <a:pt x="15119" y="0"/>
                </a:moveTo>
                <a:lnTo>
                  <a:pt x="374105" y="0"/>
                </a:lnTo>
                <a:lnTo>
                  <a:pt x="374105" y="47864"/>
                </a:lnTo>
                <a:lnTo>
                  <a:pt x="374104" y="47864"/>
                </a:lnTo>
                <a:lnTo>
                  <a:pt x="374104" y="358985"/>
                </a:lnTo>
                <a:lnTo>
                  <a:pt x="326240" y="358985"/>
                </a:lnTo>
                <a:lnTo>
                  <a:pt x="326240" y="81710"/>
                </a:lnTo>
                <a:lnTo>
                  <a:pt x="33845" y="374105"/>
                </a:lnTo>
                <a:lnTo>
                  <a:pt x="0" y="340260"/>
                </a:lnTo>
                <a:lnTo>
                  <a:pt x="292396" y="47864"/>
                </a:lnTo>
                <a:lnTo>
                  <a:pt x="15119" y="47864"/>
                </a:lnTo>
                <a:close/>
              </a:path>
            </a:pathLst>
          </a:custGeom>
          <a:solidFill>
            <a:schemeClr val="accent2"/>
          </a:solidFill>
        </p:spPr>
        <p:txBody>
          <a:bodyPr wrap="square" lIns="36000" rIns="36000" anchor="ctr">
            <a:noAutofit/>
          </a:bodyPr>
          <a:lstStyle>
            <a:lvl1pPr marL="0" indent="0" algn="ctr">
              <a:buNone/>
              <a:defRPr sz="100">
                <a:solidFill>
                  <a:schemeClr val="bg2">
                    <a:alpha val="0"/>
                  </a:schemeClr>
                </a:solidFill>
              </a:defRPr>
            </a:lvl1pPr>
          </a:lstStyle>
          <a:p>
            <a:pPr lvl="0"/>
            <a:endParaRPr lang="en-US" dirty="0"/>
          </a:p>
        </p:txBody>
      </p:sp>
      <p:sp>
        <p:nvSpPr>
          <p:cNvPr id="12" name="Text Placeholder 9">
            <a:extLst>
              <a:ext uri="{FF2B5EF4-FFF2-40B4-BE49-F238E27FC236}">
                <a16:creationId xmlns:a16="http://schemas.microsoft.com/office/drawing/2014/main" id="{876ED409-6E4E-B9C5-DBA3-01113378BB19}"/>
              </a:ext>
            </a:extLst>
          </p:cNvPr>
          <p:cNvSpPr>
            <a:spLocks noGrp="1"/>
          </p:cNvSpPr>
          <p:nvPr>
            <p:ph type="body" sz="quarter" idx="21" hasCustomPrompt="1"/>
          </p:nvPr>
        </p:nvSpPr>
        <p:spPr>
          <a:xfrm>
            <a:off x="4717656" y="3923631"/>
            <a:ext cx="3082398" cy="707233"/>
          </a:xfrm>
        </p:spPr>
        <p:txBody>
          <a:bodyPr lIns="576000">
            <a:noAutofit/>
          </a:bodyPr>
          <a:lstStyle>
            <a:lvl1pPr marL="0" indent="0" algn="l">
              <a:buNone/>
              <a:defRPr sz="4800">
                <a:solidFill>
                  <a:schemeClr val="bg2"/>
                </a:solidFill>
              </a:defRPr>
            </a:lvl1pPr>
          </a:lstStyle>
          <a:p>
            <a:pPr lvl="0"/>
            <a:r>
              <a:rPr lang="en-US" dirty="0"/>
              <a:t>ZAHL</a:t>
            </a:r>
          </a:p>
        </p:txBody>
      </p:sp>
      <p:sp>
        <p:nvSpPr>
          <p:cNvPr id="13" name="Text Placeholder 13">
            <a:extLst>
              <a:ext uri="{FF2B5EF4-FFF2-40B4-BE49-F238E27FC236}">
                <a16:creationId xmlns:a16="http://schemas.microsoft.com/office/drawing/2014/main" id="{4FCDF8F5-4B9C-B576-0B39-F32F3792252F}"/>
              </a:ext>
            </a:extLst>
          </p:cNvPr>
          <p:cNvSpPr>
            <a:spLocks noGrp="1"/>
          </p:cNvSpPr>
          <p:nvPr>
            <p:ph type="body" sz="quarter" idx="22" hasCustomPrompt="1"/>
          </p:nvPr>
        </p:nvSpPr>
        <p:spPr>
          <a:xfrm>
            <a:off x="4731303" y="4592065"/>
            <a:ext cx="3082399" cy="348109"/>
          </a:xfrm>
        </p:spPr>
        <p:txBody>
          <a:bodyPr wrap="square" lIns="576000" anchor="ctr">
            <a:noAutofit/>
          </a:bodyPr>
          <a:lstStyle>
            <a:lvl1pPr marL="0" indent="0" algn="l">
              <a:buNone/>
              <a:defRPr sz="1800">
                <a:solidFill>
                  <a:schemeClr val="bg2"/>
                </a:solidFill>
              </a:defRPr>
            </a:lvl1pPr>
          </a:lstStyle>
          <a:p>
            <a:pPr lvl="0"/>
            <a:r>
              <a:rPr lang="en-US" dirty="0"/>
              <a:t>Lorem ipsum dolor </a:t>
            </a:r>
          </a:p>
        </p:txBody>
      </p:sp>
      <p:sp>
        <p:nvSpPr>
          <p:cNvPr id="15" name="Text Placeholder 32">
            <a:extLst>
              <a:ext uri="{FF2B5EF4-FFF2-40B4-BE49-F238E27FC236}">
                <a16:creationId xmlns:a16="http://schemas.microsoft.com/office/drawing/2014/main" id="{294E5172-9CFF-2D41-1362-48F1EBC8410E}"/>
              </a:ext>
            </a:extLst>
          </p:cNvPr>
          <p:cNvSpPr>
            <a:spLocks noGrp="1"/>
          </p:cNvSpPr>
          <p:nvPr>
            <p:ph type="body" sz="quarter" idx="23"/>
          </p:nvPr>
        </p:nvSpPr>
        <p:spPr>
          <a:xfrm>
            <a:off x="4740115" y="4456593"/>
            <a:ext cx="374105" cy="374105"/>
          </a:xfrm>
          <a:custGeom>
            <a:avLst/>
            <a:gdLst>
              <a:gd name="csX0" fmla="*/ 15119 w 374105"/>
              <a:gd name="csY0" fmla="*/ 0 h 374105"/>
              <a:gd name="csX1" fmla="*/ 374105 w 374105"/>
              <a:gd name="csY1" fmla="*/ 0 h 374105"/>
              <a:gd name="csX2" fmla="*/ 374105 w 374105"/>
              <a:gd name="csY2" fmla="*/ 47864 h 374105"/>
              <a:gd name="csX3" fmla="*/ 374104 w 374105"/>
              <a:gd name="csY3" fmla="*/ 47864 h 374105"/>
              <a:gd name="csX4" fmla="*/ 374104 w 374105"/>
              <a:gd name="csY4" fmla="*/ 358985 h 374105"/>
              <a:gd name="csX5" fmla="*/ 326240 w 374105"/>
              <a:gd name="csY5" fmla="*/ 358985 h 374105"/>
              <a:gd name="csX6" fmla="*/ 326240 w 374105"/>
              <a:gd name="csY6" fmla="*/ 81710 h 374105"/>
              <a:gd name="csX7" fmla="*/ 33845 w 374105"/>
              <a:gd name="csY7" fmla="*/ 374105 h 374105"/>
              <a:gd name="csX8" fmla="*/ 0 w 374105"/>
              <a:gd name="csY8" fmla="*/ 340260 h 374105"/>
              <a:gd name="csX9" fmla="*/ 292396 w 374105"/>
              <a:gd name="csY9" fmla="*/ 47864 h 374105"/>
              <a:gd name="csX10" fmla="*/ 15119 w 374105"/>
              <a:gd name="csY10" fmla="*/ 47864 h 3741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4105" h="374105">
                <a:moveTo>
                  <a:pt x="15119" y="0"/>
                </a:moveTo>
                <a:lnTo>
                  <a:pt x="374105" y="0"/>
                </a:lnTo>
                <a:lnTo>
                  <a:pt x="374105" y="47864"/>
                </a:lnTo>
                <a:lnTo>
                  <a:pt x="374104" y="47864"/>
                </a:lnTo>
                <a:lnTo>
                  <a:pt x="374104" y="358985"/>
                </a:lnTo>
                <a:lnTo>
                  <a:pt x="326240" y="358985"/>
                </a:lnTo>
                <a:lnTo>
                  <a:pt x="326240" y="81710"/>
                </a:lnTo>
                <a:lnTo>
                  <a:pt x="33845" y="374105"/>
                </a:lnTo>
                <a:lnTo>
                  <a:pt x="0" y="340260"/>
                </a:lnTo>
                <a:lnTo>
                  <a:pt x="292396" y="47864"/>
                </a:lnTo>
                <a:lnTo>
                  <a:pt x="15119" y="47864"/>
                </a:lnTo>
                <a:close/>
              </a:path>
            </a:pathLst>
          </a:custGeom>
          <a:solidFill>
            <a:schemeClr val="accent2"/>
          </a:solidFill>
        </p:spPr>
        <p:txBody>
          <a:bodyPr wrap="square" lIns="36000" rIns="36000" anchor="ctr">
            <a:noAutofit/>
          </a:bodyPr>
          <a:lstStyle>
            <a:lvl1pPr marL="0" indent="0" algn="ctr">
              <a:buNone/>
              <a:defRPr sz="100">
                <a:solidFill>
                  <a:schemeClr val="bg2">
                    <a:alpha val="0"/>
                  </a:schemeClr>
                </a:solidFill>
              </a:defRPr>
            </a:lvl1pPr>
          </a:lstStyle>
          <a:p>
            <a:pPr lvl="0"/>
            <a:endParaRPr lang="en-US" dirty="0"/>
          </a:p>
        </p:txBody>
      </p:sp>
      <p:sp>
        <p:nvSpPr>
          <p:cNvPr id="17" name="Text Placeholder 9">
            <a:extLst>
              <a:ext uri="{FF2B5EF4-FFF2-40B4-BE49-F238E27FC236}">
                <a16:creationId xmlns:a16="http://schemas.microsoft.com/office/drawing/2014/main" id="{AD41254E-CA32-FFD9-0D13-C0647396CA8F}"/>
              </a:ext>
            </a:extLst>
          </p:cNvPr>
          <p:cNvSpPr>
            <a:spLocks noGrp="1"/>
          </p:cNvSpPr>
          <p:nvPr>
            <p:ph type="body" sz="quarter" idx="24" hasCustomPrompt="1"/>
          </p:nvPr>
        </p:nvSpPr>
        <p:spPr>
          <a:xfrm>
            <a:off x="8373296" y="3909691"/>
            <a:ext cx="3082398" cy="707233"/>
          </a:xfrm>
        </p:spPr>
        <p:txBody>
          <a:bodyPr lIns="576000">
            <a:noAutofit/>
          </a:bodyPr>
          <a:lstStyle>
            <a:lvl1pPr marL="0" indent="0" algn="l">
              <a:buNone/>
              <a:defRPr sz="4800">
                <a:solidFill>
                  <a:schemeClr val="bg2"/>
                </a:solidFill>
              </a:defRPr>
            </a:lvl1pPr>
          </a:lstStyle>
          <a:p>
            <a:pPr lvl="0"/>
            <a:r>
              <a:rPr lang="en-US" dirty="0"/>
              <a:t>ZAHL</a:t>
            </a:r>
          </a:p>
        </p:txBody>
      </p:sp>
      <p:sp>
        <p:nvSpPr>
          <p:cNvPr id="19" name="Text Placeholder 13">
            <a:extLst>
              <a:ext uri="{FF2B5EF4-FFF2-40B4-BE49-F238E27FC236}">
                <a16:creationId xmlns:a16="http://schemas.microsoft.com/office/drawing/2014/main" id="{4EC27E7B-290F-5512-5090-779D1C087593}"/>
              </a:ext>
            </a:extLst>
          </p:cNvPr>
          <p:cNvSpPr>
            <a:spLocks noGrp="1"/>
          </p:cNvSpPr>
          <p:nvPr>
            <p:ph type="body" sz="quarter" idx="25" hasCustomPrompt="1"/>
          </p:nvPr>
        </p:nvSpPr>
        <p:spPr>
          <a:xfrm>
            <a:off x="8386943" y="4578125"/>
            <a:ext cx="3082399" cy="348109"/>
          </a:xfrm>
        </p:spPr>
        <p:txBody>
          <a:bodyPr wrap="square" lIns="576000" anchor="ctr">
            <a:noAutofit/>
          </a:bodyPr>
          <a:lstStyle>
            <a:lvl1pPr marL="0" indent="0" algn="l">
              <a:buNone/>
              <a:defRPr sz="1800">
                <a:solidFill>
                  <a:schemeClr val="bg2"/>
                </a:solidFill>
              </a:defRPr>
            </a:lvl1pPr>
          </a:lstStyle>
          <a:p>
            <a:pPr lvl="0"/>
            <a:r>
              <a:rPr lang="en-US" dirty="0"/>
              <a:t>Lorem ipsum dolor </a:t>
            </a:r>
          </a:p>
        </p:txBody>
      </p:sp>
      <p:sp>
        <p:nvSpPr>
          <p:cNvPr id="20" name="Text Placeholder 32">
            <a:extLst>
              <a:ext uri="{FF2B5EF4-FFF2-40B4-BE49-F238E27FC236}">
                <a16:creationId xmlns:a16="http://schemas.microsoft.com/office/drawing/2014/main" id="{3A262B11-BA68-344B-A6FB-F3014C4B78A4}"/>
              </a:ext>
            </a:extLst>
          </p:cNvPr>
          <p:cNvSpPr>
            <a:spLocks noGrp="1"/>
          </p:cNvSpPr>
          <p:nvPr>
            <p:ph type="body" sz="quarter" idx="26"/>
          </p:nvPr>
        </p:nvSpPr>
        <p:spPr>
          <a:xfrm>
            <a:off x="8395755" y="4442653"/>
            <a:ext cx="374105" cy="374105"/>
          </a:xfrm>
          <a:custGeom>
            <a:avLst/>
            <a:gdLst>
              <a:gd name="csX0" fmla="*/ 15119 w 374105"/>
              <a:gd name="csY0" fmla="*/ 0 h 374105"/>
              <a:gd name="csX1" fmla="*/ 374105 w 374105"/>
              <a:gd name="csY1" fmla="*/ 0 h 374105"/>
              <a:gd name="csX2" fmla="*/ 374105 w 374105"/>
              <a:gd name="csY2" fmla="*/ 47864 h 374105"/>
              <a:gd name="csX3" fmla="*/ 374104 w 374105"/>
              <a:gd name="csY3" fmla="*/ 47864 h 374105"/>
              <a:gd name="csX4" fmla="*/ 374104 w 374105"/>
              <a:gd name="csY4" fmla="*/ 358985 h 374105"/>
              <a:gd name="csX5" fmla="*/ 326240 w 374105"/>
              <a:gd name="csY5" fmla="*/ 358985 h 374105"/>
              <a:gd name="csX6" fmla="*/ 326240 w 374105"/>
              <a:gd name="csY6" fmla="*/ 81710 h 374105"/>
              <a:gd name="csX7" fmla="*/ 33845 w 374105"/>
              <a:gd name="csY7" fmla="*/ 374105 h 374105"/>
              <a:gd name="csX8" fmla="*/ 0 w 374105"/>
              <a:gd name="csY8" fmla="*/ 340260 h 374105"/>
              <a:gd name="csX9" fmla="*/ 292396 w 374105"/>
              <a:gd name="csY9" fmla="*/ 47864 h 374105"/>
              <a:gd name="csX10" fmla="*/ 15119 w 374105"/>
              <a:gd name="csY10" fmla="*/ 47864 h 3741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4105" h="374105">
                <a:moveTo>
                  <a:pt x="15119" y="0"/>
                </a:moveTo>
                <a:lnTo>
                  <a:pt x="374105" y="0"/>
                </a:lnTo>
                <a:lnTo>
                  <a:pt x="374105" y="47864"/>
                </a:lnTo>
                <a:lnTo>
                  <a:pt x="374104" y="47864"/>
                </a:lnTo>
                <a:lnTo>
                  <a:pt x="374104" y="358985"/>
                </a:lnTo>
                <a:lnTo>
                  <a:pt x="326240" y="358985"/>
                </a:lnTo>
                <a:lnTo>
                  <a:pt x="326240" y="81710"/>
                </a:lnTo>
                <a:lnTo>
                  <a:pt x="33845" y="374105"/>
                </a:lnTo>
                <a:lnTo>
                  <a:pt x="0" y="340260"/>
                </a:lnTo>
                <a:lnTo>
                  <a:pt x="292396" y="47864"/>
                </a:lnTo>
                <a:lnTo>
                  <a:pt x="15119" y="47864"/>
                </a:lnTo>
                <a:close/>
              </a:path>
            </a:pathLst>
          </a:custGeom>
          <a:solidFill>
            <a:schemeClr val="accent2"/>
          </a:solidFill>
        </p:spPr>
        <p:txBody>
          <a:bodyPr wrap="square" lIns="36000" rIns="36000" anchor="ctr">
            <a:noAutofit/>
          </a:bodyPr>
          <a:lstStyle>
            <a:lvl1pPr marL="0" indent="0" algn="ctr">
              <a:buNone/>
              <a:defRPr sz="100">
                <a:solidFill>
                  <a:schemeClr val="bg2">
                    <a:alpha val="0"/>
                  </a:schemeClr>
                </a:solidFill>
              </a:defRPr>
            </a:lvl1pPr>
          </a:lstStyle>
          <a:p>
            <a:pPr lvl="0"/>
            <a:endParaRPr lang="en-US" dirty="0"/>
          </a:p>
        </p:txBody>
      </p:sp>
    </p:spTree>
    <p:extLst>
      <p:ext uri="{BB962C8B-B14F-4D97-AF65-F5344CB8AC3E}">
        <p14:creationId xmlns:p14="http://schemas.microsoft.com/office/powerpoint/2010/main" val="4181126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vent Highlightzahlen mit icons 01">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3120717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33" name="Abgerundetes Rechteck 32">
            <a:extLst>
              <a:ext uri="{FF2B5EF4-FFF2-40B4-BE49-F238E27FC236}">
                <a16:creationId xmlns:a16="http://schemas.microsoft.com/office/drawing/2014/main" id="{66F3A9CE-3CAF-C0CD-E148-CE373B1F144A}"/>
              </a:ext>
            </a:extLst>
          </p:cNvPr>
          <p:cNvSpPr/>
          <p:nvPr userDrawn="1"/>
        </p:nvSpPr>
        <p:spPr>
          <a:xfrm>
            <a:off x="656251" y="2679063"/>
            <a:ext cx="3598074" cy="2889504"/>
          </a:xfrm>
          <a:prstGeom prst="roundRect">
            <a:avLst>
              <a:gd name="adj" fmla="val 9072"/>
            </a:avLst>
          </a:prstGeom>
          <a:solidFill>
            <a:srgbClr val="021E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1073347" y="4165262"/>
            <a:ext cx="2813847" cy="707233"/>
          </a:xfrm>
        </p:spPr>
        <p:txBody>
          <a:bodyPr>
            <a:noAutofit/>
          </a:bodyPr>
          <a:lstStyle>
            <a:lvl1pPr marL="0" indent="0" algn="l">
              <a:buNone/>
              <a:defRPr sz="4200">
                <a:solidFill>
                  <a:schemeClr val="bg2"/>
                </a:solidFill>
              </a:defRPr>
            </a:lvl1pPr>
          </a:lstStyle>
          <a:p>
            <a:pPr lvl="0"/>
            <a:r>
              <a:rPr lang="en-US" dirty="0"/>
              <a:t>ZAHL 01</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1098747"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20" name="Bildplatzhalter 19">
            <a:extLst>
              <a:ext uri="{FF2B5EF4-FFF2-40B4-BE49-F238E27FC236}">
                <a16:creationId xmlns:a16="http://schemas.microsoft.com/office/drawing/2014/main" id="{59CDD65F-C411-335F-92C4-E7A4BD75DAEB}"/>
              </a:ext>
            </a:extLst>
          </p:cNvPr>
          <p:cNvSpPr>
            <a:spLocks noGrp="1"/>
          </p:cNvSpPr>
          <p:nvPr>
            <p:ph type="pic" sz="quarter" idx="20"/>
          </p:nvPr>
        </p:nvSpPr>
        <p:spPr>
          <a:xfrm>
            <a:off x="1066603" y="3049586"/>
            <a:ext cx="758825" cy="758825"/>
          </a:xfrm>
        </p:spPr>
        <p:txBody>
          <a:bodyPr>
            <a:noAutofit/>
          </a:bodyPr>
          <a:lstStyle/>
          <a:p>
            <a:endParaRPr lang="de-DE"/>
          </a:p>
        </p:txBody>
      </p:sp>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34" name="Abgerundetes Rechteck 33">
            <a:extLst>
              <a:ext uri="{FF2B5EF4-FFF2-40B4-BE49-F238E27FC236}">
                <a16:creationId xmlns:a16="http://schemas.microsoft.com/office/drawing/2014/main" id="{06F5D90C-7951-19AC-12CD-30EB459E67B5}"/>
              </a:ext>
            </a:extLst>
          </p:cNvPr>
          <p:cNvSpPr/>
          <p:nvPr userDrawn="1"/>
        </p:nvSpPr>
        <p:spPr>
          <a:xfrm>
            <a:off x="4415044" y="2679063"/>
            <a:ext cx="3598074" cy="2889504"/>
          </a:xfrm>
          <a:prstGeom prst="roundRect">
            <a:avLst>
              <a:gd name="adj" fmla="val 9072"/>
            </a:avLst>
          </a:prstGeom>
          <a:solidFill>
            <a:srgbClr val="021E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35" name="Text Placeholder 9">
            <a:extLst>
              <a:ext uri="{FF2B5EF4-FFF2-40B4-BE49-F238E27FC236}">
                <a16:creationId xmlns:a16="http://schemas.microsoft.com/office/drawing/2014/main" id="{F07CF399-37AC-9E7F-E2A5-6218076AE79C}"/>
              </a:ext>
            </a:extLst>
          </p:cNvPr>
          <p:cNvSpPr>
            <a:spLocks noGrp="1"/>
          </p:cNvSpPr>
          <p:nvPr>
            <p:ph type="body" sz="quarter" idx="21" hasCustomPrompt="1"/>
          </p:nvPr>
        </p:nvSpPr>
        <p:spPr>
          <a:xfrm>
            <a:off x="4832140" y="4165262"/>
            <a:ext cx="2813847" cy="707233"/>
          </a:xfrm>
        </p:spPr>
        <p:txBody>
          <a:bodyPr>
            <a:noAutofit/>
          </a:bodyPr>
          <a:lstStyle>
            <a:lvl1pPr marL="0" indent="0" algn="l">
              <a:buNone/>
              <a:defRPr sz="4200">
                <a:solidFill>
                  <a:schemeClr val="bg2"/>
                </a:solidFill>
              </a:defRPr>
            </a:lvl1pPr>
          </a:lstStyle>
          <a:p>
            <a:pPr lvl="0"/>
            <a:r>
              <a:rPr lang="en-US" dirty="0"/>
              <a:t>ZAHL 02</a:t>
            </a:r>
          </a:p>
        </p:txBody>
      </p:sp>
      <p:sp>
        <p:nvSpPr>
          <p:cNvPr id="36" name="Text Placeholder 13">
            <a:extLst>
              <a:ext uri="{FF2B5EF4-FFF2-40B4-BE49-F238E27FC236}">
                <a16:creationId xmlns:a16="http://schemas.microsoft.com/office/drawing/2014/main" id="{3DC1F490-1198-3DC8-EFEC-13B01C5AE690}"/>
              </a:ext>
            </a:extLst>
          </p:cNvPr>
          <p:cNvSpPr>
            <a:spLocks noGrp="1"/>
          </p:cNvSpPr>
          <p:nvPr>
            <p:ph type="body" sz="quarter" idx="22" hasCustomPrompt="1"/>
          </p:nvPr>
        </p:nvSpPr>
        <p:spPr>
          <a:xfrm>
            <a:off x="4857540"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37" name="Bildplatzhalter 19">
            <a:extLst>
              <a:ext uri="{FF2B5EF4-FFF2-40B4-BE49-F238E27FC236}">
                <a16:creationId xmlns:a16="http://schemas.microsoft.com/office/drawing/2014/main" id="{F5F47E20-9FB6-11DF-E3AF-8095DA3B28B1}"/>
              </a:ext>
            </a:extLst>
          </p:cNvPr>
          <p:cNvSpPr>
            <a:spLocks noGrp="1"/>
          </p:cNvSpPr>
          <p:nvPr>
            <p:ph type="pic" sz="quarter" idx="23"/>
          </p:nvPr>
        </p:nvSpPr>
        <p:spPr>
          <a:xfrm>
            <a:off x="4825396" y="3049586"/>
            <a:ext cx="758825" cy="758825"/>
          </a:xfrm>
        </p:spPr>
        <p:txBody>
          <a:bodyPr>
            <a:noAutofit/>
          </a:bodyPr>
          <a:lstStyle/>
          <a:p>
            <a:endParaRPr lang="de-DE"/>
          </a:p>
        </p:txBody>
      </p:sp>
      <p:sp>
        <p:nvSpPr>
          <p:cNvPr id="38" name="Abgerundetes Rechteck 37">
            <a:extLst>
              <a:ext uri="{FF2B5EF4-FFF2-40B4-BE49-F238E27FC236}">
                <a16:creationId xmlns:a16="http://schemas.microsoft.com/office/drawing/2014/main" id="{CD24B6E1-3C63-7EC4-6FD6-7EA2C03B85C1}"/>
              </a:ext>
            </a:extLst>
          </p:cNvPr>
          <p:cNvSpPr/>
          <p:nvPr userDrawn="1"/>
        </p:nvSpPr>
        <p:spPr>
          <a:xfrm>
            <a:off x="8173837" y="2679063"/>
            <a:ext cx="3598074" cy="2889504"/>
          </a:xfrm>
          <a:prstGeom prst="roundRect">
            <a:avLst>
              <a:gd name="adj" fmla="val 9072"/>
            </a:avLst>
          </a:prstGeom>
          <a:solidFill>
            <a:srgbClr val="021E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39" name="Text Placeholder 9">
            <a:extLst>
              <a:ext uri="{FF2B5EF4-FFF2-40B4-BE49-F238E27FC236}">
                <a16:creationId xmlns:a16="http://schemas.microsoft.com/office/drawing/2014/main" id="{991C874D-0A9A-E1F8-712F-872B9818D7FD}"/>
              </a:ext>
            </a:extLst>
          </p:cNvPr>
          <p:cNvSpPr>
            <a:spLocks noGrp="1"/>
          </p:cNvSpPr>
          <p:nvPr>
            <p:ph type="body" sz="quarter" idx="24" hasCustomPrompt="1"/>
          </p:nvPr>
        </p:nvSpPr>
        <p:spPr>
          <a:xfrm>
            <a:off x="8590933" y="4165262"/>
            <a:ext cx="2813847" cy="707233"/>
          </a:xfrm>
        </p:spPr>
        <p:txBody>
          <a:bodyPr>
            <a:noAutofit/>
          </a:bodyPr>
          <a:lstStyle>
            <a:lvl1pPr marL="0" indent="0" algn="l">
              <a:buNone/>
              <a:defRPr sz="4200">
                <a:solidFill>
                  <a:schemeClr val="bg2"/>
                </a:solidFill>
              </a:defRPr>
            </a:lvl1pPr>
          </a:lstStyle>
          <a:p>
            <a:pPr lvl="0"/>
            <a:r>
              <a:rPr lang="en-US" dirty="0"/>
              <a:t>ZAHL 03</a:t>
            </a:r>
          </a:p>
        </p:txBody>
      </p:sp>
      <p:sp>
        <p:nvSpPr>
          <p:cNvPr id="40" name="Text Placeholder 13">
            <a:extLst>
              <a:ext uri="{FF2B5EF4-FFF2-40B4-BE49-F238E27FC236}">
                <a16:creationId xmlns:a16="http://schemas.microsoft.com/office/drawing/2014/main" id="{F6552FF8-709D-61F8-E277-E346B8FB9460}"/>
              </a:ext>
            </a:extLst>
          </p:cNvPr>
          <p:cNvSpPr>
            <a:spLocks noGrp="1"/>
          </p:cNvSpPr>
          <p:nvPr>
            <p:ph type="body" sz="quarter" idx="25" hasCustomPrompt="1"/>
          </p:nvPr>
        </p:nvSpPr>
        <p:spPr>
          <a:xfrm>
            <a:off x="8616333"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41" name="Bildplatzhalter 19">
            <a:extLst>
              <a:ext uri="{FF2B5EF4-FFF2-40B4-BE49-F238E27FC236}">
                <a16:creationId xmlns:a16="http://schemas.microsoft.com/office/drawing/2014/main" id="{2AF100A0-E3C6-2FDD-2EAD-05218EEE90E9}"/>
              </a:ext>
            </a:extLst>
          </p:cNvPr>
          <p:cNvSpPr>
            <a:spLocks noGrp="1"/>
          </p:cNvSpPr>
          <p:nvPr>
            <p:ph type="pic" sz="quarter" idx="26"/>
          </p:nvPr>
        </p:nvSpPr>
        <p:spPr>
          <a:xfrm>
            <a:off x="8584189" y="3049586"/>
            <a:ext cx="758825" cy="758825"/>
          </a:xfrm>
        </p:spPr>
        <p:txBody>
          <a:bodyPr>
            <a:noAutofit/>
          </a:bodyPr>
          <a:lstStyle/>
          <a:p>
            <a:endParaRPr lang="de-DE"/>
          </a:p>
        </p:txBody>
      </p:sp>
      <p:sp>
        <p:nvSpPr>
          <p:cNvPr id="2" name="Rectangle 16">
            <a:extLst>
              <a:ext uri="{FF2B5EF4-FFF2-40B4-BE49-F238E27FC236}">
                <a16:creationId xmlns:a16="http://schemas.microsoft.com/office/drawing/2014/main" id="{C0043274-BCF3-56D5-CEAE-25A89FE04459}"/>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8119309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vent Highlightzahlen mit icons 02">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18161982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33" name="Abgerundetes Rechteck 32">
            <a:extLst>
              <a:ext uri="{FF2B5EF4-FFF2-40B4-BE49-F238E27FC236}">
                <a16:creationId xmlns:a16="http://schemas.microsoft.com/office/drawing/2014/main" id="{66F3A9CE-3CAF-C0CD-E148-CE373B1F144A}"/>
              </a:ext>
            </a:extLst>
          </p:cNvPr>
          <p:cNvSpPr/>
          <p:nvPr userDrawn="1"/>
        </p:nvSpPr>
        <p:spPr>
          <a:xfrm>
            <a:off x="656251" y="2679063"/>
            <a:ext cx="3598074" cy="2889504"/>
          </a:xfrm>
          <a:prstGeom prst="roundRect">
            <a:avLst>
              <a:gd name="adj" fmla="val 9072"/>
            </a:avLst>
          </a:prstGeom>
          <a:solidFill>
            <a:srgbClr val="021E33">
              <a:alpha val="4471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10" name="Text Placeholder 9">
            <a:extLst>
              <a:ext uri="{FF2B5EF4-FFF2-40B4-BE49-F238E27FC236}">
                <a16:creationId xmlns:a16="http://schemas.microsoft.com/office/drawing/2014/main" id="{E31A5B6D-3F33-3251-21F5-508CBA4725F2}"/>
              </a:ext>
            </a:extLst>
          </p:cNvPr>
          <p:cNvSpPr>
            <a:spLocks noGrp="1"/>
          </p:cNvSpPr>
          <p:nvPr>
            <p:ph type="body" sz="quarter" idx="13" hasCustomPrompt="1"/>
          </p:nvPr>
        </p:nvSpPr>
        <p:spPr>
          <a:xfrm>
            <a:off x="1073347" y="4165262"/>
            <a:ext cx="2813847" cy="707233"/>
          </a:xfrm>
        </p:spPr>
        <p:txBody>
          <a:bodyPr>
            <a:noAutofit/>
          </a:bodyPr>
          <a:lstStyle>
            <a:lvl1pPr marL="0" indent="0" algn="l">
              <a:buNone/>
              <a:defRPr sz="4200">
                <a:solidFill>
                  <a:schemeClr val="bg2"/>
                </a:solidFill>
              </a:defRPr>
            </a:lvl1pPr>
          </a:lstStyle>
          <a:p>
            <a:pPr lvl="0"/>
            <a:r>
              <a:rPr lang="en-US" dirty="0"/>
              <a:t>ZAHL 01</a:t>
            </a:r>
          </a:p>
        </p:txBody>
      </p:sp>
      <p:sp>
        <p:nvSpPr>
          <p:cNvPr id="14" name="Text Placeholder 13">
            <a:extLst>
              <a:ext uri="{FF2B5EF4-FFF2-40B4-BE49-F238E27FC236}">
                <a16:creationId xmlns:a16="http://schemas.microsoft.com/office/drawing/2014/main" id="{ED813B16-D696-AC7E-F206-F51DD748D91B}"/>
              </a:ext>
            </a:extLst>
          </p:cNvPr>
          <p:cNvSpPr>
            <a:spLocks noGrp="1"/>
          </p:cNvSpPr>
          <p:nvPr>
            <p:ph type="body" sz="quarter" idx="14" hasCustomPrompt="1"/>
          </p:nvPr>
        </p:nvSpPr>
        <p:spPr>
          <a:xfrm>
            <a:off x="1098747"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20" name="Bildplatzhalter 19">
            <a:extLst>
              <a:ext uri="{FF2B5EF4-FFF2-40B4-BE49-F238E27FC236}">
                <a16:creationId xmlns:a16="http://schemas.microsoft.com/office/drawing/2014/main" id="{59CDD65F-C411-335F-92C4-E7A4BD75DAEB}"/>
              </a:ext>
            </a:extLst>
          </p:cNvPr>
          <p:cNvSpPr>
            <a:spLocks noGrp="1"/>
          </p:cNvSpPr>
          <p:nvPr>
            <p:ph type="pic" sz="quarter" idx="20"/>
          </p:nvPr>
        </p:nvSpPr>
        <p:spPr>
          <a:xfrm>
            <a:off x="1066603" y="3049586"/>
            <a:ext cx="758825" cy="758825"/>
          </a:xfrm>
        </p:spPr>
        <p:txBody>
          <a:bodyPr>
            <a:noAutofit/>
          </a:bodyPr>
          <a:lstStyle/>
          <a:p>
            <a:endParaRPr lang="de-DE"/>
          </a:p>
        </p:txBody>
      </p:sp>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34" name="Abgerundetes Rechteck 33">
            <a:extLst>
              <a:ext uri="{FF2B5EF4-FFF2-40B4-BE49-F238E27FC236}">
                <a16:creationId xmlns:a16="http://schemas.microsoft.com/office/drawing/2014/main" id="{06F5D90C-7951-19AC-12CD-30EB459E67B5}"/>
              </a:ext>
            </a:extLst>
          </p:cNvPr>
          <p:cNvSpPr/>
          <p:nvPr userDrawn="1"/>
        </p:nvSpPr>
        <p:spPr>
          <a:xfrm>
            <a:off x="4415044" y="2679063"/>
            <a:ext cx="3598074" cy="2889504"/>
          </a:xfrm>
          <a:prstGeom prst="roundRect">
            <a:avLst>
              <a:gd name="adj" fmla="val 9072"/>
            </a:avLst>
          </a:prstGeom>
          <a:solidFill>
            <a:srgbClr val="021E33">
              <a:alpha val="4471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35" name="Text Placeholder 9">
            <a:extLst>
              <a:ext uri="{FF2B5EF4-FFF2-40B4-BE49-F238E27FC236}">
                <a16:creationId xmlns:a16="http://schemas.microsoft.com/office/drawing/2014/main" id="{F07CF399-37AC-9E7F-E2A5-6218076AE79C}"/>
              </a:ext>
            </a:extLst>
          </p:cNvPr>
          <p:cNvSpPr>
            <a:spLocks noGrp="1"/>
          </p:cNvSpPr>
          <p:nvPr>
            <p:ph type="body" sz="quarter" idx="21" hasCustomPrompt="1"/>
          </p:nvPr>
        </p:nvSpPr>
        <p:spPr>
          <a:xfrm>
            <a:off x="4832140" y="4165262"/>
            <a:ext cx="2813847" cy="707233"/>
          </a:xfrm>
        </p:spPr>
        <p:txBody>
          <a:bodyPr>
            <a:noAutofit/>
          </a:bodyPr>
          <a:lstStyle>
            <a:lvl1pPr marL="0" indent="0" algn="l">
              <a:buNone/>
              <a:defRPr sz="4200">
                <a:solidFill>
                  <a:schemeClr val="bg2"/>
                </a:solidFill>
              </a:defRPr>
            </a:lvl1pPr>
          </a:lstStyle>
          <a:p>
            <a:pPr lvl="0"/>
            <a:r>
              <a:rPr lang="en-US" dirty="0"/>
              <a:t>ZAHL 02</a:t>
            </a:r>
          </a:p>
        </p:txBody>
      </p:sp>
      <p:sp>
        <p:nvSpPr>
          <p:cNvPr id="36" name="Text Placeholder 13">
            <a:extLst>
              <a:ext uri="{FF2B5EF4-FFF2-40B4-BE49-F238E27FC236}">
                <a16:creationId xmlns:a16="http://schemas.microsoft.com/office/drawing/2014/main" id="{3DC1F490-1198-3DC8-EFEC-13B01C5AE690}"/>
              </a:ext>
            </a:extLst>
          </p:cNvPr>
          <p:cNvSpPr>
            <a:spLocks noGrp="1"/>
          </p:cNvSpPr>
          <p:nvPr>
            <p:ph type="body" sz="quarter" idx="22" hasCustomPrompt="1"/>
          </p:nvPr>
        </p:nvSpPr>
        <p:spPr>
          <a:xfrm>
            <a:off x="4857540"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37" name="Bildplatzhalter 19">
            <a:extLst>
              <a:ext uri="{FF2B5EF4-FFF2-40B4-BE49-F238E27FC236}">
                <a16:creationId xmlns:a16="http://schemas.microsoft.com/office/drawing/2014/main" id="{F5F47E20-9FB6-11DF-E3AF-8095DA3B28B1}"/>
              </a:ext>
            </a:extLst>
          </p:cNvPr>
          <p:cNvSpPr>
            <a:spLocks noGrp="1"/>
          </p:cNvSpPr>
          <p:nvPr>
            <p:ph type="pic" sz="quarter" idx="23"/>
          </p:nvPr>
        </p:nvSpPr>
        <p:spPr>
          <a:xfrm>
            <a:off x="4825396" y="3049586"/>
            <a:ext cx="758825" cy="758825"/>
          </a:xfrm>
        </p:spPr>
        <p:txBody>
          <a:bodyPr>
            <a:noAutofit/>
          </a:bodyPr>
          <a:lstStyle/>
          <a:p>
            <a:endParaRPr lang="de-DE"/>
          </a:p>
        </p:txBody>
      </p:sp>
      <p:sp>
        <p:nvSpPr>
          <p:cNvPr id="38" name="Abgerundetes Rechteck 37">
            <a:extLst>
              <a:ext uri="{FF2B5EF4-FFF2-40B4-BE49-F238E27FC236}">
                <a16:creationId xmlns:a16="http://schemas.microsoft.com/office/drawing/2014/main" id="{CD24B6E1-3C63-7EC4-6FD6-7EA2C03B85C1}"/>
              </a:ext>
            </a:extLst>
          </p:cNvPr>
          <p:cNvSpPr/>
          <p:nvPr userDrawn="1"/>
        </p:nvSpPr>
        <p:spPr>
          <a:xfrm>
            <a:off x="8173837" y="2679063"/>
            <a:ext cx="3598074" cy="2889504"/>
          </a:xfrm>
          <a:prstGeom prst="roundRect">
            <a:avLst>
              <a:gd name="adj" fmla="val 9072"/>
            </a:avLst>
          </a:prstGeom>
          <a:solidFill>
            <a:srgbClr val="021E33">
              <a:alpha val="44710"/>
            </a:srgbClr>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39" name="Text Placeholder 9">
            <a:extLst>
              <a:ext uri="{FF2B5EF4-FFF2-40B4-BE49-F238E27FC236}">
                <a16:creationId xmlns:a16="http://schemas.microsoft.com/office/drawing/2014/main" id="{991C874D-0A9A-E1F8-712F-872B9818D7FD}"/>
              </a:ext>
            </a:extLst>
          </p:cNvPr>
          <p:cNvSpPr>
            <a:spLocks noGrp="1"/>
          </p:cNvSpPr>
          <p:nvPr>
            <p:ph type="body" sz="quarter" idx="24" hasCustomPrompt="1"/>
          </p:nvPr>
        </p:nvSpPr>
        <p:spPr>
          <a:xfrm>
            <a:off x="8590933" y="4165262"/>
            <a:ext cx="2813847" cy="707233"/>
          </a:xfrm>
        </p:spPr>
        <p:txBody>
          <a:bodyPr>
            <a:noAutofit/>
          </a:bodyPr>
          <a:lstStyle>
            <a:lvl1pPr marL="0" indent="0" algn="l">
              <a:buNone/>
              <a:defRPr sz="4200">
                <a:solidFill>
                  <a:schemeClr val="bg2"/>
                </a:solidFill>
              </a:defRPr>
            </a:lvl1pPr>
          </a:lstStyle>
          <a:p>
            <a:pPr lvl="0"/>
            <a:r>
              <a:rPr lang="en-US" dirty="0"/>
              <a:t>ZAHL 03</a:t>
            </a:r>
          </a:p>
        </p:txBody>
      </p:sp>
      <p:sp>
        <p:nvSpPr>
          <p:cNvPr id="40" name="Text Placeholder 13">
            <a:extLst>
              <a:ext uri="{FF2B5EF4-FFF2-40B4-BE49-F238E27FC236}">
                <a16:creationId xmlns:a16="http://schemas.microsoft.com/office/drawing/2014/main" id="{F6552FF8-709D-61F8-E277-E346B8FB9460}"/>
              </a:ext>
            </a:extLst>
          </p:cNvPr>
          <p:cNvSpPr>
            <a:spLocks noGrp="1"/>
          </p:cNvSpPr>
          <p:nvPr>
            <p:ph type="body" sz="quarter" idx="25" hasCustomPrompt="1"/>
          </p:nvPr>
        </p:nvSpPr>
        <p:spPr>
          <a:xfrm>
            <a:off x="8616333" y="4761288"/>
            <a:ext cx="2813848" cy="348109"/>
          </a:xfrm>
        </p:spPr>
        <p:txBody>
          <a:bodyPr wrap="square" anchor="ctr">
            <a:noAutofit/>
          </a:bodyPr>
          <a:lstStyle>
            <a:lvl1pPr marL="0" indent="0" algn="l">
              <a:buNone/>
              <a:defRPr sz="1800">
                <a:solidFill>
                  <a:schemeClr val="bg2"/>
                </a:solidFill>
              </a:defRPr>
            </a:lvl1pPr>
          </a:lstStyle>
          <a:p>
            <a:pPr lvl="0"/>
            <a:r>
              <a:rPr lang="en-US" dirty="0"/>
              <a:t>Lorem ipsum dolor </a:t>
            </a:r>
          </a:p>
        </p:txBody>
      </p:sp>
      <p:sp>
        <p:nvSpPr>
          <p:cNvPr id="41" name="Bildplatzhalter 19">
            <a:extLst>
              <a:ext uri="{FF2B5EF4-FFF2-40B4-BE49-F238E27FC236}">
                <a16:creationId xmlns:a16="http://schemas.microsoft.com/office/drawing/2014/main" id="{2AF100A0-E3C6-2FDD-2EAD-05218EEE90E9}"/>
              </a:ext>
            </a:extLst>
          </p:cNvPr>
          <p:cNvSpPr>
            <a:spLocks noGrp="1"/>
          </p:cNvSpPr>
          <p:nvPr>
            <p:ph type="pic" sz="quarter" idx="26"/>
          </p:nvPr>
        </p:nvSpPr>
        <p:spPr>
          <a:xfrm>
            <a:off x="8584189" y="3049586"/>
            <a:ext cx="758825" cy="758825"/>
          </a:xfrm>
        </p:spPr>
        <p:txBody>
          <a:bodyPr>
            <a:noAutofit/>
          </a:bodyPr>
          <a:lstStyle/>
          <a:p>
            <a:endParaRPr lang="de-DE"/>
          </a:p>
        </p:txBody>
      </p:sp>
      <p:sp>
        <p:nvSpPr>
          <p:cNvPr id="2" name="Rectangle 16">
            <a:extLst>
              <a:ext uri="{FF2B5EF4-FFF2-40B4-BE49-F238E27FC236}">
                <a16:creationId xmlns:a16="http://schemas.microsoft.com/office/drawing/2014/main" id="{F7641802-36CD-7244-DF83-89853EE4A67D}"/>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15361372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vent 3 Personen">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3888196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11" name="Text Placeholder 10">
            <a:extLst>
              <a:ext uri="{FF2B5EF4-FFF2-40B4-BE49-F238E27FC236}">
                <a16:creationId xmlns:a16="http://schemas.microsoft.com/office/drawing/2014/main" id="{BFD5EC9C-9812-B434-8E03-DFF2703E5AD2}"/>
              </a:ext>
            </a:extLst>
          </p:cNvPr>
          <p:cNvSpPr>
            <a:spLocks noGrp="1"/>
          </p:cNvSpPr>
          <p:nvPr>
            <p:ph type="body" sz="quarter" idx="11" hasCustomPrompt="1"/>
          </p:nvPr>
        </p:nvSpPr>
        <p:spPr>
          <a:xfrm>
            <a:off x="431801" y="4947414"/>
            <a:ext cx="3521827"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2" name="Text Placeholder 10">
            <a:extLst>
              <a:ext uri="{FF2B5EF4-FFF2-40B4-BE49-F238E27FC236}">
                <a16:creationId xmlns:a16="http://schemas.microsoft.com/office/drawing/2014/main" id="{E5EA39F0-CE9A-E60C-CE83-085AB9B0E6EF}"/>
              </a:ext>
            </a:extLst>
          </p:cNvPr>
          <p:cNvSpPr>
            <a:spLocks noGrp="1"/>
          </p:cNvSpPr>
          <p:nvPr>
            <p:ph type="body" sz="quarter" idx="13" hasCustomPrompt="1"/>
          </p:nvPr>
        </p:nvSpPr>
        <p:spPr>
          <a:xfrm>
            <a:off x="4331912" y="4947414"/>
            <a:ext cx="3521827"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3" name="Text Placeholder 10">
            <a:extLst>
              <a:ext uri="{FF2B5EF4-FFF2-40B4-BE49-F238E27FC236}">
                <a16:creationId xmlns:a16="http://schemas.microsoft.com/office/drawing/2014/main" id="{80459632-4A2E-2835-F2EA-1146DBB5EC41}"/>
              </a:ext>
            </a:extLst>
          </p:cNvPr>
          <p:cNvSpPr>
            <a:spLocks noGrp="1"/>
          </p:cNvSpPr>
          <p:nvPr>
            <p:ph type="body" sz="quarter" idx="14" hasCustomPrompt="1"/>
          </p:nvPr>
        </p:nvSpPr>
        <p:spPr>
          <a:xfrm>
            <a:off x="8232023" y="4947414"/>
            <a:ext cx="3521827"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77438D93-19FF-7C96-9C20-F732D0E998EF}"/>
              </a:ext>
            </a:extLst>
          </p:cNvPr>
          <p:cNvSpPr>
            <a:spLocks noGrp="1"/>
          </p:cNvSpPr>
          <p:nvPr>
            <p:ph type="body" sz="quarter" idx="45" hasCustomPrompt="1"/>
          </p:nvPr>
        </p:nvSpPr>
        <p:spPr>
          <a:xfrm>
            <a:off x="431801" y="5411344"/>
            <a:ext cx="3521827"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8" name="Text Placeholder 10">
            <a:extLst>
              <a:ext uri="{FF2B5EF4-FFF2-40B4-BE49-F238E27FC236}">
                <a16:creationId xmlns:a16="http://schemas.microsoft.com/office/drawing/2014/main" id="{9B214C29-139A-12D8-D107-702C58403730}"/>
              </a:ext>
            </a:extLst>
          </p:cNvPr>
          <p:cNvSpPr>
            <a:spLocks noGrp="1"/>
          </p:cNvSpPr>
          <p:nvPr>
            <p:ph type="body" sz="quarter" idx="46" hasCustomPrompt="1"/>
          </p:nvPr>
        </p:nvSpPr>
        <p:spPr>
          <a:xfrm>
            <a:off x="4331912" y="5411344"/>
            <a:ext cx="3521827"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9" name="Text Placeholder 10">
            <a:extLst>
              <a:ext uri="{FF2B5EF4-FFF2-40B4-BE49-F238E27FC236}">
                <a16:creationId xmlns:a16="http://schemas.microsoft.com/office/drawing/2014/main" id="{9912B03F-920E-E19E-3510-1FF5132F035F}"/>
              </a:ext>
            </a:extLst>
          </p:cNvPr>
          <p:cNvSpPr>
            <a:spLocks noGrp="1"/>
          </p:cNvSpPr>
          <p:nvPr>
            <p:ph type="body" sz="quarter" idx="47" hasCustomPrompt="1"/>
          </p:nvPr>
        </p:nvSpPr>
        <p:spPr>
          <a:xfrm>
            <a:off x="8232023" y="5411344"/>
            <a:ext cx="3521827"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5" name="Picture Placeholder 15">
            <a:extLst>
              <a:ext uri="{FF2B5EF4-FFF2-40B4-BE49-F238E27FC236}">
                <a16:creationId xmlns:a16="http://schemas.microsoft.com/office/drawing/2014/main" id="{DCAFC76C-D7B6-BCE2-A7B2-669DAC73FE53}"/>
              </a:ext>
            </a:extLst>
          </p:cNvPr>
          <p:cNvSpPr>
            <a:spLocks noGrp="1"/>
          </p:cNvSpPr>
          <p:nvPr>
            <p:ph type="pic" sz="quarter" idx="44"/>
          </p:nvPr>
        </p:nvSpPr>
        <p:spPr>
          <a:xfrm>
            <a:off x="879852" y="2227953"/>
            <a:ext cx="2625724" cy="2625724"/>
          </a:xfrm>
          <a:prstGeom prst="ellipse">
            <a:avLst/>
          </a:prstGeom>
          <a:ln w="12700">
            <a:solidFill>
              <a:schemeClr val="bg1"/>
            </a:solidFill>
          </a:ln>
        </p:spPr>
        <p:txBody>
          <a:bodyPr>
            <a:noAutofit/>
          </a:bodyPr>
          <a:lstStyle/>
          <a:p>
            <a:endParaRPr lang="en-GB"/>
          </a:p>
        </p:txBody>
      </p:sp>
      <p:sp>
        <p:nvSpPr>
          <p:cNvPr id="21" name="Picture Placeholder 15">
            <a:extLst>
              <a:ext uri="{FF2B5EF4-FFF2-40B4-BE49-F238E27FC236}">
                <a16:creationId xmlns:a16="http://schemas.microsoft.com/office/drawing/2014/main" id="{A1AA47C7-EE5D-794B-C9AF-0B16B1237EE6}"/>
              </a:ext>
            </a:extLst>
          </p:cNvPr>
          <p:cNvSpPr>
            <a:spLocks noGrp="1"/>
          </p:cNvSpPr>
          <p:nvPr>
            <p:ph type="pic" sz="quarter" idx="48"/>
          </p:nvPr>
        </p:nvSpPr>
        <p:spPr>
          <a:xfrm>
            <a:off x="4783138" y="2227953"/>
            <a:ext cx="2625724" cy="2625724"/>
          </a:xfrm>
          <a:prstGeom prst="ellipse">
            <a:avLst/>
          </a:prstGeom>
          <a:ln w="12700">
            <a:solidFill>
              <a:schemeClr val="bg1"/>
            </a:solidFill>
          </a:ln>
        </p:spPr>
        <p:txBody>
          <a:bodyPr>
            <a:noAutofit/>
          </a:bodyPr>
          <a:lstStyle/>
          <a:p>
            <a:endParaRPr lang="en-GB"/>
          </a:p>
        </p:txBody>
      </p:sp>
      <p:sp>
        <p:nvSpPr>
          <p:cNvPr id="22" name="Picture Placeholder 15">
            <a:extLst>
              <a:ext uri="{FF2B5EF4-FFF2-40B4-BE49-F238E27FC236}">
                <a16:creationId xmlns:a16="http://schemas.microsoft.com/office/drawing/2014/main" id="{AE782210-226A-0220-B778-99618C01472F}"/>
              </a:ext>
            </a:extLst>
          </p:cNvPr>
          <p:cNvSpPr>
            <a:spLocks noGrp="1"/>
          </p:cNvSpPr>
          <p:nvPr>
            <p:ph type="pic" sz="quarter" idx="49"/>
          </p:nvPr>
        </p:nvSpPr>
        <p:spPr>
          <a:xfrm>
            <a:off x="8680074" y="2227953"/>
            <a:ext cx="2625724" cy="2625724"/>
          </a:xfrm>
          <a:prstGeom prst="ellipse">
            <a:avLst/>
          </a:prstGeom>
          <a:ln w="12700">
            <a:solidFill>
              <a:schemeClr val="bg1"/>
            </a:solidFill>
          </a:ln>
        </p:spPr>
        <p:txBody>
          <a:bodyPr>
            <a:noAutofit/>
          </a:bodyPr>
          <a:lstStyle/>
          <a:p>
            <a:endParaRPr lang="en-GB"/>
          </a:p>
        </p:txBody>
      </p:sp>
      <p:sp>
        <p:nvSpPr>
          <p:cNvPr id="26" name="Rechteck 39">
            <a:extLst>
              <a:ext uri="{FF2B5EF4-FFF2-40B4-BE49-F238E27FC236}">
                <a16:creationId xmlns:a16="http://schemas.microsoft.com/office/drawing/2014/main" id="{1BB030FD-86B8-C7ED-9DE0-35DFBCF276D4}"/>
              </a:ext>
            </a:extLst>
          </p:cNvPr>
          <p:cNvSpPr/>
          <p:nvPr userDrawn="1"/>
        </p:nvSpPr>
        <p:spPr>
          <a:xfrm>
            <a:off x="685279" y="1471438"/>
            <a:ext cx="811272" cy="870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2" name="Rectangle 16">
            <a:extLst>
              <a:ext uri="{FF2B5EF4-FFF2-40B4-BE49-F238E27FC236}">
                <a16:creationId xmlns:a16="http://schemas.microsoft.com/office/drawing/2014/main" id="{5792DFCD-28DD-EB6D-008D-9C4C413BE95E}"/>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3887313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vent 5 Personen">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011670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8" name="Picture Placeholder 7">
            <a:extLst>
              <a:ext uri="{FF2B5EF4-FFF2-40B4-BE49-F238E27FC236}">
                <a16:creationId xmlns:a16="http://schemas.microsoft.com/office/drawing/2014/main" id="{831BD6CD-E368-79C4-B698-FFF62C02B52D}"/>
              </a:ext>
            </a:extLst>
          </p:cNvPr>
          <p:cNvSpPr>
            <a:spLocks noGrp="1"/>
          </p:cNvSpPr>
          <p:nvPr>
            <p:ph type="pic" sz="quarter" idx="12"/>
          </p:nvPr>
        </p:nvSpPr>
        <p:spPr>
          <a:xfrm>
            <a:off x="9351263" y="660064"/>
            <a:ext cx="2310405" cy="808944"/>
          </a:xfrm>
          <a:custGeom>
            <a:avLst/>
            <a:gdLst>
              <a:gd name="connsiteX0" fmla="*/ 0 w 3493878"/>
              <a:gd name="connsiteY0" fmla="*/ 0 h 1223318"/>
              <a:gd name="connsiteX1" fmla="*/ 3493878 w 3493878"/>
              <a:gd name="connsiteY1" fmla="*/ 0 h 1223318"/>
              <a:gd name="connsiteX2" fmla="*/ 3493878 w 3493878"/>
              <a:gd name="connsiteY2" fmla="*/ 1223318 h 1223318"/>
              <a:gd name="connsiteX3" fmla="*/ 0 w 3493878"/>
              <a:gd name="connsiteY3" fmla="*/ 1223318 h 1223318"/>
            </a:gdLst>
            <a:ahLst/>
            <a:cxnLst>
              <a:cxn ang="0">
                <a:pos x="connsiteX0" y="connsiteY0"/>
              </a:cxn>
              <a:cxn ang="0">
                <a:pos x="connsiteX1" y="connsiteY1"/>
              </a:cxn>
              <a:cxn ang="0">
                <a:pos x="connsiteX2" y="connsiteY2"/>
              </a:cxn>
              <a:cxn ang="0">
                <a:pos x="connsiteX3" y="connsiteY3"/>
              </a:cxn>
            </a:cxnLst>
            <a:rect l="l" t="t" r="r" b="b"/>
            <a:pathLst>
              <a:path w="3493878" h="1223318">
                <a:moveTo>
                  <a:pt x="0" y="0"/>
                </a:moveTo>
                <a:lnTo>
                  <a:pt x="3493878" y="0"/>
                </a:lnTo>
                <a:lnTo>
                  <a:pt x="3493878" y="1223318"/>
                </a:lnTo>
                <a:lnTo>
                  <a:pt x="0" y="1223318"/>
                </a:lnTo>
                <a:close/>
              </a:path>
            </a:pathLst>
          </a:custGeom>
        </p:spPr>
        <p:txBody>
          <a:bodyPr wrap="square">
            <a:noAutofit/>
          </a:bodyPr>
          <a:lstStyle/>
          <a:p>
            <a:endParaRPr lang="en-GB"/>
          </a:p>
        </p:txBody>
      </p:sp>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11" name="Text Placeholder 10">
            <a:extLst>
              <a:ext uri="{FF2B5EF4-FFF2-40B4-BE49-F238E27FC236}">
                <a16:creationId xmlns:a16="http://schemas.microsoft.com/office/drawing/2014/main" id="{BFD5EC9C-9812-B434-8E03-DFF2703E5AD2}"/>
              </a:ext>
            </a:extLst>
          </p:cNvPr>
          <p:cNvSpPr>
            <a:spLocks noGrp="1"/>
          </p:cNvSpPr>
          <p:nvPr>
            <p:ph type="body" sz="quarter" idx="11" hasCustomPrompt="1"/>
          </p:nvPr>
        </p:nvSpPr>
        <p:spPr>
          <a:xfrm>
            <a:off x="431801"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16" name="Text Placeholder 10">
            <a:extLst>
              <a:ext uri="{FF2B5EF4-FFF2-40B4-BE49-F238E27FC236}">
                <a16:creationId xmlns:a16="http://schemas.microsoft.com/office/drawing/2014/main" id="{77438D93-19FF-7C96-9C20-F732D0E998EF}"/>
              </a:ext>
            </a:extLst>
          </p:cNvPr>
          <p:cNvSpPr>
            <a:spLocks noGrp="1"/>
          </p:cNvSpPr>
          <p:nvPr>
            <p:ph type="body" sz="quarter" idx="45" hasCustomPrompt="1"/>
          </p:nvPr>
        </p:nvSpPr>
        <p:spPr>
          <a:xfrm>
            <a:off x="431801"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0" name="Text Placeholder 10">
            <a:extLst>
              <a:ext uri="{FF2B5EF4-FFF2-40B4-BE49-F238E27FC236}">
                <a16:creationId xmlns:a16="http://schemas.microsoft.com/office/drawing/2014/main" id="{FAB98A2C-3FE6-1B7E-7E97-D2CCDC82BFD3}"/>
              </a:ext>
            </a:extLst>
          </p:cNvPr>
          <p:cNvSpPr>
            <a:spLocks noGrp="1"/>
          </p:cNvSpPr>
          <p:nvPr>
            <p:ph type="body" sz="quarter" idx="46" hasCustomPrompt="1"/>
          </p:nvPr>
        </p:nvSpPr>
        <p:spPr>
          <a:xfrm>
            <a:off x="2730076"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6" name="Text Placeholder 10">
            <a:extLst>
              <a:ext uri="{FF2B5EF4-FFF2-40B4-BE49-F238E27FC236}">
                <a16:creationId xmlns:a16="http://schemas.microsoft.com/office/drawing/2014/main" id="{705DC99C-7E31-6DF2-4D98-29BDE025DC5F}"/>
              </a:ext>
            </a:extLst>
          </p:cNvPr>
          <p:cNvSpPr>
            <a:spLocks noGrp="1"/>
          </p:cNvSpPr>
          <p:nvPr>
            <p:ph type="body" sz="quarter" idx="47" hasCustomPrompt="1"/>
          </p:nvPr>
        </p:nvSpPr>
        <p:spPr>
          <a:xfrm>
            <a:off x="2730076"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8" name="Text Placeholder 10">
            <a:extLst>
              <a:ext uri="{FF2B5EF4-FFF2-40B4-BE49-F238E27FC236}">
                <a16:creationId xmlns:a16="http://schemas.microsoft.com/office/drawing/2014/main" id="{D3888FFD-2B05-0AE6-669E-AA2831F56F3E}"/>
              </a:ext>
            </a:extLst>
          </p:cNvPr>
          <p:cNvSpPr>
            <a:spLocks noGrp="1"/>
          </p:cNvSpPr>
          <p:nvPr>
            <p:ph type="body" sz="quarter" idx="49" hasCustomPrompt="1"/>
          </p:nvPr>
        </p:nvSpPr>
        <p:spPr>
          <a:xfrm>
            <a:off x="5028351"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29" name="Text Placeholder 10">
            <a:extLst>
              <a:ext uri="{FF2B5EF4-FFF2-40B4-BE49-F238E27FC236}">
                <a16:creationId xmlns:a16="http://schemas.microsoft.com/office/drawing/2014/main" id="{B57B9E70-0934-88BF-B13B-D1088133F50C}"/>
              </a:ext>
            </a:extLst>
          </p:cNvPr>
          <p:cNvSpPr>
            <a:spLocks noGrp="1"/>
          </p:cNvSpPr>
          <p:nvPr>
            <p:ph type="body" sz="quarter" idx="50" hasCustomPrompt="1"/>
          </p:nvPr>
        </p:nvSpPr>
        <p:spPr>
          <a:xfrm>
            <a:off x="5028351"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1" name="Text Placeholder 10">
            <a:extLst>
              <a:ext uri="{FF2B5EF4-FFF2-40B4-BE49-F238E27FC236}">
                <a16:creationId xmlns:a16="http://schemas.microsoft.com/office/drawing/2014/main" id="{A8AFA537-B07C-9995-B0E0-256470678327}"/>
              </a:ext>
            </a:extLst>
          </p:cNvPr>
          <p:cNvSpPr>
            <a:spLocks noGrp="1"/>
          </p:cNvSpPr>
          <p:nvPr>
            <p:ph type="body" sz="quarter" idx="52" hasCustomPrompt="1"/>
          </p:nvPr>
        </p:nvSpPr>
        <p:spPr>
          <a:xfrm>
            <a:off x="7326626"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3" name="Text Placeholder 10">
            <a:extLst>
              <a:ext uri="{FF2B5EF4-FFF2-40B4-BE49-F238E27FC236}">
                <a16:creationId xmlns:a16="http://schemas.microsoft.com/office/drawing/2014/main" id="{8443C2BD-3712-7D66-0118-E4ED48AB80B0}"/>
              </a:ext>
            </a:extLst>
          </p:cNvPr>
          <p:cNvSpPr>
            <a:spLocks noGrp="1"/>
          </p:cNvSpPr>
          <p:nvPr>
            <p:ph type="body" sz="quarter" idx="53" hasCustomPrompt="1"/>
          </p:nvPr>
        </p:nvSpPr>
        <p:spPr>
          <a:xfrm>
            <a:off x="7326626"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5" name="Text Placeholder 10">
            <a:extLst>
              <a:ext uri="{FF2B5EF4-FFF2-40B4-BE49-F238E27FC236}">
                <a16:creationId xmlns:a16="http://schemas.microsoft.com/office/drawing/2014/main" id="{5F71F423-0DEF-A55E-2CD9-0FF60CC9C8B0}"/>
              </a:ext>
            </a:extLst>
          </p:cNvPr>
          <p:cNvSpPr>
            <a:spLocks noGrp="1"/>
          </p:cNvSpPr>
          <p:nvPr>
            <p:ph type="body" sz="quarter" idx="55" hasCustomPrompt="1"/>
          </p:nvPr>
        </p:nvSpPr>
        <p:spPr>
          <a:xfrm>
            <a:off x="9624901" y="4576453"/>
            <a:ext cx="2128949" cy="612440"/>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2000" b="1"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36" name="Text Placeholder 10">
            <a:extLst>
              <a:ext uri="{FF2B5EF4-FFF2-40B4-BE49-F238E27FC236}">
                <a16:creationId xmlns:a16="http://schemas.microsoft.com/office/drawing/2014/main" id="{294E8B2A-2E35-894C-2F64-47A648AFB920}"/>
              </a:ext>
            </a:extLst>
          </p:cNvPr>
          <p:cNvSpPr>
            <a:spLocks noGrp="1"/>
          </p:cNvSpPr>
          <p:nvPr>
            <p:ph type="body" sz="quarter" idx="56" hasCustomPrompt="1"/>
          </p:nvPr>
        </p:nvSpPr>
        <p:spPr>
          <a:xfrm>
            <a:off x="9624901" y="5086103"/>
            <a:ext cx="2128949" cy="363136"/>
          </a:xfrm>
          <a:custGeom>
            <a:avLst/>
            <a:gdLst>
              <a:gd name="connsiteX0" fmla="*/ 0 w 3829019"/>
              <a:gd name="connsiteY0" fmla="*/ 0 h 370205"/>
              <a:gd name="connsiteX1" fmla="*/ 3829019 w 3829019"/>
              <a:gd name="connsiteY1" fmla="*/ 0 h 370205"/>
              <a:gd name="connsiteX2" fmla="*/ 3829019 w 3829019"/>
              <a:gd name="connsiteY2" fmla="*/ 370205 h 370205"/>
              <a:gd name="connsiteX3" fmla="*/ 0 w 3829019"/>
              <a:gd name="connsiteY3" fmla="*/ 370205 h 370205"/>
            </a:gdLst>
            <a:ahLst/>
            <a:cxnLst>
              <a:cxn ang="0">
                <a:pos x="connsiteX0" y="connsiteY0"/>
              </a:cxn>
              <a:cxn ang="0">
                <a:pos x="connsiteX1" y="connsiteY1"/>
              </a:cxn>
              <a:cxn ang="0">
                <a:pos x="connsiteX2" y="connsiteY2"/>
              </a:cxn>
              <a:cxn ang="0">
                <a:pos x="connsiteX3" y="connsiteY3"/>
              </a:cxn>
            </a:cxnLst>
            <a:rect l="l" t="t" r="r" b="b"/>
            <a:pathLst>
              <a:path w="3829019" h="370205">
                <a:moveTo>
                  <a:pt x="0" y="0"/>
                </a:moveTo>
                <a:lnTo>
                  <a:pt x="3829019" y="0"/>
                </a:lnTo>
                <a:lnTo>
                  <a:pt x="3829019" y="370205"/>
                </a:lnTo>
                <a:lnTo>
                  <a:pt x="0" y="370205"/>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indent="0" algn="ctr">
              <a:buNone/>
              <a:defRPr lang="en-US" sz="1400" smtClean="0">
                <a:solidFill>
                  <a:schemeClr val="bg2"/>
                </a:solidFill>
              </a:defRPr>
            </a:lvl1pPr>
            <a:lvl2pPr>
              <a:defRPr lang="en-US" sz="1800" smtClean="0">
                <a:solidFill>
                  <a:schemeClr val="lt1"/>
                </a:solidFill>
              </a:defRPr>
            </a:lvl2pPr>
            <a:lvl3pPr>
              <a:defRPr lang="en-US" sz="1800" smtClean="0">
                <a:solidFill>
                  <a:schemeClr val="lt1"/>
                </a:solidFill>
              </a:defRPr>
            </a:lvl3pPr>
            <a:lvl4pPr>
              <a:defRPr lang="en-US" smtClean="0">
                <a:solidFill>
                  <a:schemeClr val="lt1"/>
                </a:solidFill>
              </a:defRPr>
            </a:lvl4pPr>
            <a:lvl5pPr>
              <a:defRPr lang="en-GB">
                <a:solidFill>
                  <a:schemeClr val="lt1"/>
                </a:solidFill>
              </a:defRPr>
            </a:lvl5pPr>
          </a:lstStyle>
          <a:p>
            <a:pPr marL="0" lvl="0" algn="ctr"/>
            <a:r>
              <a:rPr lang="en-GB" dirty="0"/>
              <a:t>Lorem Ipsum</a:t>
            </a:r>
          </a:p>
        </p:txBody>
      </p:sp>
      <p:sp>
        <p:nvSpPr>
          <p:cNvPr id="42" name="Rechteck 39">
            <a:extLst>
              <a:ext uri="{FF2B5EF4-FFF2-40B4-BE49-F238E27FC236}">
                <a16:creationId xmlns:a16="http://schemas.microsoft.com/office/drawing/2014/main" id="{BA73350F-AA45-93E8-614D-329E49E9230A}"/>
              </a:ext>
            </a:extLst>
          </p:cNvPr>
          <p:cNvSpPr/>
          <p:nvPr userDrawn="1"/>
        </p:nvSpPr>
        <p:spPr>
          <a:xfrm>
            <a:off x="685279" y="1471438"/>
            <a:ext cx="811272" cy="870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15" name="Picture Placeholder 15">
            <a:extLst>
              <a:ext uri="{FF2B5EF4-FFF2-40B4-BE49-F238E27FC236}">
                <a16:creationId xmlns:a16="http://schemas.microsoft.com/office/drawing/2014/main" id="{DCAFC76C-D7B6-BCE2-A7B2-669DAC73FE53}"/>
              </a:ext>
            </a:extLst>
          </p:cNvPr>
          <p:cNvSpPr>
            <a:spLocks noGrp="1"/>
          </p:cNvSpPr>
          <p:nvPr>
            <p:ph type="pic" sz="quarter" idx="44"/>
          </p:nvPr>
        </p:nvSpPr>
        <p:spPr>
          <a:xfrm>
            <a:off x="431800" y="2278916"/>
            <a:ext cx="2127600" cy="2127600"/>
          </a:xfrm>
          <a:prstGeom prst="ellipse">
            <a:avLst/>
          </a:prstGeom>
          <a:ln w="12700">
            <a:solidFill>
              <a:schemeClr val="bg1"/>
            </a:solidFill>
          </a:ln>
        </p:spPr>
        <p:txBody>
          <a:bodyPr>
            <a:noAutofit/>
          </a:bodyPr>
          <a:lstStyle/>
          <a:p>
            <a:endParaRPr lang="en-GB"/>
          </a:p>
        </p:txBody>
      </p:sp>
      <p:sp>
        <p:nvSpPr>
          <p:cNvPr id="27" name="Picture Placeholder 15">
            <a:extLst>
              <a:ext uri="{FF2B5EF4-FFF2-40B4-BE49-F238E27FC236}">
                <a16:creationId xmlns:a16="http://schemas.microsoft.com/office/drawing/2014/main" id="{E647A6F3-E367-5C48-6065-176488EEF52E}"/>
              </a:ext>
            </a:extLst>
          </p:cNvPr>
          <p:cNvSpPr>
            <a:spLocks noGrp="1"/>
          </p:cNvSpPr>
          <p:nvPr>
            <p:ph type="pic" sz="quarter" idx="48"/>
          </p:nvPr>
        </p:nvSpPr>
        <p:spPr>
          <a:xfrm>
            <a:off x="2731425" y="2278916"/>
            <a:ext cx="2127600" cy="2127600"/>
          </a:xfrm>
          <a:prstGeom prst="ellipse">
            <a:avLst/>
          </a:prstGeom>
          <a:ln w="12700">
            <a:solidFill>
              <a:schemeClr val="bg1"/>
            </a:solidFill>
          </a:ln>
        </p:spPr>
        <p:txBody>
          <a:bodyPr>
            <a:noAutofit/>
          </a:bodyPr>
          <a:lstStyle/>
          <a:p>
            <a:endParaRPr lang="en-GB"/>
          </a:p>
        </p:txBody>
      </p:sp>
      <p:sp>
        <p:nvSpPr>
          <p:cNvPr id="30" name="Picture Placeholder 15">
            <a:extLst>
              <a:ext uri="{FF2B5EF4-FFF2-40B4-BE49-F238E27FC236}">
                <a16:creationId xmlns:a16="http://schemas.microsoft.com/office/drawing/2014/main" id="{604DEC45-436D-7C7D-1A3F-8CD7C667EE09}"/>
              </a:ext>
            </a:extLst>
          </p:cNvPr>
          <p:cNvSpPr>
            <a:spLocks noGrp="1"/>
          </p:cNvSpPr>
          <p:nvPr>
            <p:ph type="pic" sz="quarter" idx="51"/>
          </p:nvPr>
        </p:nvSpPr>
        <p:spPr>
          <a:xfrm>
            <a:off x="5029700" y="2278916"/>
            <a:ext cx="2127600" cy="2127600"/>
          </a:xfrm>
          <a:prstGeom prst="ellipse">
            <a:avLst/>
          </a:prstGeom>
          <a:ln w="12700">
            <a:solidFill>
              <a:schemeClr val="bg1"/>
            </a:solidFill>
          </a:ln>
        </p:spPr>
        <p:txBody>
          <a:bodyPr>
            <a:noAutofit/>
          </a:bodyPr>
          <a:lstStyle/>
          <a:p>
            <a:endParaRPr lang="en-GB"/>
          </a:p>
        </p:txBody>
      </p:sp>
      <p:sp>
        <p:nvSpPr>
          <p:cNvPr id="34" name="Picture Placeholder 15">
            <a:extLst>
              <a:ext uri="{FF2B5EF4-FFF2-40B4-BE49-F238E27FC236}">
                <a16:creationId xmlns:a16="http://schemas.microsoft.com/office/drawing/2014/main" id="{CB1A79B9-7101-2608-15DA-ED99E07CEDC8}"/>
              </a:ext>
            </a:extLst>
          </p:cNvPr>
          <p:cNvSpPr>
            <a:spLocks noGrp="1"/>
          </p:cNvSpPr>
          <p:nvPr>
            <p:ph type="pic" sz="quarter" idx="54"/>
          </p:nvPr>
        </p:nvSpPr>
        <p:spPr>
          <a:xfrm>
            <a:off x="7327975" y="2278916"/>
            <a:ext cx="2127600" cy="2127600"/>
          </a:xfrm>
          <a:prstGeom prst="ellipse">
            <a:avLst/>
          </a:prstGeom>
          <a:ln w="12700">
            <a:solidFill>
              <a:schemeClr val="bg1"/>
            </a:solidFill>
          </a:ln>
        </p:spPr>
        <p:txBody>
          <a:bodyPr>
            <a:noAutofit/>
          </a:bodyPr>
          <a:lstStyle/>
          <a:p>
            <a:endParaRPr lang="en-GB"/>
          </a:p>
        </p:txBody>
      </p:sp>
      <p:sp>
        <p:nvSpPr>
          <p:cNvPr id="37" name="Picture Placeholder 15">
            <a:extLst>
              <a:ext uri="{FF2B5EF4-FFF2-40B4-BE49-F238E27FC236}">
                <a16:creationId xmlns:a16="http://schemas.microsoft.com/office/drawing/2014/main" id="{3635A2CA-FF6D-7B74-DA8A-6BDFF09C1720}"/>
              </a:ext>
            </a:extLst>
          </p:cNvPr>
          <p:cNvSpPr>
            <a:spLocks noGrp="1"/>
          </p:cNvSpPr>
          <p:nvPr>
            <p:ph type="pic" sz="quarter" idx="57"/>
          </p:nvPr>
        </p:nvSpPr>
        <p:spPr>
          <a:xfrm>
            <a:off x="9626250" y="2278916"/>
            <a:ext cx="2127600" cy="2127600"/>
          </a:xfrm>
          <a:prstGeom prst="ellipse">
            <a:avLst/>
          </a:prstGeom>
          <a:ln w="12700">
            <a:solidFill>
              <a:schemeClr val="bg1"/>
            </a:solidFill>
          </a:ln>
        </p:spPr>
        <p:txBody>
          <a:bodyPr>
            <a:noAutofit/>
          </a:bodyPr>
          <a:lstStyle/>
          <a:p>
            <a:endParaRPr lang="en-GB"/>
          </a:p>
        </p:txBody>
      </p:sp>
      <p:sp>
        <p:nvSpPr>
          <p:cNvPr id="2" name="Rectangle 16">
            <a:extLst>
              <a:ext uri="{FF2B5EF4-FFF2-40B4-BE49-F238E27FC236}">
                <a16:creationId xmlns:a16="http://schemas.microsoft.com/office/drawing/2014/main" id="{EB0500AE-DD3D-349E-BD9B-357EFFE969F1}"/>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spTree>
    <p:extLst>
      <p:ext uri="{BB962C8B-B14F-4D97-AF65-F5344CB8AC3E}">
        <p14:creationId xmlns:p14="http://schemas.microsoft.com/office/powerpoint/2010/main" val="21081242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cons weiß">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2DE2811-F1C6-BC2E-CAE0-5292CB18F581}"/>
              </a:ext>
            </a:extLst>
          </p:cNvPr>
          <p:cNvGraphicFramePr>
            <a:graphicFrameLocks noChangeAspect="1"/>
          </p:cNvGraphicFramePr>
          <p:nvPr userDrawn="1">
            <p:custDataLst>
              <p:tags r:id="rId1"/>
            </p:custDataLst>
            <p:extLst>
              <p:ext uri="{D42A27DB-BD31-4B8C-83A1-F6EECF244321}">
                <p14:modId xmlns:p14="http://schemas.microsoft.com/office/powerpoint/2010/main" val="2011670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392" progId="TCLayout.ActiveDocument.1">
                  <p:embed/>
                </p:oleObj>
              </mc:Choice>
              <mc:Fallback>
                <p:oleObj name="think-cell Slide" r:id="rId3" imgW="405" imgH="392" progId="TCLayout.ActiveDocument.1">
                  <p:embed/>
                  <p:pic>
                    <p:nvPicPr>
                      <p:cNvPr id="3" name="think-cell data - do not delete" hidden="1">
                        <a:extLst>
                          <a:ext uri="{FF2B5EF4-FFF2-40B4-BE49-F238E27FC236}">
                            <a16:creationId xmlns:a16="http://schemas.microsoft.com/office/drawing/2014/main" id="{02DE2811-F1C6-BC2E-CAE0-5292CB18F5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992D452A-F87F-E458-4847-7B2616417A62}"/>
              </a:ext>
            </a:extLst>
          </p:cNvPr>
          <p:cNvSpPr/>
          <p:nvPr userDrawn="1"/>
        </p:nvSpPr>
        <p:spPr>
          <a:xfrm>
            <a:off x="-1" y="-1"/>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GB" dirty="0" err="1"/>
          </a:p>
        </p:txBody>
      </p:sp>
      <p:pic>
        <p:nvPicPr>
          <p:cNvPr id="5" name="Picture 4" descr="A black background with a black square&#10;&#10;AI-generated content may be incorrect.">
            <a:extLst>
              <a:ext uri="{FF2B5EF4-FFF2-40B4-BE49-F238E27FC236}">
                <a16:creationId xmlns:a16="http://schemas.microsoft.com/office/drawing/2014/main" id="{F864886D-C752-F404-9634-C97513F4D7DD}"/>
              </a:ext>
            </a:extLst>
          </p:cNvPr>
          <p:cNvPicPr>
            <a:picLocks noChangeAspect="1"/>
          </p:cNvPicPr>
          <p:nvPr userDrawn="1"/>
        </p:nvPicPr>
        <p:blipFill>
          <a:blip r:embed="rId5">
            <a:alphaModFix amt="13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val="0"/>
              </a:ext>
            </a:extLst>
          </a:blip>
          <a:stretch>
            <a:fillRect/>
          </a:stretch>
        </p:blipFill>
        <p:spPr>
          <a:xfrm>
            <a:off x="6411096" y="-1143000"/>
            <a:ext cx="6858000" cy="6858000"/>
          </a:xfrm>
          <a:prstGeom prst="rect">
            <a:avLst/>
          </a:prstGeom>
        </p:spPr>
      </p:pic>
      <p:sp>
        <p:nvSpPr>
          <p:cNvPr id="32" name="Text Placeholder 5">
            <a:extLst>
              <a:ext uri="{FF2B5EF4-FFF2-40B4-BE49-F238E27FC236}">
                <a16:creationId xmlns:a16="http://schemas.microsoft.com/office/drawing/2014/main" id="{A4D2A228-C767-3D5C-9A6C-70B19B3578C2}"/>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bg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42" name="Rechteck 39">
            <a:extLst>
              <a:ext uri="{FF2B5EF4-FFF2-40B4-BE49-F238E27FC236}">
                <a16:creationId xmlns:a16="http://schemas.microsoft.com/office/drawing/2014/main" id="{BA73350F-AA45-93E8-614D-329E49E9230A}"/>
              </a:ext>
            </a:extLst>
          </p:cNvPr>
          <p:cNvSpPr/>
          <p:nvPr userDrawn="1"/>
        </p:nvSpPr>
        <p:spPr>
          <a:xfrm>
            <a:off x="685279" y="1471438"/>
            <a:ext cx="811272" cy="870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p>
        </p:txBody>
      </p:sp>
      <p:sp>
        <p:nvSpPr>
          <p:cNvPr id="2" name="Rectangle 16">
            <a:extLst>
              <a:ext uri="{FF2B5EF4-FFF2-40B4-BE49-F238E27FC236}">
                <a16:creationId xmlns:a16="http://schemas.microsoft.com/office/drawing/2014/main" id="{EB0500AE-DD3D-349E-BD9B-357EFFE969F1}"/>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grpSp>
        <p:nvGrpSpPr>
          <p:cNvPr id="13" name="Gruppieren 12">
            <a:extLst>
              <a:ext uri="{FF2B5EF4-FFF2-40B4-BE49-F238E27FC236}">
                <a16:creationId xmlns:a16="http://schemas.microsoft.com/office/drawing/2014/main" id="{21B1BE24-F4E8-C7CC-90CB-2BB61EB938D3}"/>
              </a:ext>
            </a:extLst>
          </p:cNvPr>
          <p:cNvGrpSpPr/>
          <p:nvPr userDrawn="1"/>
        </p:nvGrpSpPr>
        <p:grpSpPr>
          <a:xfrm>
            <a:off x="685279" y="2263350"/>
            <a:ext cx="10776619" cy="3195033"/>
            <a:chOff x="450964" y="2263349"/>
            <a:chExt cx="11290073" cy="3347261"/>
          </a:xfrm>
        </p:grpSpPr>
        <p:pic>
          <p:nvPicPr>
            <p:cNvPr id="6" name="Grafik 3" descr="Hinzufügen Silhouette">
              <a:extLst>
                <a:ext uri="{FF2B5EF4-FFF2-40B4-BE49-F238E27FC236}">
                  <a16:creationId xmlns:a16="http://schemas.microsoft.com/office/drawing/2014/main" id="{71555637-BCAD-F196-ECE4-5D80D6A0165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450964" y="2263349"/>
              <a:ext cx="699655" cy="699655"/>
            </a:xfrm>
            <a:prstGeom prst="rect">
              <a:avLst/>
            </a:prstGeom>
          </p:spPr>
        </p:pic>
        <p:pic>
          <p:nvPicPr>
            <p:cNvPr id="7" name="Grafik 5" descr="Adressbuch Silhouette">
              <a:extLst>
                <a:ext uri="{FF2B5EF4-FFF2-40B4-BE49-F238E27FC236}">
                  <a16:creationId xmlns:a16="http://schemas.microsoft.com/office/drawing/2014/main" id="{B324AD28-B921-DD21-1785-8CE9F749F447}"/>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450964" y="3145884"/>
              <a:ext cx="699655" cy="699655"/>
            </a:xfrm>
            <a:prstGeom prst="rect">
              <a:avLst/>
            </a:prstGeom>
          </p:spPr>
        </p:pic>
        <p:pic>
          <p:nvPicPr>
            <p:cNvPr id="36" name="Grafik 35" descr="Klemmbrett abgehakt Silhouette">
              <a:extLst>
                <a:ext uri="{FF2B5EF4-FFF2-40B4-BE49-F238E27FC236}">
                  <a16:creationId xmlns:a16="http://schemas.microsoft.com/office/drawing/2014/main" id="{E22E318D-6211-1447-D50D-BB20B367F9D4}"/>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50964" y="4028419"/>
              <a:ext cx="699655" cy="699655"/>
            </a:xfrm>
            <a:prstGeom prst="rect">
              <a:avLst/>
            </a:prstGeom>
          </p:spPr>
        </p:pic>
        <p:pic>
          <p:nvPicPr>
            <p:cNvPr id="8" name="Grafik 7" descr="Klebepflaster Silhouette">
              <a:extLst>
                <a:ext uri="{FF2B5EF4-FFF2-40B4-BE49-F238E27FC236}">
                  <a16:creationId xmlns:a16="http://schemas.microsoft.com/office/drawing/2014/main" id="{169F5C52-26C8-7354-4FE0-5A4974308175}"/>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333499" y="2263349"/>
              <a:ext cx="699655" cy="699655"/>
            </a:xfrm>
            <a:prstGeom prst="rect">
              <a:avLst/>
            </a:prstGeom>
          </p:spPr>
        </p:pic>
        <p:pic>
          <p:nvPicPr>
            <p:cNvPr id="12" name="Grafik 11" descr="Pfeil Kreis Silhouette">
              <a:extLst>
                <a:ext uri="{FF2B5EF4-FFF2-40B4-BE49-F238E27FC236}">
                  <a16:creationId xmlns:a16="http://schemas.microsoft.com/office/drawing/2014/main" id="{6F3E4AF4-AD45-255A-7D21-52C013B28043}"/>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333499" y="3145884"/>
              <a:ext cx="699655" cy="699655"/>
            </a:xfrm>
            <a:prstGeom prst="rect">
              <a:avLst/>
            </a:prstGeom>
          </p:spPr>
        </p:pic>
        <p:pic>
          <p:nvPicPr>
            <p:cNvPr id="38" name="Grafik 37" descr="Uhr Silhouette">
              <a:extLst>
                <a:ext uri="{FF2B5EF4-FFF2-40B4-BE49-F238E27FC236}">
                  <a16:creationId xmlns:a16="http://schemas.microsoft.com/office/drawing/2014/main" id="{36759F93-F886-B5A8-A366-E1E37B9B082E}"/>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333499" y="4028419"/>
              <a:ext cx="699655" cy="699655"/>
            </a:xfrm>
            <a:prstGeom prst="rect">
              <a:avLst/>
            </a:prstGeom>
          </p:spPr>
        </p:pic>
        <p:pic>
          <p:nvPicPr>
            <p:cNvPr id="10" name="Grafik 9" descr="Wecker Silhouette">
              <a:extLst>
                <a:ext uri="{FF2B5EF4-FFF2-40B4-BE49-F238E27FC236}">
                  <a16:creationId xmlns:a16="http://schemas.microsoft.com/office/drawing/2014/main" id="{C005F546-8BBE-9129-8B23-B57BCAB7220D}"/>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216034" y="2263349"/>
              <a:ext cx="699655" cy="699655"/>
            </a:xfrm>
            <a:prstGeom prst="rect">
              <a:avLst/>
            </a:prstGeom>
          </p:spPr>
        </p:pic>
        <p:pic>
          <p:nvPicPr>
            <p:cNvPr id="14" name="Grafik 13" descr="Pfeil nach rechts Silhouette">
              <a:extLst>
                <a:ext uri="{FF2B5EF4-FFF2-40B4-BE49-F238E27FC236}">
                  <a16:creationId xmlns:a16="http://schemas.microsoft.com/office/drawing/2014/main" id="{CF146A59-2989-163A-284A-7933FD375E99}"/>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2216034" y="3145884"/>
              <a:ext cx="699655" cy="699655"/>
            </a:xfrm>
            <a:prstGeom prst="rect">
              <a:avLst/>
            </a:prstGeom>
          </p:spPr>
        </p:pic>
        <p:pic>
          <p:nvPicPr>
            <p:cNvPr id="40" name="Grafik 39" descr="Schließen Silhouette">
              <a:extLst>
                <a:ext uri="{FF2B5EF4-FFF2-40B4-BE49-F238E27FC236}">
                  <a16:creationId xmlns:a16="http://schemas.microsoft.com/office/drawing/2014/main" id="{25A6D5EB-215D-F4F5-88F0-F7E85490C7AE}"/>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2216034" y="4028419"/>
              <a:ext cx="699655" cy="699655"/>
            </a:xfrm>
            <a:prstGeom prst="rect">
              <a:avLst/>
            </a:prstGeom>
          </p:spPr>
        </p:pic>
        <p:pic>
          <p:nvPicPr>
            <p:cNvPr id="46" name="Grafik 45" descr="Datenbank Silhouette">
              <a:extLst>
                <a:ext uri="{FF2B5EF4-FFF2-40B4-BE49-F238E27FC236}">
                  <a16:creationId xmlns:a16="http://schemas.microsoft.com/office/drawing/2014/main" id="{7D028C02-B004-848D-D2FF-812C974369B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4863638" y="4028419"/>
              <a:ext cx="699655" cy="699655"/>
            </a:xfrm>
            <a:prstGeom prst="rect">
              <a:avLst/>
            </a:prstGeom>
          </p:spPr>
        </p:pic>
        <p:pic>
          <p:nvPicPr>
            <p:cNvPr id="56" name="Grafik 55" descr="Pipette Silhouette">
              <a:extLst>
                <a:ext uri="{FF2B5EF4-FFF2-40B4-BE49-F238E27FC236}">
                  <a16:creationId xmlns:a16="http://schemas.microsoft.com/office/drawing/2014/main" id="{89606603-8FF4-6D35-D094-5A1FDDD4531E}"/>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1333499" y="4910955"/>
              <a:ext cx="699655" cy="699655"/>
            </a:xfrm>
            <a:prstGeom prst="rect">
              <a:avLst/>
            </a:prstGeom>
          </p:spPr>
        </p:pic>
        <p:pic>
          <p:nvPicPr>
            <p:cNvPr id="16" name="Grafik 15" descr="Balkendiagramm mit Aufwärtstrend Silhouette">
              <a:extLst>
                <a:ext uri="{FF2B5EF4-FFF2-40B4-BE49-F238E27FC236}">
                  <a16:creationId xmlns:a16="http://schemas.microsoft.com/office/drawing/2014/main" id="{FE60126C-F840-9A7B-BE03-E5526E216750}"/>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3098569" y="3145884"/>
              <a:ext cx="699655" cy="699655"/>
            </a:xfrm>
            <a:prstGeom prst="rect">
              <a:avLst/>
            </a:prstGeom>
          </p:spPr>
        </p:pic>
        <p:pic>
          <p:nvPicPr>
            <p:cNvPr id="9" name="Grafik 41" descr="Cmd (Terminal) Silhouette">
              <a:extLst>
                <a:ext uri="{FF2B5EF4-FFF2-40B4-BE49-F238E27FC236}">
                  <a16:creationId xmlns:a16="http://schemas.microsoft.com/office/drawing/2014/main" id="{F1B0F637-85EF-1DC8-679C-35193CB5DC94}"/>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3098569" y="4028419"/>
              <a:ext cx="699655" cy="699655"/>
            </a:xfrm>
            <a:prstGeom prst="rect">
              <a:avLst/>
            </a:prstGeom>
          </p:spPr>
        </p:pic>
        <p:pic>
          <p:nvPicPr>
            <p:cNvPr id="66" name="Grafik 65" descr="Griechischer Tempel Silhouette">
              <a:extLst>
                <a:ext uri="{FF2B5EF4-FFF2-40B4-BE49-F238E27FC236}">
                  <a16:creationId xmlns:a16="http://schemas.microsoft.com/office/drawing/2014/main" id="{294D534E-6690-A025-76D0-53D8004B08D9}"/>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3098569" y="2263349"/>
              <a:ext cx="699655" cy="699655"/>
            </a:xfrm>
            <a:prstGeom prst="rect">
              <a:avLst/>
            </a:prstGeom>
          </p:spPr>
        </p:pic>
        <p:pic>
          <p:nvPicPr>
            <p:cNvPr id="18" name="Grafik 17" descr="Bücher Silhouette">
              <a:extLst>
                <a:ext uri="{FF2B5EF4-FFF2-40B4-BE49-F238E27FC236}">
                  <a16:creationId xmlns:a16="http://schemas.microsoft.com/office/drawing/2014/main" id="{4C06670E-8F7F-4629-FE6C-2F2AFE20FC13}"/>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3981104" y="3145884"/>
              <a:ext cx="699655" cy="699655"/>
            </a:xfrm>
            <a:prstGeom prst="rect">
              <a:avLst/>
            </a:prstGeom>
          </p:spPr>
        </p:pic>
        <p:pic>
          <p:nvPicPr>
            <p:cNvPr id="44" name="Grafik 43" descr="Kommentar (wichtig) Silhouette">
              <a:extLst>
                <a:ext uri="{FF2B5EF4-FFF2-40B4-BE49-F238E27FC236}">
                  <a16:creationId xmlns:a16="http://schemas.microsoft.com/office/drawing/2014/main" id="{64C1CDE0-4C0D-EE05-05F1-285D01AC0105}"/>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3981104" y="4028419"/>
              <a:ext cx="699655" cy="699655"/>
            </a:xfrm>
            <a:prstGeom prst="rect">
              <a:avLst/>
            </a:prstGeom>
          </p:spPr>
        </p:pic>
        <p:pic>
          <p:nvPicPr>
            <p:cNvPr id="68" name="Grafik 67" descr="Grinsende Gesichtskontur Silhouette">
              <a:extLst>
                <a:ext uri="{FF2B5EF4-FFF2-40B4-BE49-F238E27FC236}">
                  <a16:creationId xmlns:a16="http://schemas.microsoft.com/office/drawing/2014/main" id="{9CED86E2-C177-A46F-AB19-3DDF029DCD27}"/>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3981104" y="2263349"/>
              <a:ext cx="699655" cy="699655"/>
            </a:xfrm>
            <a:prstGeom prst="rect">
              <a:avLst/>
            </a:prstGeom>
          </p:spPr>
        </p:pic>
        <p:pic>
          <p:nvPicPr>
            <p:cNvPr id="20" name="Grafik 19" descr="Schachtel Silhouette">
              <a:extLst>
                <a:ext uri="{FF2B5EF4-FFF2-40B4-BE49-F238E27FC236}">
                  <a16:creationId xmlns:a16="http://schemas.microsoft.com/office/drawing/2014/main" id="{9F041426-6456-8A27-2A33-15B0F1AB446C}"/>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4863639" y="3145884"/>
              <a:ext cx="699655" cy="699655"/>
            </a:xfrm>
            <a:prstGeom prst="rect">
              <a:avLst/>
            </a:prstGeom>
          </p:spPr>
        </p:pic>
        <p:pic>
          <p:nvPicPr>
            <p:cNvPr id="48" name="Grafik 47" descr="Ärztin Silhouette">
              <a:extLst>
                <a:ext uri="{FF2B5EF4-FFF2-40B4-BE49-F238E27FC236}">
                  <a16:creationId xmlns:a16="http://schemas.microsoft.com/office/drawing/2014/main" id="{B5714A3F-1658-0321-5E26-773E31058E38}"/>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5746174" y="4028419"/>
              <a:ext cx="699655" cy="699655"/>
            </a:xfrm>
            <a:prstGeom prst="rect">
              <a:avLst/>
            </a:prstGeom>
          </p:spPr>
        </p:pic>
        <p:pic>
          <p:nvPicPr>
            <p:cNvPr id="70" name="Grafik 69" descr="Gruppe Silhouette">
              <a:extLst>
                <a:ext uri="{FF2B5EF4-FFF2-40B4-BE49-F238E27FC236}">
                  <a16:creationId xmlns:a16="http://schemas.microsoft.com/office/drawing/2014/main" id="{B8FDE5A5-CA42-D2E6-22DA-6588C5E381D1}"/>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4863639" y="2263349"/>
              <a:ext cx="699655" cy="699655"/>
            </a:xfrm>
            <a:prstGeom prst="rect">
              <a:avLst/>
            </a:prstGeom>
          </p:spPr>
        </p:pic>
        <p:pic>
          <p:nvPicPr>
            <p:cNvPr id="22" name="Grafik 21" descr="Aktenkoffer Silhouette">
              <a:extLst>
                <a:ext uri="{FF2B5EF4-FFF2-40B4-BE49-F238E27FC236}">
                  <a16:creationId xmlns:a16="http://schemas.microsoft.com/office/drawing/2014/main" id="{42AFA0B7-2721-1E8E-EB1D-4BD10BDB86A6}"/>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5746174" y="3145884"/>
              <a:ext cx="699655" cy="699655"/>
            </a:xfrm>
            <a:prstGeom prst="rect">
              <a:avLst/>
            </a:prstGeom>
          </p:spPr>
        </p:pic>
        <p:pic>
          <p:nvPicPr>
            <p:cNvPr id="50" name="Grafik 49" descr="Arzt Silhouette">
              <a:extLst>
                <a:ext uri="{FF2B5EF4-FFF2-40B4-BE49-F238E27FC236}">
                  <a16:creationId xmlns:a16="http://schemas.microsoft.com/office/drawing/2014/main" id="{A9149E51-CCBF-B5B9-E818-16CE92D59644}"/>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6628710" y="4028419"/>
              <a:ext cx="699655" cy="699655"/>
            </a:xfrm>
            <a:prstGeom prst="rect">
              <a:avLst/>
            </a:prstGeom>
          </p:spPr>
        </p:pic>
        <p:pic>
          <p:nvPicPr>
            <p:cNvPr id="72" name="Grafik 71" descr="Gruppenbrainstorming Silhouette">
              <a:extLst>
                <a:ext uri="{FF2B5EF4-FFF2-40B4-BE49-F238E27FC236}">
                  <a16:creationId xmlns:a16="http://schemas.microsoft.com/office/drawing/2014/main" id="{3329EDAC-AFFA-71B8-B80A-20B1063DA11E}"/>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5746174" y="2263349"/>
              <a:ext cx="699655" cy="699655"/>
            </a:xfrm>
            <a:prstGeom prst="rect">
              <a:avLst/>
            </a:prstGeom>
          </p:spPr>
        </p:pic>
        <p:pic>
          <p:nvPicPr>
            <p:cNvPr id="24" name="Grafik 23" descr="Callcenter Silhouette">
              <a:extLst>
                <a:ext uri="{FF2B5EF4-FFF2-40B4-BE49-F238E27FC236}">
                  <a16:creationId xmlns:a16="http://schemas.microsoft.com/office/drawing/2014/main" id="{359D3CE9-7D9E-2919-C8E5-7BDE11E78770}"/>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6628710" y="3145884"/>
              <a:ext cx="699655" cy="699655"/>
            </a:xfrm>
            <a:prstGeom prst="rect">
              <a:avLst/>
            </a:prstGeom>
          </p:spPr>
        </p:pic>
        <p:pic>
          <p:nvPicPr>
            <p:cNvPr id="52" name="Grafik 51" descr="Umschlag Silhouette">
              <a:extLst>
                <a:ext uri="{FF2B5EF4-FFF2-40B4-BE49-F238E27FC236}">
                  <a16:creationId xmlns:a16="http://schemas.microsoft.com/office/drawing/2014/main" id="{F91F08E5-1954-660E-03D8-A5B011E3DACB}"/>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7511244" y="4028419"/>
              <a:ext cx="699655" cy="699655"/>
            </a:xfrm>
            <a:prstGeom prst="rect">
              <a:avLst/>
            </a:prstGeom>
          </p:spPr>
        </p:pic>
        <p:pic>
          <p:nvPicPr>
            <p:cNvPr id="74" name="Grafik 73" descr="Herz Silhouette">
              <a:extLst>
                <a:ext uri="{FF2B5EF4-FFF2-40B4-BE49-F238E27FC236}">
                  <a16:creationId xmlns:a16="http://schemas.microsoft.com/office/drawing/2014/main" id="{486500FE-0208-B1F4-21FA-A013980D5AAD}"/>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6628710" y="2263349"/>
              <a:ext cx="699655" cy="699655"/>
            </a:xfrm>
            <a:prstGeom prst="rect">
              <a:avLst/>
            </a:prstGeom>
          </p:spPr>
        </p:pic>
        <p:pic>
          <p:nvPicPr>
            <p:cNvPr id="26" name="Grafik 25" descr="Pflege Silhouette">
              <a:extLst>
                <a:ext uri="{FF2B5EF4-FFF2-40B4-BE49-F238E27FC236}">
                  <a16:creationId xmlns:a16="http://schemas.microsoft.com/office/drawing/2014/main" id="{769FB499-D26B-CECF-0AE5-42BF69CA7462}"/>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7511244" y="3145884"/>
              <a:ext cx="699655" cy="699655"/>
            </a:xfrm>
            <a:prstGeom prst="rect">
              <a:avLst/>
            </a:prstGeom>
          </p:spPr>
        </p:pic>
        <p:pic>
          <p:nvPicPr>
            <p:cNvPr id="54" name="Grafik 53" descr="Euro Silhouette">
              <a:extLst>
                <a:ext uri="{FF2B5EF4-FFF2-40B4-BE49-F238E27FC236}">
                  <a16:creationId xmlns:a16="http://schemas.microsoft.com/office/drawing/2014/main" id="{768FDCD0-5A8B-951B-5459-A8D5F6679A58}"/>
                </a:ext>
              </a:extLst>
            </p:cNvPr>
            <p:cNvPicPr>
              <a:picLocks noChangeAspect="1"/>
            </p:cNvPicPr>
            <p:nvPr userDrawn="1"/>
          </p:nvPicPr>
          <p:blipFill>
            <a:blip>
              <a:extLst>
                <a:ext uri="{96DAC541-7B7A-43D3-8B79-37D633B846F1}">
                  <asvg:svgBlip xmlns:asvg="http://schemas.microsoft.com/office/drawing/2016/SVG/main" r:embed="rId34"/>
                </a:ext>
              </a:extLst>
            </a:blip>
            <a:stretch>
              <a:fillRect/>
            </a:stretch>
          </p:blipFill>
          <p:spPr>
            <a:xfrm>
              <a:off x="8393777" y="4028419"/>
              <a:ext cx="699655" cy="699655"/>
            </a:xfrm>
            <a:prstGeom prst="rect">
              <a:avLst/>
            </a:prstGeom>
          </p:spPr>
        </p:pic>
        <p:pic>
          <p:nvPicPr>
            <p:cNvPr id="76" name="Grafik 75" descr="Hilfe Silhouette">
              <a:extLst>
                <a:ext uri="{FF2B5EF4-FFF2-40B4-BE49-F238E27FC236}">
                  <a16:creationId xmlns:a16="http://schemas.microsoft.com/office/drawing/2014/main" id="{D4A09A13-C282-BE3B-01DB-A83EDAB20758}"/>
                </a:ext>
              </a:extLst>
            </p:cNvPr>
            <p:cNvPicPr>
              <a:picLocks noChangeAspect="1"/>
            </p:cNvPicPr>
            <p:nvPr userDrawn="1"/>
          </p:nvPicPr>
          <p:blipFill>
            <a:blip>
              <a:extLst>
                <a:ext uri="{96DAC541-7B7A-43D3-8B79-37D633B846F1}">
                  <asvg:svgBlip xmlns:asvg="http://schemas.microsoft.com/office/drawing/2016/SVG/main" r:embed="rId35"/>
                </a:ext>
              </a:extLst>
            </a:blip>
            <a:stretch>
              <a:fillRect/>
            </a:stretch>
          </p:blipFill>
          <p:spPr>
            <a:xfrm>
              <a:off x="7511244" y="2263349"/>
              <a:ext cx="699655" cy="699655"/>
            </a:xfrm>
            <a:prstGeom prst="rect">
              <a:avLst/>
            </a:prstGeom>
          </p:spPr>
        </p:pic>
        <p:pic>
          <p:nvPicPr>
            <p:cNvPr id="28" name="Grafik 27" descr="Chat Silhouette">
              <a:extLst>
                <a:ext uri="{FF2B5EF4-FFF2-40B4-BE49-F238E27FC236}">
                  <a16:creationId xmlns:a16="http://schemas.microsoft.com/office/drawing/2014/main" id="{7A5C15E0-8ECB-2DFE-4C90-F209EEB4FFEA}"/>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8393779" y="3145884"/>
              <a:ext cx="699655" cy="699655"/>
            </a:xfrm>
            <a:prstGeom prst="rect">
              <a:avLst/>
            </a:prstGeom>
          </p:spPr>
        </p:pic>
        <p:pic>
          <p:nvPicPr>
            <p:cNvPr id="58" name="Grafik 57" descr="Verbandskasten Silhouette">
              <a:extLst>
                <a:ext uri="{FF2B5EF4-FFF2-40B4-BE49-F238E27FC236}">
                  <a16:creationId xmlns:a16="http://schemas.microsoft.com/office/drawing/2014/main" id="{FD5EDA65-A3A4-CB6E-D841-E34F9C50A3B5}"/>
                </a:ext>
              </a:extLst>
            </p:cNvPr>
            <p:cNvPicPr>
              <a:picLocks noChangeAspect="1"/>
            </p:cNvPicPr>
            <p:nvPr userDrawn="1"/>
          </p:nvPicPr>
          <p:blipFill>
            <a:blip>
              <a:extLst>
                <a:ext uri="{96DAC541-7B7A-43D3-8B79-37D633B846F1}">
                  <asvg:svgBlip xmlns:asvg="http://schemas.microsoft.com/office/drawing/2016/SVG/main" r:embed="rId37"/>
                </a:ext>
              </a:extLst>
            </a:blip>
            <a:stretch>
              <a:fillRect/>
            </a:stretch>
          </p:blipFill>
          <p:spPr>
            <a:xfrm>
              <a:off x="9276313" y="4028419"/>
              <a:ext cx="699655" cy="699655"/>
            </a:xfrm>
            <a:prstGeom prst="rect">
              <a:avLst/>
            </a:prstGeom>
          </p:spPr>
        </p:pic>
        <p:pic>
          <p:nvPicPr>
            <p:cNvPr id="78" name="Grafik 77" descr="Start Silhouette">
              <a:extLst>
                <a:ext uri="{FF2B5EF4-FFF2-40B4-BE49-F238E27FC236}">
                  <a16:creationId xmlns:a16="http://schemas.microsoft.com/office/drawing/2014/main" id="{CE6D0875-A3FE-C88A-C521-E648FFD6A1FE}"/>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a:xfrm>
              <a:off x="8393779" y="2263349"/>
              <a:ext cx="699655" cy="699655"/>
            </a:xfrm>
            <a:prstGeom prst="rect">
              <a:avLst/>
            </a:prstGeom>
          </p:spPr>
        </p:pic>
        <p:pic>
          <p:nvPicPr>
            <p:cNvPr id="30" name="Grafik 29" descr="Chemikalien Silhouette">
              <a:extLst>
                <a:ext uri="{FF2B5EF4-FFF2-40B4-BE49-F238E27FC236}">
                  <a16:creationId xmlns:a16="http://schemas.microsoft.com/office/drawing/2014/main" id="{ED5B8C9C-86EB-55ED-0FEA-D509B34C8863}"/>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a:xfrm>
              <a:off x="9276314" y="3145884"/>
              <a:ext cx="699655" cy="699655"/>
            </a:xfrm>
            <a:prstGeom prst="rect">
              <a:avLst/>
            </a:prstGeom>
          </p:spPr>
        </p:pic>
        <p:pic>
          <p:nvPicPr>
            <p:cNvPr id="60" name="Grafik 59" descr="Kennzeichen Silhouette">
              <a:extLst>
                <a:ext uri="{FF2B5EF4-FFF2-40B4-BE49-F238E27FC236}">
                  <a16:creationId xmlns:a16="http://schemas.microsoft.com/office/drawing/2014/main" id="{3A644D8F-9161-CD56-D182-2415AFC9F5CC}"/>
                </a:ext>
              </a:extLst>
            </p:cNvPr>
            <p:cNvPicPr>
              <a:picLocks noChangeAspect="1"/>
            </p:cNvPicPr>
            <p:nvPr userDrawn="1"/>
          </p:nvPicPr>
          <p:blipFill>
            <a:blip>
              <a:extLst>
                <a:ext uri="{96DAC541-7B7A-43D3-8B79-37D633B846F1}">
                  <asvg:svgBlip xmlns:asvg="http://schemas.microsoft.com/office/drawing/2016/SVG/main" r:embed="rId40"/>
                </a:ext>
              </a:extLst>
            </a:blip>
            <a:stretch>
              <a:fillRect/>
            </a:stretch>
          </p:blipFill>
          <p:spPr>
            <a:xfrm>
              <a:off x="10158849" y="4028419"/>
              <a:ext cx="699655" cy="699655"/>
            </a:xfrm>
            <a:prstGeom prst="rect">
              <a:avLst/>
            </a:prstGeom>
          </p:spPr>
        </p:pic>
        <p:pic>
          <p:nvPicPr>
            <p:cNvPr id="80" name="Grafik 79" descr="Sanduhr 60% Silhouette">
              <a:extLst>
                <a:ext uri="{FF2B5EF4-FFF2-40B4-BE49-F238E27FC236}">
                  <a16:creationId xmlns:a16="http://schemas.microsoft.com/office/drawing/2014/main" id="{C1D359AC-B14E-2C66-6EC4-E60B0D400BCE}"/>
                </a:ext>
              </a:extLst>
            </p:cNvPr>
            <p:cNvPicPr>
              <a:picLocks noChangeAspect="1"/>
            </p:cNvPicPr>
            <p:nvPr userDrawn="1"/>
          </p:nvPicPr>
          <p:blipFill>
            <a:blip>
              <a:extLst>
                <a:ext uri="{96DAC541-7B7A-43D3-8B79-37D633B846F1}">
                  <asvg:svgBlip xmlns:asvg="http://schemas.microsoft.com/office/drawing/2016/SVG/main" r:embed="rId41"/>
                </a:ext>
              </a:extLst>
            </a:blip>
            <a:stretch>
              <a:fillRect/>
            </a:stretch>
          </p:blipFill>
          <p:spPr>
            <a:xfrm>
              <a:off x="9276314" y="2263349"/>
              <a:ext cx="699655" cy="699655"/>
            </a:xfrm>
            <a:prstGeom prst="rect">
              <a:avLst/>
            </a:prstGeom>
          </p:spPr>
        </p:pic>
        <p:pic>
          <p:nvPicPr>
            <p:cNvPr id="11" name="Grafik 31" descr="Kreisförmiges Flussdiagramm Silhouette">
              <a:extLst>
                <a:ext uri="{FF2B5EF4-FFF2-40B4-BE49-F238E27FC236}">
                  <a16:creationId xmlns:a16="http://schemas.microsoft.com/office/drawing/2014/main" id="{B817C0FC-E611-8A74-7ABA-46B2785DA0EC}"/>
                </a:ext>
              </a:extLst>
            </p:cNvPr>
            <p:cNvPicPr>
              <a:picLocks noChangeAspect="1"/>
            </p:cNvPicPr>
            <p:nvPr userDrawn="1"/>
          </p:nvPicPr>
          <p:blipFill>
            <a:blip>
              <a:extLst>
                <a:ext uri="{96DAC541-7B7A-43D3-8B79-37D633B846F1}">
                  <asvg:svgBlip xmlns:asvg="http://schemas.microsoft.com/office/drawing/2016/SVG/main" r:embed="rId42"/>
                </a:ext>
              </a:extLst>
            </a:blip>
            <a:stretch>
              <a:fillRect/>
            </a:stretch>
          </p:blipFill>
          <p:spPr>
            <a:xfrm>
              <a:off x="10158850" y="3145884"/>
              <a:ext cx="699655" cy="699655"/>
            </a:xfrm>
            <a:prstGeom prst="rect">
              <a:avLst/>
            </a:prstGeom>
          </p:spPr>
        </p:pic>
        <p:pic>
          <p:nvPicPr>
            <p:cNvPr id="62" name="Grafik 61" descr="Hospital Silhouette">
              <a:extLst>
                <a:ext uri="{FF2B5EF4-FFF2-40B4-BE49-F238E27FC236}">
                  <a16:creationId xmlns:a16="http://schemas.microsoft.com/office/drawing/2014/main" id="{42B42AD9-F349-B94A-6704-381CD8AD1967}"/>
                </a:ext>
              </a:extLst>
            </p:cNvPr>
            <p:cNvPicPr>
              <a:picLocks noChangeAspect="1"/>
            </p:cNvPicPr>
            <p:nvPr userDrawn="1"/>
          </p:nvPicPr>
          <p:blipFill>
            <a:blip>
              <a:extLst>
                <a:ext uri="{96DAC541-7B7A-43D3-8B79-37D633B846F1}">
                  <asvg:svgBlip xmlns:asvg="http://schemas.microsoft.com/office/drawing/2016/SVG/main" r:embed="rId43"/>
                </a:ext>
              </a:extLst>
            </a:blip>
            <a:stretch>
              <a:fillRect/>
            </a:stretch>
          </p:blipFill>
          <p:spPr>
            <a:xfrm>
              <a:off x="11041382" y="4028419"/>
              <a:ext cx="699655" cy="699655"/>
            </a:xfrm>
            <a:prstGeom prst="rect">
              <a:avLst/>
            </a:prstGeom>
          </p:spPr>
        </p:pic>
        <p:pic>
          <p:nvPicPr>
            <p:cNvPr id="82" name="Grafik 81" descr="Posteingang Silhouette">
              <a:extLst>
                <a:ext uri="{FF2B5EF4-FFF2-40B4-BE49-F238E27FC236}">
                  <a16:creationId xmlns:a16="http://schemas.microsoft.com/office/drawing/2014/main" id="{F91602B4-1A18-0493-CBF3-CF32DAE80C3A}"/>
                </a:ext>
              </a:extLst>
            </p:cNvPr>
            <p:cNvPicPr>
              <a:picLocks noChangeAspect="1"/>
            </p:cNvPicPr>
            <p:nvPr userDrawn="1"/>
          </p:nvPicPr>
          <p:blipFill>
            <a:blip>
              <a:extLst>
                <a:ext uri="{96DAC541-7B7A-43D3-8B79-37D633B846F1}">
                  <asvg:svgBlip xmlns:asvg="http://schemas.microsoft.com/office/drawing/2016/SVG/main" r:embed="rId44"/>
                </a:ext>
              </a:extLst>
            </a:blip>
            <a:stretch>
              <a:fillRect/>
            </a:stretch>
          </p:blipFill>
          <p:spPr>
            <a:xfrm>
              <a:off x="10158850" y="2263349"/>
              <a:ext cx="699655" cy="699655"/>
            </a:xfrm>
            <a:prstGeom prst="rect">
              <a:avLst/>
            </a:prstGeom>
          </p:spPr>
        </p:pic>
        <p:pic>
          <p:nvPicPr>
            <p:cNvPr id="34" name="Grafik 33" descr="Klemmbrett Silhouette">
              <a:extLst>
                <a:ext uri="{FF2B5EF4-FFF2-40B4-BE49-F238E27FC236}">
                  <a16:creationId xmlns:a16="http://schemas.microsoft.com/office/drawing/2014/main" id="{22F3F71A-F474-EAEC-F36C-3DDDCB7BBA6E}"/>
                </a:ext>
              </a:extLst>
            </p:cNvPr>
            <p:cNvPicPr>
              <a:picLocks noChangeAspect="1"/>
            </p:cNvPicPr>
            <p:nvPr userDrawn="1"/>
          </p:nvPicPr>
          <p:blipFill>
            <a:blip>
              <a:extLst>
                <a:ext uri="{96DAC541-7B7A-43D3-8B79-37D633B846F1}">
                  <asvg:svgBlip xmlns:asvg="http://schemas.microsoft.com/office/drawing/2016/SVG/main" r:embed="rId45"/>
                </a:ext>
              </a:extLst>
            </a:blip>
            <a:stretch>
              <a:fillRect/>
            </a:stretch>
          </p:blipFill>
          <p:spPr>
            <a:xfrm>
              <a:off x="11041382" y="3145884"/>
              <a:ext cx="699655" cy="699655"/>
            </a:xfrm>
            <a:prstGeom prst="rect">
              <a:avLst/>
            </a:prstGeom>
          </p:spPr>
        </p:pic>
        <p:pic>
          <p:nvPicPr>
            <p:cNvPr id="64" name="Grafik 63" descr="Medizin Silhouette">
              <a:extLst>
                <a:ext uri="{FF2B5EF4-FFF2-40B4-BE49-F238E27FC236}">
                  <a16:creationId xmlns:a16="http://schemas.microsoft.com/office/drawing/2014/main" id="{1E08FC68-79FA-A766-2624-2D98F669B989}"/>
                </a:ext>
              </a:extLst>
            </p:cNvPr>
            <p:cNvPicPr>
              <a:picLocks noChangeAspect="1"/>
            </p:cNvPicPr>
            <p:nvPr userDrawn="1"/>
          </p:nvPicPr>
          <p:blipFill>
            <a:blip>
              <a:extLst>
                <a:ext uri="{96DAC541-7B7A-43D3-8B79-37D633B846F1}">
                  <asvg:svgBlip xmlns:asvg="http://schemas.microsoft.com/office/drawing/2016/SVG/main" r:embed="rId46"/>
                </a:ext>
              </a:extLst>
            </a:blip>
            <a:stretch>
              <a:fillRect/>
            </a:stretch>
          </p:blipFill>
          <p:spPr>
            <a:xfrm>
              <a:off x="450964" y="4910954"/>
              <a:ext cx="699655" cy="699655"/>
            </a:xfrm>
            <a:prstGeom prst="rect">
              <a:avLst/>
            </a:prstGeom>
          </p:spPr>
        </p:pic>
        <p:pic>
          <p:nvPicPr>
            <p:cNvPr id="84" name="Grafik 83" descr="Internet der Dinge Silhouette">
              <a:extLst>
                <a:ext uri="{FF2B5EF4-FFF2-40B4-BE49-F238E27FC236}">
                  <a16:creationId xmlns:a16="http://schemas.microsoft.com/office/drawing/2014/main" id="{D0CB0C89-0AF0-FC62-8DC6-18E8FD3318CB}"/>
                </a:ext>
              </a:extLst>
            </p:cNvPr>
            <p:cNvPicPr>
              <a:picLocks noChangeAspect="1"/>
            </p:cNvPicPr>
            <p:nvPr userDrawn="1"/>
          </p:nvPicPr>
          <p:blipFill>
            <a:blip>
              <a:extLst>
                <a:ext uri="{96DAC541-7B7A-43D3-8B79-37D633B846F1}">
                  <asvg:svgBlip xmlns:asvg="http://schemas.microsoft.com/office/drawing/2016/SVG/main" r:embed="rId47"/>
                </a:ext>
              </a:extLst>
            </a:blip>
            <a:stretch>
              <a:fillRect/>
            </a:stretch>
          </p:blipFill>
          <p:spPr>
            <a:xfrm>
              <a:off x="11041382" y="2263349"/>
              <a:ext cx="699655" cy="699655"/>
            </a:xfrm>
            <a:prstGeom prst="rect">
              <a:avLst/>
            </a:prstGeom>
          </p:spPr>
        </p:pic>
      </p:grpSp>
    </p:spTree>
    <p:extLst>
      <p:ext uri="{BB962C8B-B14F-4D97-AF65-F5344CB8AC3E}">
        <p14:creationId xmlns:p14="http://schemas.microsoft.com/office/powerpoint/2010/main" val="17634178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Icons dunkelblau">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D46B078-CEFE-09BD-85FE-560ABB3E8AEE}"/>
              </a:ext>
            </a:extLst>
          </p:cNvPr>
          <p:cNvGraphicFramePr>
            <a:graphicFrameLocks noChangeAspect="1"/>
          </p:cNvGraphicFramePr>
          <p:nvPr userDrawn="1">
            <p:custDataLst>
              <p:tags r:id="rId1"/>
            </p:custDataLst>
            <p:extLst>
              <p:ext uri="{D42A27DB-BD31-4B8C-83A1-F6EECF244321}">
                <p14:modId xmlns:p14="http://schemas.microsoft.com/office/powerpoint/2010/main" val="3099758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9" imgH="478" progId="TCLayout.ActiveDocument.1">
                  <p:embed/>
                </p:oleObj>
              </mc:Choice>
              <mc:Fallback>
                <p:oleObj name="think-cell Slide" r:id="rId3" imgW="479" imgH="478" progId="TCLayout.ActiveDocument.1">
                  <p:embed/>
                  <p:pic>
                    <p:nvPicPr>
                      <p:cNvPr id="7" name="Object 6" hidden="1">
                        <a:extLst>
                          <a:ext uri="{FF2B5EF4-FFF2-40B4-BE49-F238E27FC236}">
                            <a16:creationId xmlns:a16="http://schemas.microsoft.com/office/drawing/2014/main" id="{2D46B078-CEFE-09BD-85FE-560ABB3E8A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5">
            <a:extLst>
              <a:ext uri="{FF2B5EF4-FFF2-40B4-BE49-F238E27FC236}">
                <a16:creationId xmlns:a16="http://schemas.microsoft.com/office/drawing/2014/main" id="{55C0F5A0-05EE-1073-D38E-90A448960608}"/>
              </a:ext>
            </a:extLst>
          </p:cNvPr>
          <p:cNvSpPr>
            <a:spLocks noGrp="1"/>
          </p:cNvSpPr>
          <p:nvPr>
            <p:ph type="body" sz="quarter" idx="10" hasCustomPrompt="1"/>
          </p:nvPr>
        </p:nvSpPr>
        <p:spPr>
          <a:xfrm>
            <a:off x="685279" y="829242"/>
            <a:ext cx="5725817" cy="523220"/>
          </a:xfrm>
          <a:prstGeom prst="rect">
            <a:avLst/>
          </a:prstGeom>
        </p:spPr>
        <p:txBody>
          <a:bodyPr lIns="0" rIns="0">
            <a:noAutofit/>
          </a:bodyPr>
          <a:lstStyle>
            <a:lvl1pPr marL="0" indent="0" algn="l" defTabSz="914400" rtl="0" eaLnBrk="1" latinLnBrk="0" hangingPunct="1">
              <a:buNone/>
              <a:defRPr lang="en-US" sz="4200" b="0" kern="1200" dirty="0" smtClean="0">
                <a:solidFill>
                  <a:schemeClr val="accent1"/>
                </a:solidFill>
                <a:latin typeface="+mj-lt"/>
                <a:ea typeface="+mn-ea"/>
                <a:cs typeface="Segoe UI" panose="020B0502040204020203" pitchFamily="34" charset="0"/>
                <a:sym typeface="Segoe UI" panose="020B0502040204020203" pitchFamily="34" charset="0"/>
              </a:defRPr>
            </a:lvl1pPr>
            <a:lvl2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2pPr>
            <a:lvl3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3pPr>
            <a:lvl4pPr marL="0" indent="0" algn="l" defTabSz="914400" rtl="0" eaLnBrk="1" latinLnBrk="0" hangingPunct="1">
              <a:buNone/>
              <a:defRPr lang="en-US" sz="2800" b="1" kern="1200" dirty="0" smtClean="0">
                <a:solidFill>
                  <a:schemeClr val="tx1"/>
                </a:solidFill>
                <a:latin typeface="Segoe UI" panose="020B0502040204020203" pitchFamily="34" charset="0"/>
                <a:ea typeface="+mn-ea"/>
                <a:cs typeface="Segoe UI" panose="020B0502040204020203" pitchFamily="34" charset="0"/>
              </a:defRPr>
            </a:lvl4pPr>
            <a:lvl5pPr marL="0" indent="0" algn="l" defTabSz="914400" rtl="0" eaLnBrk="1" latinLnBrk="0" hangingPunct="1">
              <a:buNone/>
              <a:defRPr lang="en-GB" sz="2800" b="1" kern="1200" dirty="0">
                <a:solidFill>
                  <a:schemeClr val="tx1"/>
                </a:solidFill>
                <a:latin typeface="Segoe UI" panose="020B0502040204020203" pitchFamily="34" charset="0"/>
                <a:ea typeface="+mn-ea"/>
                <a:cs typeface="Segoe UI" panose="020B0502040204020203" pitchFamily="34" charset="0"/>
              </a:defRPr>
            </a:lvl5pPr>
          </a:lstStyle>
          <a:p>
            <a:pPr lvl="0"/>
            <a:r>
              <a:rPr lang="en-US" dirty="0"/>
              <a:t>Titel</a:t>
            </a:r>
            <a:endParaRPr lang="en-GB" dirty="0"/>
          </a:p>
        </p:txBody>
      </p:sp>
      <p:sp>
        <p:nvSpPr>
          <p:cNvPr id="9" name="Rechteck 39">
            <a:extLst>
              <a:ext uri="{FF2B5EF4-FFF2-40B4-BE49-F238E27FC236}">
                <a16:creationId xmlns:a16="http://schemas.microsoft.com/office/drawing/2014/main" id="{683428D2-4AA3-5E07-A284-F9F423854C95}"/>
              </a:ext>
            </a:extLst>
          </p:cNvPr>
          <p:cNvSpPr/>
          <p:nvPr userDrawn="1"/>
        </p:nvSpPr>
        <p:spPr>
          <a:xfrm>
            <a:off x="685279" y="1471438"/>
            <a:ext cx="811272" cy="870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de-DE" dirty="0" err="1">
              <a:solidFill>
                <a:schemeClr val="accent1"/>
              </a:solidFill>
            </a:endParaRPr>
          </a:p>
        </p:txBody>
      </p:sp>
      <p:sp>
        <p:nvSpPr>
          <p:cNvPr id="66" name="Rectangle 16">
            <a:extLst>
              <a:ext uri="{FF2B5EF4-FFF2-40B4-BE49-F238E27FC236}">
                <a16:creationId xmlns:a16="http://schemas.microsoft.com/office/drawing/2014/main" id="{95390E8D-394E-2F96-7F81-47381BEE0C82}"/>
              </a:ext>
            </a:extLst>
          </p:cNvPr>
          <p:cNvSpPr/>
          <p:nvPr userDrawn="1"/>
        </p:nvSpPr>
        <p:spPr>
          <a:xfrm rot="16200000">
            <a:off x="6012373" y="724974"/>
            <a:ext cx="166553" cy="12204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GB"/>
          </a:p>
        </p:txBody>
      </p:sp>
      <p:grpSp>
        <p:nvGrpSpPr>
          <p:cNvPr id="2" name="Gruppieren 1">
            <a:extLst>
              <a:ext uri="{FF2B5EF4-FFF2-40B4-BE49-F238E27FC236}">
                <a16:creationId xmlns:a16="http://schemas.microsoft.com/office/drawing/2014/main" id="{87089DCA-5097-CE92-8E6D-7D0A0E3C6C1C}"/>
              </a:ext>
            </a:extLst>
          </p:cNvPr>
          <p:cNvGrpSpPr/>
          <p:nvPr userDrawn="1"/>
        </p:nvGrpSpPr>
        <p:grpSpPr>
          <a:xfrm>
            <a:off x="685279" y="2263350"/>
            <a:ext cx="10776619" cy="3195033"/>
            <a:chOff x="450964" y="2263349"/>
            <a:chExt cx="11290073" cy="3347261"/>
          </a:xfrm>
        </p:grpSpPr>
        <p:pic>
          <p:nvPicPr>
            <p:cNvPr id="3" name="Grafik 3" descr="Hinzufügen Silhouette">
              <a:extLst>
                <a:ext uri="{FF2B5EF4-FFF2-40B4-BE49-F238E27FC236}">
                  <a16:creationId xmlns:a16="http://schemas.microsoft.com/office/drawing/2014/main" id="{713664AA-9C85-9A86-B8ED-31692B1D4CE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50964" y="2263349"/>
              <a:ext cx="699655" cy="699655"/>
            </a:xfrm>
            <a:prstGeom prst="rect">
              <a:avLst/>
            </a:prstGeom>
          </p:spPr>
        </p:pic>
        <p:pic>
          <p:nvPicPr>
            <p:cNvPr id="4" name="Grafik 5" descr="Adressbuch Silhouette">
              <a:extLst>
                <a:ext uri="{FF2B5EF4-FFF2-40B4-BE49-F238E27FC236}">
                  <a16:creationId xmlns:a16="http://schemas.microsoft.com/office/drawing/2014/main" id="{44FEF069-CA7D-403D-9C9D-FC47E144878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50964" y="3145884"/>
              <a:ext cx="699655" cy="699655"/>
            </a:xfrm>
            <a:prstGeom prst="rect">
              <a:avLst/>
            </a:prstGeom>
          </p:spPr>
        </p:pic>
        <p:pic>
          <p:nvPicPr>
            <p:cNvPr id="5" name="Grafik 4" descr="Klemmbrett abgehakt Silhouette">
              <a:extLst>
                <a:ext uri="{FF2B5EF4-FFF2-40B4-BE49-F238E27FC236}">
                  <a16:creationId xmlns:a16="http://schemas.microsoft.com/office/drawing/2014/main" id="{56A99EBF-41CF-BC81-1744-C3EA8B4F41CC}"/>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450964" y="4028419"/>
              <a:ext cx="699655" cy="699655"/>
            </a:xfrm>
            <a:prstGeom prst="rect">
              <a:avLst/>
            </a:prstGeom>
          </p:spPr>
        </p:pic>
        <p:pic>
          <p:nvPicPr>
            <p:cNvPr id="6" name="Grafik 5" descr="Klebepflaster Silhouette">
              <a:extLst>
                <a:ext uri="{FF2B5EF4-FFF2-40B4-BE49-F238E27FC236}">
                  <a16:creationId xmlns:a16="http://schemas.microsoft.com/office/drawing/2014/main" id="{9D0B61CB-6E0D-86EA-F424-3F5EEAAAFC9D}"/>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333499" y="2263349"/>
              <a:ext cx="699655" cy="699655"/>
            </a:xfrm>
            <a:prstGeom prst="rect">
              <a:avLst/>
            </a:prstGeom>
          </p:spPr>
        </p:pic>
        <p:pic>
          <p:nvPicPr>
            <p:cNvPr id="15" name="Grafik 14" descr="Pfeil Kreis Silhouette">
              <a:extLst>
                <a:ext uri="{FF2B5EF4-FFF2-40B4-BE49-F238E27FC236}">
                  <a16:creationId xmlns:a16="http://schemas.microsoft.com/office/drawing/2014/main" id="{AFD8DD59-5E3B-34F8-6267-FF1D933CC07A}"/>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333499" y="3145884"/>
              <a:ext cx="699655" cy="699655"/>
            </a:xfrm>
            <a:prstGeom prst="rect">
              <a:avLst/>
            </a:prstGeom>
          </p:spPr>
        </p:pic>
        <p:pic>
          <p:nvPicPr>
            <p:cNvPr id="16" name="Grafik 15" descr="Uhr Silhouette">
              <a:extLst>
                <a:ext uri="{FF2B5EF4-FFF2-40B4-BE49-F238E27FC236}">
                  <a16:creationId xmlns:a16="http://schemas.microsoft.com/office/drawing/2014/main" id="{AC33B23B-F11D-7C56-C6B7-EBDAC1502020}"/>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333499" y="4028419"/>
              <a:ext cx="699655" cy="699655"/>
            </a:xfrm>
            <a:prstGeom prst="rect">
              <a:avLst/>
            </a:prstGeom>
          </p:spPr>
        </p:pic>
        <p:pic>
          <p:nvPicPr>
            <p:cNvPr id="17" name="Grafik 16" descr="Wecker Silhouette">
              <a:extLst>
                <a:ext uri="{FF2B5EF4-FFF2-40B4-BE49-F238E27FC236}">
                  <a16:creationId xmlns:a16="http://schemas.microsoft.com/office/drawing/2014/main" id="{E282472F-A384-7DDA-BDE3-3B389E440B38}"/>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2216034" y="2263349"/>
              <a:ext cx="699655" cy="699655"/>
            </a:xfrm>
            <a:prstGeom prst="rect">
              <a:avLst/>
            </a:prstGeom>
          </p:spPr>
        </p:pic>
        <p:pic>
          <p:nvPicPr>
            <p:cNvPr id="19" name="Grafik 18" descr="Pfeil nach rechts Silhouette">
              <a:extLst>
                <a:ext uri="{FF2B5EF4-FFF2-40B4-BE49-F238E27FC236}">
                  <a16:creationId xmlns:a16="http://schemas.microsoft.com/office/drawing/2014/main" id="{DB38A09F-3C85-4D6E-5A9E-ED5AE2A5EF5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2216034" y="3145884"/>
              <a:ext cx="699655" cy="699655"/>
            </a:xfrm>
            <a:prstGeom prst="rect">
              <a:avLst/>
            </a:prstGeom>
          </p:spPr>
        </p:pic>
        <p:pic>
          <p:nvPicPr>
            <p:cNvPr id="21" name="Grafik 20" descr="Schließen Silhouette">
              <a:extLst>
                <a:ext uri="{FF2B5EF4-FFF2-40B4-BE49-F238E27FC236}">
                  <a16:creationId xmlns:a16="http://schemas.microsoft.com/office/drawing/2014/main" id="{CE1C520E-C27E-B938-8407-05844400B45D}"/>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216034" y="4028419"/>
              <a:ext cx="699655" cy="699655"/>
            </a:xfrm>
            <a:prstGeom prst="rect">
              <a:avLst/>
            </a:prstGeom>
          </p:spPr>
        </p:pic>
        <p:pic>
          <p:nvPicPr>
            <p:cNvPr id="22" name="Grafik 21" descr="Datenbank Silhouette">
              <a:extLst>
                <a:ext uri="{FF2B5EF4-FFF2-40B4-BE49-F238E27FC236}">
                  <a16:creationId xmlns:a16="http://schemas.microsoft.com/office/drawing/2014/main" id="{229F3651-F010-9901-80FD-6FAF8E7611B3}"/>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4863638" y="4028419"/>
              <a:ext cx="699655" cy="699655"/>
            </a:xfrm>
            <a:prstGeom prst="rect">
              <a:avLst/>
            </a:prstGeom>
          </p:spPr>
        </p:pic>
        <p:pic>
          <p:nvPicPr>
            <p:cNvPr id="24" name="Grafik 23" descr="Pipette Silhouette">
              <a:extLst>
                <a:ext uri="{FF2B5EF4-FFF2-40B4-BE49-F238E27FC236}">
                  <a16:creationId xmlns:a16="http://schemas.microsoft.com/office/drawing/2014/main" id="{E4C4A057-DE45-0572-5C30-779052933E9F}"/>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333499" y="4910955"/>
              <a:ext cx="699655" cy="699655"/>
            </a:xfrm>
            <a:prstGeom prst="rect">
              <a:avLst/>
            </a:prstGeom>
          </p:spPr>
        </p:pic>
        <p:pic>
          <p:nvPicPr>
            <p:cNvPr id="25" name="Grafik 24" descr="Balkendiagramm mit Aufwärtstrend Silhouette">
              <a:extLst>
                <a:ext uri="{FF2B5EF4-FFF2-40B4-BE49-F238E27FC236}">
                  <a16:creationId xmlns:a16="http://schemas.microsoft.com/office/drawing/2014/main" id="{6401D3CC-F409-4B97-CBDF-AB0DDADAEE4B}"/>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3098569" y="3145884"/>
              <a:ext cx="699655" cy="699655"/>
            </a:xfrm>
            <a:prstGeom prst="rect">
              <a:avLst/>
            </a:prstGeom>
          </p:spPr>
        </p:pic>
        <p:pic>
          <p:nvPicPr>
            <p:cNvPr id="26" name="Grafik 41" descr="Cmd (Terminal) Silhouette">
              <a:extLst>
                <a:ext uri="{FF2B5EF4-FFF2-40B4-BE49-F238E27FC236}">
                  <a16:creationId xmlns:a16="http://schemas.microsoft.com/office/drawing/2014/main" id="{60ED4823-79EA-184E-DC94-3967D96E6AC9}"/>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3098569" y="4028419"/>
              <a:ext cx="699655" cy="699655"/>
            </a:xfrm>
            <a:prstGeom prst="rect">
              <a:avLst/>
            </a:prstGeom>
          </p:spPr>
        </p:pic>
        <p:pic>
          <p:nvPicPr>
            <p:cNvPr id="27" name="Grafik 26" descr="Griechischer Tempel Silhouette">
              <a:extLst>
                <a:ext uri="{FF2B5EF4-FFF2-40B4-BE49-F238E27FC236}">
                  <a16:creationId xmlns:a16="http://schemas.microsoft.com/office/drawing/2014/main" id="{7E633ECA-379E-D08B-89AC-1D67CD7E8E99}"/>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3098569" y="2263349"/>
              <a:ext cx="699655" cy="699655"/>
            </a:xfrm>
            <a:prstGeom prst="rect">
              <a:avLst/>
            </a:prstGeom>
          </p:spPr>
        </p:pic>
        <p:pic>
          <p:nvPicPr>
            <p:cNvPr id="28" name="Grafik 27" descr="Bücher Silhouette">
              <a:extLst>
                <a:ext uri="{FF2B5EF4-FFF2-40B4-BE49-F238E27FC236}">
                  <a16:creationId xmlns:a16="http://schemas.microsoft.com/office/drawing/2014/main" id="{4D8CA5B1-A019-265D-9C2A-ACAC7DDB7679}"/>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3981104" y="3145884"/>
              <a:ext cx="699655" cy="699655"/>
            </a:xfrm>
            <a:prstGeom prst="rect">
              <a:avLst/>
            </a:prstGeom>
          </p:spPr>
        </p:pic>
        <p:pic>
          <p:nvPicPr>
            <p:cNvPr id="34" name="Grafik 33" descr="Kommentar (wichtig) Silhouette">
              <a:extLst>
                <a:ext uri="{FF2B5EF4-FFF2-40B4-BE49-F238E27FC236}">
                  <a16:creationId xmlns:a16="http://schemas.microsoft.com/office/drawing/2014/main" id="{92B57733-B717-1DA2-5ED0-522121933D0D}"/>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3981104" y="4028419"/>
              <a:ext cx="699655" cy="699655"/>
            </a:xfrm>
            <a:prstGeom prst="rect">
              <a:avLst/>
            </a:prstGeom>
          </p:spPr>
        </p:pic>
        <p:pic>
          <p:nvPicPr>
            <p:cNvPr id="35" name="Grafik 34" descr="Grinsende Gesichtskontur Silhouette">
              <a:extLst>
                <a:ext uri="{FF2B5EF4-FFF2-40B4-BE49-F238E27FC236}">
                  <a16:creationId xmlns:a16="http://schemas.microsoft.com/office/drawing/2014/main" id="{01797E1A-DB8E-5958-260C-92192CE8568B}"/>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3981104" y="2263349"/>
              <a:ext cx="699655" cy="699655"/>
            </a:xfrm>
            <a:prstGeom prst="rect">
              <a:avLst/>
            </a:prstGeom>
          </p:spPr>
        </p:pic>
        <p:pic>
          <p:nvPicPr>
            <p:cNvPr id="36" name="Grafik 35" descr="Schachtel Silhouette">
              <a:extLst>
                <a:ext uri="{FF2B5EF4-FFF2-40B4-BE49-F238E27FC236}">
                  <a16:creationId xmlns:a16="http://schemas.microsoft.com/office/drawing/2014/main" id="{725948AF-0F6E-CFAA-780F-484E8B59A6CD}"/>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4863639" y="3145884"/>
              <a:ext cx="699655" cy="699655"/>
            </a:xfrm>
            <a:prstGeom prst="rect">
              <a:avLst/>
            </a:prstGeom>
          </p:spPr>
        </p:pic>
        <p:pic>
          <p:nvPicPr>
            <p:cNvPr id="37" name="Grafik 36" descr="Ärztin Silhouette">
              <a:extLst>
                <a:ext uri="{FF2B5EF4-FFF2-40B4-BE49-F238E27FC236}">
                  <a16:creationId xmlns:a16="http://schemas.microsoft.com/office/drawing/2014/main" id="{9CEB8882-8747-28E2-3FDE-E993A4E10F84}"/>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5746174" y="4028419"/>
              <a:ext cx="699655" cy="699655"/>
            </a:xfrm>
            <a:prstGeom prst="rect">
              <a:avLst/>
            </a:prstGeom>
          </p:spPr>
        </p:pic>
        <p:pic>
          <p:nvPicPr>
            <p:cNvPr id="67" name="Grafik 66" descr="Gruppe Silhouette">
              <a:extLst>
                <a:ext uri="{FF2B5EF4-FFF2-40B4-BE49-F238E27FC236}">
                  <a16:creationId xmlns:a16="http://schemas.microsoft.com/office/drawing/2014/main" id="{33B292F0-A525-3C80-54F4-08656E5CC579}"/>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4863639" y="2263349"/>
              <a:ext cx="699655" cy="699655"/>
            </a:xfrm>
            <a:prstGeom prst="rect">
              <a:avLst/>
            </a:prstGeom>
          </p:spPr>
        </p:pic>
        <p:pic>
          <p:nvPicPr>
            <p:cNvPr id="68" name="Grafik 67" descr="Aktenkoffer Silhouette">
              <a:extLst>
                <a:ext uri="{FF2B5EF4-FFF2-40B4-BE49-F238E27FC236}">
                  <a16:creationId xmlns:a16="http://schemas.microsoft.com/office/drawing/2014/main" id="{703A4BFE-D63B-927B-5364-D0AAB72E48B7}"/>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5746174" y="3145884"/>
              <a:ext cx="699655" cy="699655"/>
            </a:xfrm>
            <a:prstGeom prst="rect">
              <a:avLst/>
            </a:prstGeom>
          </p:spPr>
        </p:pic>
        <p:pic>
          <p:nvPicPr>
            <p:cNvPr id="69" name="Grafik 68" descr="Arzt Silhouette">
              <a:extLst>
                <a:ext uri="{FF2B5EF4-FFF2-40B4-BE49-F238E27FC236}">
                  <a16:creationId xmlns:a16="http://schemas.microsoft.com/office/drawing/2014/main" id="{7272A468-E011-BCC0-C5B2-719E5D23EF8A}"/>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6628710" y="4028419"/>
              <a:ext cx="699655" cy="699655"/>
            </a:xfrm>
            <a:prstGeom prst="rect">
              <a:avLst/>
            </a:prstGeom>
          </p:spPr>
        </p:pic>
        <p:pic>
          <p:nvPicPr>
            <p:cNvPr id="70" name="Grafik 69" descr="Gruppenbrainstorming Silhouette">
              <a:extLst>
                <a:ext uri="{FF2B5EF4-FFF2-40B4-BE49-F238E27FC236}">
                  <a16:creationId xmlns:a16="http://schemas.microsoft.com/office/drawing/2014/main" id="{A3577466-DF21-2DB8-74B1-1F1738892D7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5746174" y="2263349"/>
              <a:ext cx="699655" cy="699655"/>
            </a:xfrm>
            <a:prstGeom prst="rect">
              <a:avLst/>
            </a:prstGeom>
          </p:spPr>
        </p:pic>
        <p:pic>
          <p:nvPicPr>
            <p:cNvPr id="71" name="Grafik 70" descr="Callcenter Silhouette">
              <a:extLst>
                <a:ext uri="{FF2B5EF4-FFF2-40B4-BE49-F238E27FC236}">
                  <a16:creationId xmlns:a16="http://schemas.microsoft.com/office/drawing/2014/main" id="{EBFB678E-5FAD-530F-E396-28AA00828D2D}"/>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6628710" y="3145884"/>
              <a:ext cx="699655" cy="699655"/>
            </a:xfrm>
            <a:prstGeom prst="rect">
              <a:avLst/>
            </a:prstGeom>
          </p:spPr>
        </p:pic>
        <p:pic>
          <p:nvPicPr>
            <p:cNvPr id="72" name="Grafik 71" descr="Umschlag Silhouette">
              <a:extLst>
                <a:ext uri="{FF2B5EF4-FFF2-40B4-BE49-F238E27FC236}">
                  <a16:creationId xmlns:a16="http://schemas.microsoft.com/office/drawing/2014/main" id="{9E982975-F0E6-7048-E0BD-065833C7F2F2}"/>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7511244" y="4028419"/>
              <a:ext cx="699655" cy="699655"/>
            </a:xfrm>
            <a:prstGeom prst="rect">
              <a:avLst/>
            </a:prstGeom>
          </p:spPr>
        </p:pic>
        <p:pic>
          <p:nvPicPr>
            <p:cNvPr id="73" name="Grafik 72" descr="Herz Silhouette">
              <a:extLst>
                <a:ext uri="{FF2B5EF4-FFF2-40B4-BE49-F238E27FC236}">
                  <a16:creationId xmlns:a16="http://schemas.microsoft.com/office/drawing/2014/main" id="{54F45CEA-0099-C668-7C63-762BB5A4BFD1}"/>
                </a:ext>
              </a:extLst>
            </p:cNvPr>
            <p:cNvPicPr>
              <a:picLocks noChangeAspect="1"/>
            </p:cNvPicPr>
            <p:nvPr userDrawn="1"/>
          </p:nvPicPr>
          <p:blipFill>
            <a:blip>
              <a:extLst>
                <a:ext uri="{96DAC541-7B7A-43D3-8B79-37D633B846F1}">
                  <asvg:svgBlip xmlns:asvg="http://schemas.microsoft.com/office/drawing/2016/SVG/main" r:embed="rId30"/>
                </a:ext>
              </a:extLst>
            </a:blip>
            <a:stretch>
              <a:fillRect/>
            </a:stretch>
          </p:blipFill>
          <p:spPr>
            <a:xfrm>
              <a:off x="6628710" y="2263349"/>
              <a:ext cx="699655" cy="699655"/>
            </a:xfrm>
            <a:prstGeom prst="rect">
              <a:avLst/>
            </a:prstGeom>
          </p:spPr>
        </p:pic>
        <p:pic>
          <p:nvPicPr>
            <p:cNvPr id="74" name="Grafik 73" descr="Pflege Silhouette">
              <a:extLst>
                <a:ext uri="{FF2B5EF4-FFF2-40B4-BE49-F238E27FC236}">
                  <a16:creationId xmlns:a16="http://schemas.microsoft.com/office/drawing/2014/main" id="{42734CC7-CE26-AE7D-4834-1515B2E0D60A}"/>
                </a:ext>
              </a:extLst>
            </p:cNvPr>
            <p:cNvPicPr>
              <a:picLocks noChangeAspect="1"/>
            </p:cNvPicPr>
            <p:nvPr userDrawn="1"/>
          </p:nvPicPr>
          <p:blipFill>
            <a:blip>
              <a:extLst>
                <a:ext uri="{96DAC541-7B7A-43D3-8B79-37D633B846F1}">
                  <asvg:svgBlip xmlns:asvg="http://schemas.microsoft.com/office/drawing/2016/SVG/main" r:embed="rId31"/>
                </a:ext>
              </a:extLst>
            </a:blip>
            <a:stretch>
              <a:fillRect/>
            </a:stretch>
          </p:blipFill>
          <p:spPr>
            <a:xfrm>
              <a:off x="7511244" y="3145884"/>
              <a:ext cx="699655" cy="699655"/>
            </a:xfrm>
            <a:prstGeom prst="rect">
              <a:avLst/>
            </a:prstGeom>
          </p:spPr>
        </p:pic>
        <p:pic>
          <p:nvPicPr>
            <p:cNvPr id="75" name="Grafik 74" descr="Euro Silhouette">
              <a:extLst>
                <a:ext uri="{FF2B5EF4-FFF2-40B4-BE49-F238E27FC236}">
                  <a16:creationId xmlns:a16="http://schemas.microsoft.com/office/drawing/2014/main" id="{80DBF84D-4F9C-96E1-822F-2EACBD78A270}"/>
                </a:ext>
              </a:extLst>
            </p:cNvPr>
            <p:cNvPicPr>
              <a:picLocks noChangeAspect="1"/>
            </p:cNvPicPr>
            <p:nvPr userDrawn="1"/>
          </p:nvPicPr>
          <p:blipFill>
            <a:blip>
              <a:extLst>
                <a:ext uri="{96DAC541-7B7A-43D3-8B79-37D633B846F1}">
                  <asvg:svgBlip xmlns:asvg="http://schemas.microsoft.com/office/drawing/2016/SVG/main" r:embed="rId32"/>
                </a:ext>
              </a:extLst>
            </a:blip>
            <a:stretch>
              <a:fillRect/>
            </a:stretch>
          </p:blipFill>
          <p:spPr>
            <a:xfrm>
              <a:off x="8393777" y="4028419"/>
              <a:ext cx="699655" cy="699655"/>
            </a:xfrm>
            <a:prstGeom prst="rect">
              <a:avLst/>
            </a:prstGeom>
          </p:spPr>
        </p:pic>
        <p:pic>
          <p:nvPicPr>
            <p:cNvPr id="76" name="Grafik 75" descr="Hilfe Silhouette">
              <a:extLst>
                <a:ext uri="{FF2B5EF4-FFF2-40B4-BE49-F238E27FC236}">
                  <a16:creationId xmlns:a16="http://schemas.microsoft.com/office/drawing/2014/main" id="{DBBAFA96-982A-8418-C316-8861696DEA3B}"/>
                </a:ext>
              </a:extLst>
            </p:cNvPr>
            <p:cNvPicPr>
              <a:picLocks noChangeAspect="1"/>
            </p:cNvPicPr>
            <p:nvPr userDrawn="1"/>
          </p:nvPicPr>
          <p:blipFill>
            <a:blip>
              <a:extLst>
                <a:ext uri="{96DAC541-7B7A-43D3-8B79-37D633B846F1}">
                  <asvg:svgBlip xmlns:asvg="http://schemas.microsoft.com/office/drawing/2016/SVG/main" r:embed="rId33"/>
                </a:ext>
              </a:extLst>
            </a:blip>
            <a:stretch>
              <a:fillRect/>
            </a:stretch>
          </p:blipFill>
          <p:spPr>
            <a:xfrm>
              <a:off x="7511244" y="2263349"/>
              <a:ext cx="699655" cy="699655"/>
            </a:xfrm>
            <a:prstGeom prst="rect">
              <a:avLst/>
            </a:prstGeom>
          </p:spPr>
        </p:pic>
        <p:pic>
          <p:nvPicPr>
            <p:cNvPr id="77" name="Grafik 76" descr="Chat Silhouette">
              <a:extLst>
                <a:ext uri="{FF2B5EF4-FFF2-40B4-BE49-F238E27FC236}">
                  <a16:creationId xmlns:a16="http://schemas.microsoft.com/office/drawing/2014/main" id="{526D90E5-B0CD-1574-C84B-3FF9B69CE087}"/>
                </a:ext>
              </a:extLst>
            </p:cNvPr>
            <p:cNvPicPr>
              <a:picLocks noChangeAspect="1"/>
            </p:cNvPicPr>
            <p:nvPr userDrawn="1"/>
          </p:nvPicPr>
          <p:blipFill>
            <a:blip>
              <a:extLst>
                <a:ext uri="{96DAC541-7B7A-43D3-8B79-37D633B846F1}">
                  <asvg:svgBlip xmlns:asvg="http://schemas.microsoft.com/office/drawing/2016/SVG/main" r:embed="rId34"/>
                </a:ext>
              </a:extLst>
            </a:blip>
            <a:stretch>
              <a:fillRect/>
            </a:stretch>
          </p:blipFill>
          <p:spPr>
            <a:xfrm>
              <a:off x="8393779" y="3145884"/>
              <a:ext cx="699655" cy="699655"/>
            </a:xfrm>
            <a:prstGeom prst="rect">
              <a:avLst/>
            </a:prstGeom>
          </p:spPr>
        </p:pic>
        <p:pic>
          <p:nvPicPr>
            <p:cNvPr id="78" name="Grafik 77" descr="Verbandskasten Silhouette">
              <a:extLst>
                <a:ext uri="{FF2B5EF4-FFF2-40B4-BE49-F238E27FC236}">
                  <a16:creationId xmlns:a16="http://schemas.microsoft.com/office/drawing/2014/main" id="{237D8BEE-CF86-C516-128E-AF2EA543C32C}"/>
                </a:ext>
              </a:extLst>
            </p:cNvPr>
            <p:cNvPicPr>
              <a:picLocks noChangeAspect="1"/>
            </p:cNvPicPr>
            <p:nvPr userDrawn="1"/>
          </p:nvPicPr>
          <p:blipFill>
            <a:blip>
              <a:extLst>
                <a:ext uri="{96DAC541-7B7A-43D3-8B79-37D633B846F1}">
                  <asvg:svgBlip xmlns:asvg="http://schemas.microsoft.com/office/drawing/2016/SVG/main" r:embed="rId35"/>
                </a:ext>
              </a:extLst>
            </a:blip>
            <a:stretch>
              <a:fillRect/>
            </a:stretch>
          </p:blipFill>
          <p:spPr>
            <a:xfrm>
              <a:off x="9276313" y="4028419"/>
              <a:ext cx="699655" cy="699655"/>
            </a:xfrm>
            <a:prstGeom prst="rect">
              <a:avLst/>
            </a:prstGeom>
          </p:spPr>
        </p:pic>
        <p:pic>
          <p:nvPicPr>
            <p:cNvPr id="79" name="Grafik 78" descr="Start Silhouette">
              <a:extLst>
                <a:ext uri="{FF2B5EF4-FFF2-40B4-BE49-F238E27FC236}">
                  <a16:creationId xmlns:a16="http://schemas.microsoft.com/office/drawing/2014/main" id="{05AA9C78-3F41-DD03-C32B-FBB9C83AA157}"/>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8393779" y="2263349"/>
              <a:ext cx="699655" cy="699655"/>
            </a:xfrm>
            <a:prstGeom prst="rect">
              <a:avLst/>
            </a:prstGeom>
          </p:spPr>
        </p:pic>
        <p:pic>
          <p:nvPicPr>
            <p:cNvPr id="80" name="Grafik 79" descr="Chemikalien Silhouette">
              <a:extLst>
                <a:ext uri="{FF2B5EF4-FFF2-40B4-BE49-F238E27FC236}">
                  <a16:creationId xmlns:a16="http://schemas.microsoft.com/office/drawing/2014/main" id="{F37F2B18-A73A-5248-D80F-C27B8144577D}"/>
                </a:ext>
              </a:extLst>
            </p:cNvPr>
            <p:cNvPicPr>
              <a:picLocks noChangeAspect="1"/>
            </p:cNvPicPr>
            <p:nvPr userDrawn="1"/>
          </p:nvPicPr>
          <p:blipFill>
            <a:blip>
              <a:extLst>
                <a:ext uri="{96DAC541-7B7A-43D3-8B79-37D633B846F1}">
                  <asvg:svgBlip xmlns:asvg="http://schemas.microsoft.com/office/drawing/2016/SVG/main" r:embed="rId37"/>
                </a:ext>
              </a:extLst>
            </a:blip>
            <a:stretch>
              <a:fillRect/>
            </a:stretch>
          </p:blipFill>
          <p:spPr>
            <a:xfrm>
              <a:off x="9276314" y="3145884"/>
              <a:ext cx="699655" cy="699655"/>
            </a:xfrm>
            <a:prstGeom prst="rect">
              <a:avLst/>
            </a:prstGeom>
          </p:spPr>
        </p:pic>
        <p:pic>
          <p:nvPicPr>
            <p:cNvPr id="81" name="Grafik 80" descr="Kennzeichen Silhouette">
              <a:extLst>
                <a:ext uri="{FF2B5EF4-FFF2-40B4-BE49-F238E27FC236}">
                  <a16:creationId xmlns:a16="http://schemas.microsoft.com/office/drawing/2014/main" id="{C0FA4084-5D4E-631B-7E9C-1794643C331D}"/>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a:xfrm>
              <a:off x="10158849" y="4028419"/>
              <a:ext cx="699655" cy="699655"/>
            </a:xfrm>
            <a:prstGeom prst="rect">
              <a:avLst/>
            </a:prstGeom>
          </p:spPr>
        </p:pic>
        <p:pic>
          <p:nvPicPr>
            <p:cNvPr id="82" name="Grafik 81" descr="Sanduhr 60% Silhouette">
              <a:extLst>
                <a:ext uri="{FF2B5EF4-FFF2-40B4-BE49-F238E27FC236}">
                  <a16:creationId xmlns:a16="http://schemas.microsoft.com/office/drawing/2014/main" id="{CA7248B9-BC99-3FFF-01A1-E50A629354F5}"/>
                </a:ext>
              </a:extLst>
            </p:cNvPr>
            <p:cNvPicPr>
              <a:picLocks noChangeAspect="1"/>
            </p:cNvPicPr>
            <p:nvPr userDrawn="1"/>
          </p:nvPicPr>
          <p:blipFill>
            <a:blip>
              <a:extLst>
                <a:ext uri="{96DAC541-7B7A-43D3-8B79-37D633B846F1}">
                  <asvg:svgBlip xmlns:asvg="http://schemas.microsoft.com/office/drawing/2016/SVG/main" r:embed="rId39"/>
                </a:ext>
              </a:extLst>
            </a:blip>
            <a:stretch>
              <a:fillRect/>
            </a:stretch>
          </p:blipFill>
          <p:spPr>
            <a:xfrm>
              <a:off x="9276314" y="2263349"/>
              <a:ext cx="699655" cy="699655"/>
            </a:xfrm>
            <a:prstGeom prst="rect">
              <a:avLst/>
            </a:prstGeom>
          </p:spPr>
        </p:pic>
        <p:pic>
          <p:nvPicPr>
            <p:cNvPr id="83" name="Grafik 31" descr="Kreisförmiges Flussdiagramm Silhouette">
              <a:extLst>
                <a:ext uri="{FF2B5EF4-FFF2-40B4-BE49-F238E27FC236}">
                  <a16:creationId xmlns:a16="http://schemas.microsoft.com/office/drawing/2014/main" id="{E6632652-4669-B9DB-82F4-C0BA65A0DF58}"/>
                </a:ext>
              </a:extLst>
            </p:cNvPr>
            <p:cNvPicPr>
              <a:picLocks noChangeAspect="1"/>
            </p:cNvPicPr>
            <p:nvPr userDrawn="1"/>
          </p:nvPicPr>
          <p:blipFill>
            <a:blip>
              <a:extLst>
                <a:ext uri="{96DAC541-7B7A-43D3-8B79-37D633B846F1}">
                  <asvg:svgBlip xmlns:asvg="http://schemas.microsoft.com/office/drawing/2016/SVG/main" r:embed="rId40"/>
                </a:ext>
              </a:extLst>
            </a:blip>
            <a:stretch>
              <a:fillRect/>
            </a:stretch>
          </p:blipFill>
          <p:spPr>
            <a:xfrm>
              <a:off x="10158850" y="3145884"/>
              <a:ext cx="699655" cy="699655"/>
            </a:xfrm>
            <a:prstGeom prst="rect">
              <a:avLst/>
            </a:prstGeom>
          </p:spPr>
        </p:pic>
        <p:pic>
          <p:nvPicPr>
            <p:cNvPr id="84" name="Grafik 83" descr="Hospital Silhouette">
              <a:extLst>
                <a:ext uri="{FF2B5EF4-FFF2-40B4-BE49-F238E27FC236}">
                  <a16:creationId xmlns:a16="http://schemas.microsoft.com/office/drawing/2014/main" id="{DCF02F32-5274-CC90-3BFE-9A4D59D2744E}"/>
                </a:ext>
              </a:extLst>
            </p:cNvPr>
            <p:cNvPicPr>
              <a:picLocks noChangeAspect="1"/>
            </p:cNvPicPr>
            <p:nvPr userDrawn="1"/>
          </p:nvPicPr>
          <p:blipFill>
            <a:blip>
              <a:extLst>
                <a:ext uri="{96DAC541-7B7A-43D3-8B79-37D633B846F1}">
                  <asvg:svgBlip xmlns:asvg="http://schemas.microsoft.com/office/drawing/2016/SVG/main" r:embed="rId41"/>
                </a:ext>
              </a:extLst>
            </a:blip>
            <a:stretch>
              <a:fillRect/>
            </a:stretch>
          </p:blipFill>
          <p:spPr>
            <a:xfrm>
              <a:off x="11041382" y="4028419"/>
              <a:ext cx="699655" cy="699655"/>
            </a:xfrm>
            <a:prstGeom prst="rect">
              <a:avLst/>
            </a:prstGeom>
          </p:spPr>
        </p:pic>
        <p:pic>
          <p:nvPicPr>
            <p:cNvPr id="85" name="Grafik 84" descr="Posteingang Silhouette">
              <a:extLst>
                <a:ext uri="{FF2B5EF4-FFF2-40B4-BE49-F238E27FC236}">
                  <a16:creationId xmlns:a16="http://schemas.microsoft.com/office/drawing/2014/main" id="{8201FD6F-9F75-A41B-FA0F-0DC2B005324E}"/>
                </a:ext>
              </a:extLst>
            </p:cNvPr>
            <p:cNvPicPr>
              <a:picLocks noChangeAspect="1"/>
            </p:cNvPicPr>
            <p:nvPr userDrawn="1"/>
          </p:nvPicPr>
          <p:blipFill>
            <a:blip>
              <a:extLst>
                <a:ext uri="{96DAC541-7B7A-43D3-8B79-37D633B846F1}">
                  <asvg:svgBlip xmlns:asvg="http://schemas.microsoft.com/office/drawing/2016/SVG/main" r:embed="rId42"/>
                </a:ext>
              </a:extLst>
            </a:blip>
            <a:stretch>
              <a:fillRect/>
            </a:stretch>
          </p:blipFill>
          <p:spPr>
            <a:xfrm>
              <a:off x="10158850" y="2263349"/>
              <a:ext cx="699655" cy="699655"/>
            </a:xfrm>
            <a:prstGeom prst="rect">
              <a:avLst/>
            </a:prstGeom>
          </p:spPr>
        </p:pic>
        <p:pic>
          <p:nvPicPr>
            <p:cNvPr id="86" name="Grafik 85" descr="Klemmbrett Silhouette">
              <a:extLst>
                <a:ext uri="{FF2B5EF4-FFF2-40B4-BE49-F238E27FC236}">
                  <a16:creationId xmlns:a16="http://schemas.microsoft.com/office/drawing/2014/main" id="{79A43B62-D3AA-166D-AAE0-68A8053C15ED}"/>
                </a:ext>
              </a:extLst>
            </p:cNvPr>
            <p:cNvPicPr>
              <a:picLocks noChangeAspect="1"/>
            </p:cNvPicPr>
            <p:nvPr userDrawn="1"/>
          </p:nvPicPr>
          <p:blipFill>
            <a:blip>
              <a:extLst>
                <a:ext uri="{96DAC541-7B7A-43D3-8B79-37D633B846F1}">
                  <asvg:svgBlip xmlns:asvg="http://schemas.microsoft.com/office/drawing/2016/SVG/main" r:embed="rId43"/>
                </a:ext>
              </a:extLst>
            </a:blip>
            <a:stretch>
              <a:fillRect/>
            </a:stretch>
          </p:blipFill>
          <p:spPr>
            <a:xfrm>
              <a:off x="11041382" y="3145884"/>
              <a:ext cx="699655" cy="699655"/>
            </a:xfrm>
            <a:prstGeom prst="rect">
              <a:avLst/>
            </a:prstGeom>
          </p:spPr>
        </p:pic>
        <p:pic>
          <p:nvPicPr>
            <p:cNvPr id="87" name="Grafik 86" descr="Medizin Silhouette">
              <a:extLst>
                <a:ext uri="{FF2B5EF4-FFF2-40B4-BE49-F238E27FC236}">
                  <a16:creationId xmlns:a16="http://schemas.microsoft.com/office/drawing/2014/main" id="{7ABBBE0F-8968-C1A0-BC2C-EAC870DFE5F6}"/>
                </a:ext>
              </a:extLst>
            </p:cNvPr>
            <p:cNvPicPr>
              <a:picLocks noChangeAspect="1"/>
            </p:cNvPicPr>
            <p:nvPr userDrawn="1"/>
          </p:nvPicPr>
          <p:blipFill>
            <a:blip>
              <a:extLst>
                <a:ext uri="{96DAC541-7B7A-43D3-8B79-37D633B846F1}">
                  <asvg:svgBlip xmlns:asvg="http://schemas.microsoft.com/office/drawing/2016/SVG/main" r:embed="rId44"/>
                </a:ext>
              </a:extLst>
            </a:blip>
            <a:stretch>
              <a:fillRect/>
            </a:stretch>
          </p:blipFill>
          <p:spPr>
            <a:xfrm>
              <a:off x="450964" y="4910954"/>
              <a:ext cx="699655" cy="699655"/>
            </a:xfrm>
            <a:prstGeom prst="rect">
              <a:avLst/>
            </a:prstGeom>
          </p:spPr>
        </p:pic>
        <p:pic>
          <p:nvPicPr>
            <p:cNvPr id="88" name="Grafik 87" descr="Internet der Dinge Silhouette">
              <a:extLst>
                <a:ext uri="{FF2B5EF4-FFF2-40B4-BE49-F238E27FC236}">
                  <a16:creationId xmlns:a16="http://schemas.microsoft.com/office/drawing/2014/main" id="{C5038928-7477-99C4-06A7-E5ADFB922D5F}"/>
                </a:ext>
              </a:extLst>
            </p:cNvPr>
            <p:cNvPicPr>
              <a:picLocks noChangeAspect="1"/>
            </p:cNvPicPr>
            <p:nvPr userDrawn="1"/>
          </p:nvPicPr>
          <p:blipFill>
            <a:blip>
              <a:extLst>
                <a:ext uri="{96DAC541-7B7A-43D3-8B79-37D633B846F1}">
                  <asvg:svgBlip xmlns:asvg="http://schemas.microsoft.com/office/drawing/2016/SVG/main" r:embed="rId45"/>
                </a:ext>
              </a:extLst>
            </a:blip>
            <a:stretch>
              <a:fillRect/>
            </a:stretch>
          </p:blipFill>
          <p:spPr>
            <a:xfrm>
              <a:off x="11041382" y="2263349"/>
              <a:ext cx="699655" cy="699655"/>
            </a:xfrm>
            <a:prstGeom prst="rect">
              <a:avLst/>
            </a:prstGeom>
          </p:spPr>
        </p:pic>
      </p:grpSp>
    </p:spTree>
    <p:extLst>
      <p:ext uri="{BB962C8B-B14F-4D97-AF65-F5344CB8AC3E}">
        <p14:creationId xmlns:p14="http://schemas.microsoft.com/office/powerpoint/2010/main" val="378337563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Grafik 3" descr="Ein Bild, das Grafiken, Screenshot, Kreis, Grafikdesign enthält.&#10;&#10;KI-generierte Inhalte können fehlerhaft sein.">
            <a:extLst>
              <a:ext uri="{FF2B5EF4-FFF2-40B4-BE49-F238E27FC236}">
                <a16:creationId xmlns:a16="http://schemas.microsoft.com/office/drawing/2014/main" id="{E7E202B8-5743-F6A4-DD49-1ECA7C8D6527}"/>
              </a:ext>
            </a:extLst>
          </p:cNvPr>
          <p:cNvPicPr>
            <a:picLocks noChangeAspect="1"/>
          </p:cNvPicPr>
          <p:nvPr userDrawn="1"/>
        </p:nvPicPr>
        <p:blipFill>
          <a:blip r:embed="rId50">
            <a:extLst>
              <a:ext uri="{28A0092B-C50C-407E-A947-70E740481C1C}">
                <a14:useLocalDpi xmlns:a14="http://schemas.microsoft.com/office/drawing/2010/main" val="0"/>
              </a:ext>
            </a:extLst>
          </a:blip>
          <a:stretch>
            <a:fillRect/>
          </a:stretch>
        </p:blipFill>
        <p:spPr>
          <a:xfrm>
            <a:off x="11089638" y="406399"/>
            <a:ext cx="733425" cy="733425"/>
          </a:xfrm>
          <a:prstGeom prst="rect">
            <a:avLst/>
          </a:prstGeom>
        </p:spPr>
      </p:pic>
      <p:graphicFrame>
        <p:nvGraphicFramePr>
          <p:cNvPr id="8" name="Object 7" hidden="1">
            <a:extLst>
              <a:ext uri="{FF2B5EF4-FFF2-40B4-BE49-F238E27FC236}">
                <a16:creationId xmlns:a16="http://schemas.microsoft.com/office/drawing/2014/main" id="{8D7E4735-8EB6-AEC1-162D-055CED904436}"/>
              </a:ext>
            </a:extLst>
          </p:cNvPr>
          <p:cNvGraphicFramePr>
            <a:graphicFrameLocks noChangeAspect="1"/>
          </p:cNvGraphicFramePr>
          <p:nvPr userDrawn="1">
            <p:custDataLst>
              <p:tags r:id="rId49"/>
            </p:custDataLst>
            <p:extLst>
              <p:ext uri="{D42A27DB-BD31-4B8C-83A1-F6EECF244321}">
                <p14:modId xmlns:p14="http://schemas.microsoft.com/office/powerpoint/2010/main" val="29602607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1" imgW="479" imgH="478" progId="TCLayout.ActiveDocument.1">
                  <p:embed/>
                </p:oleObj>
              </mc:Choice>
              <mc:Fallback>
                <p:oleObj name="think-cell Slide" r:id="rId51" imgW="479" imgH="478" progId="TCLayout.ActiveDocument.1">
                  <p:embed/>
                  <p:pic>
                    <p:nvPicPr>
                      <p:cNvPr id="8" name="Object 7" hidden="1">
                        <a:extLst>
                          <a:ext uri="{FF2B5EF4-FFF2-40B4-BE49-F238E27FC236}">
                            <a16:creationId xmlns:a16="http://schemas.microsoft.com/office/drawing/2014/main" id="{8D7E4735-8EB6-AEC1-162D-055CED904436}"/>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
        <p:nvSpPr>
          <p:cNvPr id="5" name="Slide Number Placeholder 5">
            <a:extLst>
              <a:ext uri="{FF2B5EF4-FFF2-40B4-BE49-F238E27FC236}">
                <a16:creationId xmlns:a16="http://schemas.microsoft.com/office/drawing/2014/main" id="{B6D087F9-7916-0709-EF8C-864F76CC4EF5}"/>
              </a:ext>
            </a:extLst>
          </p:cNvPr>
          <p:cNvSpPr txBox="1">
            <a:spLocks/>
          </p:cNvSpPr>
          <p:nvPr userDrawn="1"/>
        </p:nvSpPr>
        <p:spPr>
          <a:xfrm>
            <a:off x="11101546" y="6299200"/>
            <a:ext cx="743702"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3EB7FA4-D16D-498B-9843-862279835448}" type="slidenum">
              <a:rPr lang="en-GB" sz="1100" b="0" smtClean="0">
                <a:solidFill>
                  <a:schemeClr val="tx1"/>
                </a:solidFill>
                <a:latin typeface="Abadi" panose="020B0604020104020204" pitchFamily="34" charset="0"/>
                <a:cs typeface="Segoe UI" panose="020B0502040204020203" pitchFamily="34" charset="0"/>
                <a:sym typeface="Segoe UI" panose="020B0502040204020203" pitchFamily="34" charset="0"/>
              </a:rPr>
              <a:pPr/>
              <a:t>‹Nr.›</a:t>
            </a:fld>
            <a:endParaRPr lang="en-GB" sz="1100" b="0" dirty="0">
              <a:solidFill>
                <a:schemeClr val="tx1"/>
              </a:solidFill>
              <a:latin typeface="Abadi" panose="020B0604020104020204" pitchFamily="34" charset="0"/>
              <a:cs typeface="Segoe UI" panose="020B0502040204020203" pitchFamily="34" charset="0"/>
              <a:sym typeface="Segoe UI" panose="020B0502040204020203" pitchFamily="34" charset="0"/>
            </a:endParaRPr>
          </a:p>
        </p:txBody>
      </p:sp>
      <p:sp>
        <p:nvSpPr>
          <p:cNvPr id="6" name="Text Placeholder 5">
            <a:extLst>
              <a:ext uri="{FF2B5EF4-FFF2-40B4-BE49-F238E27FC236}">
                <a16:creationId xmlns:a16="http://schemas.microsoft.com/office/drawing/2014/main" id="{1B839D14-6CE6-F3F3-7A8B-029107738920}"/>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86843905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76" r:id="rId3"/>
    <p:sldLayoutId id="2147483655" r:id="rId4"/>
    <p:sldLayoutId id="2147483660" r:id="rId5"/>
    <p:sldLayoutId id="2147483698" r:id="rId6"/>
    <p:sldLayoutId id="2147483697" r:id="rId7"/>
    <p:sldLayoutId id="2147483699" r:id="rId8"/>
    <p:sldLayoutId id="2147483654" r:id="rId9"/>
    <p:sldLayoutId id="2147483656" r:id="rId10"/>
    <p:sldLayoutId id="2147483667" r:id="rId11"/>
    <p:sldLayoutId id="2147483689" r:id="rId12"/>
    <p:sldLayoutId id="2147483665" r:id="rId13"/>
    <p:sldLayoutId id="2147483649" r:id="rId14"/>
    <p:sldLayoutId id="2147483683" r:id="rId15"/>
    <p:sldLayoutId id="2147483652" r:id="rId16"/>
    <p:sldLayoutId id="2147483653" r:id="rId17"/>
    <p:sldLayoutId id="2147483692" r:id="rId18"/>
    <p:sldLayoutId id="2147483662" r:id="rId19"/>
    <p:sldLayoutId id="2147483669" r:id="rId20"/>
    <p:sldLayoutId id="2147483702" r:id="rId21"/>
    <p:sldLayoutId id="2147483670" r:id="rId22"/>
    <p:sldLayoutId id="2147483682" r:id="rId23"/>
    <p:sldLayoutId id="2147483671" r:id="rId24"/>
    <p:sldLayoutId id="2147483672" r:id="rId25"/>
    <p:sldLayoutId id="2147483668" r:id="rId26"/>
    <p:sldLayoutId id="2147483666" r:id="rId27"/>
    <p:sldLayoutId id="2147483673" r:id="rId28"/>
    <p:sldLayoutId id="2147483674" r:id="rId29"/>
    <p:sldLayoutId id="2147483661" r:id="rId30"/>
    <p:sldLayoutId id="2147483663" r:id="rId31"/>
    <p:sldLayoutId id="2147483664" r:id="rId32"/>
    <p:sldLayoutId id="2147483675" r:id="rId33"/>
    <p:sldLayoutId id="2147483658" r:id="rId34"/>
    <p:sldLayoutId id="2147483694" r:id="rId35"/>
    <p:sldLayoutId id="2147483659" r:id="rId36"/>
    <p:sldLayoutId id="2147483691" r:id="rId37"/>
    <p:sldLayoutId id="2147483690" r:id="rId38"/>
    <p:sldLayoutId id="2147483695" r:id="rId39"/>
    <p:sldLayoutId id="2147483687" r:id="rId40"/>
    <p:sldLayoutId id="2147483684" r:id="rId41"/>
    <p:sldLayoutId id="2147483680" r:id="rId42"/>
    <p:sldLayoutId id="2147483681" r:id="rId43"/>
    <p:sldLayoutId id="2147483685" r:id="rId44"/>
    <p:sldLayoutId id="2147483686" r:id="rId45"/>
    <p:sldLayoutId id="2147483693" r:id="rId46"/>
    <p:sldLayoutId id="2147483696" r:id="rId47"/>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2" userDrawn="1">
          <p15:clr>
            <a:srgbClr val="F26B43"/>
          </p15:clr>
        </p15:guide>
        <p15:guide id="2" orient="horz" pos="938" userDrawn="1">
          <p15:clr>
            <a:srgbClr val="F26B43"/>
          </p15:clr>
        </p15:guide>
        <p15:guide id="3" pos="7404" userDrawn="1">
          <p15:clr>
            <a:srgbClr val="F26B43"/>
          </p15:clr>
        </p15:guide>
        <p15:guide id="4" orient="horz" pos="387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90.svg"/><Relationship Id="rId2" Type="http://schemas.openxmlformats.org/officeDocument/2006/relationships/slideLayout" Target="../slideLayouts/slideLayout2.xml"/><Relationship Id="rId1" Type="http://schemas.openxmlformats.org/officeDocument/2006/relationships/tags" Target="../tags/tag50.xml"/><Relationship Id="rId6" Type="http://schemas.openxmlformats.org/officeDocument/2006/relationships/image" Target="../media/image89.jpeg"/><Relationship Id="rId5" Type="http://schemas.openxmlformats.org/officeDocument/2006/relationships/image" Target="../media/image4.emf"/><Relationship Id="rId4" Type="http://schemas.openxmlformats.org/officeDocument/2006/relationships/oleObject" Target="../embeddings/oleObject44.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90.svg"/><Relationship Id="rId2" Type="http://schemas.openxmlformats.org/officeDocument/2006/relationships/slideLayout" Target="../slideLayouts/slideLayout2.xml"/><Relationship Id="rId1" Type="http://schemas.openxmlformats.org/officeDocument/2006/relationships/tags" Target="../tags/tag51.xml"/><Relationship Id="rId6" Type="http://schemas.openxmlformats.org/officeDocument/2006/relationships/image" Target="../media/image91.jpeg"/><Relationship Id="rId5" Type="http://schemas.openxmlformats.org/officeDocument/2006/relationships/image" Target="../media/image4.emf"/><Relationship Id="rId4" Type="http://schemas.openxmlformats.org/officeDocument/2006/relationships/oleObject" Target="../embeddings/oleObject45.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52.xml"/><Relationship Id="rId6" Type="http://schemas.openxmlformats.org/officeDocument/2006/relationships/image" Target="../media/image90.svg"/><Relationship Id="rId5" Type="http://schemas.openxmlformats.org/officeDocument/2006/relationships/image" Target="../media/image4.emf"/><Relationship Id="rId4" Type="http://schemas.openxmlformats.org/officeDocument/2006/relationships/oleObject" Target="../embeddings/oleObject46.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tags" Target="../tags/tag53.xml"/><Relationship Id="rId5" Type="http://schemas.openxmlformats.org/officeDocument/2006/relationships/image" Target="../media/image4.emf"/><Relationship Id="rId4" Type="http://schemas.openxmlformats.org/officeDocument/2006/relationships/oleObject" Target="../embeddings/oleObject47.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54.xml"/><Relationship Id="rId5" Type="http://schemas.openxmlformats.org/officeDocument/2006/relationships/image" Target="../media/image4.emf"/><Relationship Id="rId4" Type="http://schemas.openxmlformats.org/officeDocument/2006/relationships/oleObject" Target="../embeddings/oleObject48.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9.xml"/><Relationship Id="rId1" Type="http://schemas.openxmlformats.org/officeDocument/2006/relationships/tags" Target="../tags/tag55.xml"/><Relationship Id="rId6" Type="http://schemas.openxmlformats.org/officeDocument/2006/relationships/image" Target="../media/image4.emf"/><Relationship Id="rId5" Type="http://schemas.openxmlformats.org/officeDocument/2006/relationships/oleObject" Target="../embeddings/oleObject49.bin"/><Relationship Id="rId4" Type="http://schemas.openxmlformats.org/officeDocument/2006/relationships/image" Target="../media/image92.jpeg"/></Relationships>
</file>

<file path=ppt/slides/_rels/slide8.xml.rels><?xml version="1.0" encoding="UTF-8" standalone="yes"?>
<Relationships xmlns="http://schemas.openxmlformats.org/package/2006/relationships"><Relationship Id="rId8" Type="http://schemas.openxmlformats.org/officeDocument/2006/relationships/image" Target="../media/image184.png"/><Relationship Id="rId3" Type="http://schemas.openxmlformats.org/officeDocument/2006/relationships/notesSlide" Target="../notesSlides/notesSlide7.xml"/><Relationship Id="rId7" Type="http://schemas.microsoft.com/office/2014/relationships/chartEx" Target="../charts/chartEx1.xml"/><Relationship Id="rId2" Type="http://schemas.openxmlformats.org/officeDocument/2006/relationships/slideLayout" Target="../slideLayouts/slideLayout20.xml"/><Relationship Id="rId1" Type="http://schemas.openxmlformats.org/officeDocument/2006/relationships/tags" Target="../tags/tag56.xml"/><Relationship Id="rId6" Type="http://schemas.openxmlformats.org/officeDocument/2006/relationships/chart" Target="../charts/chart1.xml"/><Relationship Id="rId5" Type="http://schemas.openxmlformats.org/officeDocument/2006/relationships/image" Target="../media/image4.emf"/><Relationship Id="rId4" Type="http://schemas.openxmlformats.org/officeDocument/2006/relationships/oleObject" Target="../embeddings/oleObject50.bin"/><Relationship Id="rId9"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image" Target="../media/image90.sv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4.xml"/><Relationship Id="rId1" Type="http://schemas.openxmlformats.org/officeDocument/2006/relationships/tags" Target="../tags/tag57.xml"/><Relationship Id="rId6" Type="http://schemas.openxmlformats.org/officeDocument/2006/relationships/image" Target="../media/image93.jpeg"/><Relationship Id="rId5" Type="http://schemas.openxmlformats.org/officeDocument/2006/relationships/image" Target="../media/image4.emf"/><Relationship Id="rId4" Type="http://schemas.openxmlformats.org/officeDocument/2006/relationships/oleObject" Target="../embeddings/oleObject5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4.xml"/><Relationship Id="rId1" Type="http://schemas.openxmlformats.org/officeDocument/2006/relationships/tags" Target="../tags/tag58.xml"/><Relationship Id="rId6" Type="http://schemas.openxmlformats.org/officeDocument/2006/relationships/image" Target="../media/image94.png"/><Relationship Id="rId5" Type="http://schemas.openxmlformats.org/officeDocument/2006/relationships/image" Target="../media/image4.emf"/><Relationship Id="rId4" Type="http://schemas.openxmlformats.org/officeDocument/2006/relationships/oleObject" Target="../embeddings/oleObject51.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6.xml"/><Relationship Id="rId1" Type="http://schemas.openxmlformats.org/officeDocument/2006/relationships/tags" Target="../tags/tag59.xml"/><Relationship Id="rId6" Type="http://schemas.openxmlformats.org/officeDocument/2006/relationships/image" Target="../media/image90.svg"/><Relationship Id="rId5" Type="http://schemas.openxmlformats.org/officeDocument/2006/relationships/image" Target="../media/image4.emf"/><Relationship Id="rId4" Type="http://schemas.openxmlformats.org/officeDocument/2006/relationships/oleObject" Target="../embeddings/oleObject52.bin"/></Relationships>
</file>

<file path=ppt/slides/_rels/slide13.xml.rels><?xml version="1.0" encoding="UTF-8" standalone="yes"?>
<Relationships xmlns="http://schemas.openxmlformats.org/package/2006/relationships"><Relationship Id="rId13" Type="http://schemas.openxmlformats.org/officeDocument/2006/relationships/image" Target="../media/image18.svg"/><Relationship Id="rId18" Type="http://schemas.openxmlformats.org/officeDocument/2006/relationships/image" Target="../media/image23.svg"/><Relationship Id="rId26" Type="http://schemas.openxmlformats.org/officeDocument/2006/relationships/image" Target="../media/image31.svg"/><Relationship Id="rId39" Type="http://schemas.openxmlformats.org/officeDocument/2006/relationships/image" Target="../media/image44.svg"/><Relationship Id="rId21" Type="http://schemas.openxmlformats.org/officeDocument/2006/relationships/image" Target="../media/image26.svg"/><Relationship Id="rId34" Type="http://schemas.openxmlformats.org/officeDocument/2006/relationships/image" Target="../media/image39.svg"/><Relationship Id="rId42" Type="http://schemas.openxmlformats.org/officeDocument/2006/relationships/image" Target="../media/image47.svg"/><Relationship Id="rId7" Type="http://schemas.openxmlformats.org/officeDocument/2006/relationships/image" Target="../media/image12.svg"/><Relationship Id="rId2" Type="http://schemas.openxmlformats.org/officeDocument/2006/relationships/image" Target="../media/image7.svg"/><Relationship Id="rId16" Type="http://schemas.openxmlformats.org/officeDocument/2006/relationships/image" Target="../media/image21.svg"/><Relationship Id="rId20" Type="http://schemas.openxmlformats.org/officeDocument/2006/relationships/image" Target="../media/image25.svg"/><Relationship Id="rId29" Type="http://schemas.openxmlformats.org/officeDocument/2006/relationships/image" Target="../media/image34.svg"/><Relationship Id="rId41" Type="http://schemas.openxmlformats.org/officeDocument/2006/relationships/image" Target="../media/image46.svg"/><Relationship Id="rId1" Type="http://schemas.openxmlformats.org/officeDocument/2006/relationships/slideLayout" Target="../slideLayouts/slideLayout46.xml"/><Relationship Id="rId6" Type="http://schemas.openxmlformats.org/officeDocument/2006/relationships/image" Target="../media/image11.svg"/><Relationship Id="rId11" Type="http://schemas.openxmlformats.org/officeDocument/2006/relationships/image" Target="../media/image16.svg"/><Relationship Id="rId24" Type="http://schemas.openxmlformats.org/officeDocument/2006/relationships/image" Target="../media/image29.svg"/><Relationship Id="rId32" Type="http://schemas.openxmlformats.org/officeDocument/2006/relationships/image" Target="../media/image37.svg"/><Relationship Id="rId37" Type="http://schemas.openxmlformats.org/officeDocument/2006/relationships/image" Target="../media/image42.svg"/><Relationship Id="rId40" Type="http://schemas.openxmlformats.org/officeDocument/2006/relationships/image" Target="../media/image45.svg"/><Relationship Id="rId5" Type="http://schemas.openxmlformats.org/officeDocument/2006/relationships/image" Target="../media/image10.svg"/><Relationship Id="rId15" Type="http://schemas.openxmlformats.org/officeDocument/2006/relationships/image" Target="../media/image20.svg"/><Relationship Id="rId23" Type="http://schemas.openxmlformats.org/officeDocument/2006/relationships/image" Target="../media/image28.svg"/><Relationship Id="rId28" Type="http://schemas.openxmlformats.org/officeDocument/2006/relationships/image" Target="../media/image33.svg"/><Relationship Id="rId36" Type="http://schemas.openxmlformats.org/officeDocument/2006/relationships/image" Target="../media/image41.svg"/><Relationship Id="rId10" Type="http://schemas.openxmlformats.org/officeDocument/2006/relationships/image" Target="../media/image15.svg"/><Relationship Id="rId19" Type="http://schemas.openxmlformats.org/officeDocument/2006/relationships/image" Target="../media/image24.svg"/><Relationship Id="rId31" Type="http://schemas.openxmlformats.org/officeDocument/2006/relationships/image" Target="../media/image36.svg"/><Relationship Id="rId44" Type="http://schemas.openxmlformats.org/officeDocument/2006/relationships/image" Target="../media/image96.svg"/><Relationship Id="rId4" Type="http://schemas.openxmlformats.org/officeDocument/2006/relationships/image" Target="../media/image9.svg"/><Relationship Id="rId9" Type="http://schemas.openxmlformats.org/officeDocument/2006/relationships/image" Target="../media/image14.svg"/><Relationship Id="rId14" Type="http://schemas.openxmlformats.org/officeDocument/2006/relationships/image" Target="../media/image19.svg"/><Relationship Id="rId22" Type="http://schemas.openxmlformats.org/officeDocument/2006/relationships/image" Target="../media/image27.svg"/><Relationship Id="rId27" Type="http://schemas.openxmlformats.org/officeDocument/2006/relationships/image" Target="../media/image32.svg"/><Relationship Id="rId30" Type="http://schemas.openxmlformats.org/officeDocument/2006/relationships/image" Target="../media/image35.svg"/><Relationship Id="rId35" Type="http://schemas.openxmlformats.org/officeDocument/2006/relationships/image" Target="../media/image40.svg"/><Relationship Id="rId43" Type="http://schemas.openxmlformats.org/officeDocument/2006/relationships/image" Target="../media/image95.svg"/><Relationship Id="rId8" Type="http://schemas.openxmlformats.org/officeDocument/2006/relationships/image" Target="../media/image13.svg"/><Relationship Id="rId3" Type="http://schemas.openxmlformats.org/officeDocument/2006/relationships/image" Target="../media/image8.svg"/><Relationship Id="rId12" Type="http://schemas.openxmlformats.org/officeDocument/2006/relationships/image" Target="../media/image17.svg"/><Relationship Id="rId17" Type="http://schemas.openxmlformats.org/officeDocument/2006/relationships/image" Target="../media/image22.svg"/><Relationship Id="rId25" Type="http://schemas.openxmlformats.org/officeDocument/2006/relationships/image" Target="../media/image30.svg"/><Relationship Id="rId33" Type="http://schemas.openxmlformats.org/officeDocument/2006/relationships/image" Target="../media/image38.svg"/><Relationship Id="rId38" Type="http://schemas.openxmlformats.org/officeDocument/2006/relationships/image" Target="../media/image43.svg"/></Relationships>
</file>

<file path=ppt/slides/_rels/slide14.xml.rels><?xml version="1.0" encoding="UTF-8" standalone="yes"?>
<Relationships xmlns="http://schemas.openxmlformats.org/package/2006/relationships"><Relationship Id="rId13" Type="http://schemas.openxmlformats.org/officeDocument/2006/relationships/image" Target="../media/image108.svg"/><Relationship Id="rId18" Type="http://schemas.openxmlformats.org/officeDocument/2006/relationships/image" Target="../media/image113.svg"/><Relationship Id="rId26" Type="http://schemas.openxmlformats.org/officeDocument/2006/relationships/image" Target="../media/image121.svg"/><Relationship Id="rId39" Type="http://schemas.openxmlformats.org/officeDocument/2006/relationships/image" Target="../media/image134.svg"/><Relationship Id="rId21" Type="http://schemas.openxmlformats.org/officeDocument/2006/relationships/image" Target="../media/image116.svg"/><Relationship Id="rId34" Type="http://schemas.openxmlformats.org/officeDocument/2006/relationships/image" Target="../media/image129.svg"/><Relationship Id="rId42" Type="http://schemas.openxmlformats.org/officeDocument/2006/relationships/image" Target="../media/image137.svg"/><Relationship Id="rId7" Type="http://schemas.openxmlformats.org/officeDocument/2006/relationships/image" Target="../media/image102.svg"/><Relationship Id="rId2" Type="http://schemas.openxmlformats.org/officeDocument/2006/relationships/image" Target="../media/image97.svg"/><Relationship Id="rId16" Type="http://schemas.openxmlformats.org/officeDocument/2006/relationships/image" Target="../media/image111.svg"/><Relationship Id="rId20" Type="http://schemas.openxmlformats.org/officeDocument/2006/relationships/image" Target="../media/image115.svg"/><Relationship Id="rId29" Type="http://schemas.openxmlformats.org/officeDocument/2006/relationships/image" Target="../media/image124.svg"/><Relationship Id="rId41" Type="http://schemas.openxmlformats.org/officeDocument/2006/relationships/image" Target="../media/image136.svg"/><Relationship Id="rId1" Type="http://schemas.openxmlformats.org/officeDocument/2006/relationships/slideLayout" Target="../slideLayouts/slideLayout47.xml"/><Relationship Id="rId6" Type="http://schemas.openxmlformats.org/officeDocument/2006/relationships/image" Target="../media/image101.svg"/><Relationship Id="rId11" Type="http://schemas.openxmlformats.org/officeDocument/2006/relationships/image" Target="../media/image106.svg"/><Relationship Id="rId24" Type="http://schemas.openxmlformats.org/officeDocument/2006/relationships/image" Target="../media/image119.svg"/><Relationship Id="rId32" Type="http://schemas.openxmlformats.org/officeDocument/2006/relationships/image" Target="../media/image127.svg"/><Relationship Id="rId37" Type="http://schemas.openxmlformats.org/officeDocument/2006/relationships/image" Target="../media/image132.svg"/><Relationship Id="rId40" Type="http://schemas.openxmlformats.org/officeDocument/2006/relationships/image" Target="../media/image135.svg"/><Relationship Id="rId5" Type="http://schemas.openxmlformats.org/officeDocument/2006/relationships/image" Target="../media/image100.svg"/><Relationship Id="rId15" Type="http://schemas.openxmlformats.org/officeDocument/2006/relationships/image" Target="../media/image110.svg"/><Relationship Id="rId23" Type="http://schemas.openxmlformats.org/officeDocument/2006/relationships/image" Target="../media/image118.svg"/><Relationship Id="rId28" Type="http://schemas.openxmlformats.org/officeDocument/2006/relationships/image" Target="../media/image123.svg"/><Relationship Id="rId36" Type="http://schemas.openxmlformats.org/officeDocument/2006/relationships/image" Target="../media/image131.svg"/><Relationship Id="rId10" Type="http://schemas.openxmlformats.org/officeDocument/2006/relationships/image" Target="../media/image105.svg"/><Relationship Id="rId19" Type="http://schemas.openxmlformats.org/officeDocument/2006/relationships/image" Target="../media/image114.svg"/><Relationship Id="rId31" Type="http://schemas.openxmlformats.org/officeDocument/2006/relationships/image" Target="../media/image126.svg"/><Relationship Id="rId44" Type="http://schemas.openxmlformats.org/officeDocument/2006/relationships/image" Target="../media/image139.svg"/><Relationship Id="rId4" Type="http://schemas.openxmlformats.org/officeDocument/2006/relationships/image" Target="../media/image99.svg"/><Relationship Id="rId9" Type="http://schemas.openxmlformats.org/officeDocument/2006/relationships/image" Target="../media/image104.svg"/><Relationship Id="rId14" Type="http://schemas.openxmlformats.org/officeDocument/2006/relationships/image" Target="../media/image109.svg"/><Relationship Id="rId22" Type="http://schemas.openxmlformats.org/officeDocument/2006/relationships/image" Target="../media/image117.svg"/><Relationship Id="rId27" Type="http://schemas.openxmlformats.org/officeDocument/2006/relationships/image" Target="../media/image122.svg"/><Relationship Id="rId30" Type="http://schemas.openxmlformats.org/officeDocument/2006/relationships/image" Target="../media/image125.svg"/><Relationship Id="rId35" Type="http://schemas.openxmlformats.org/officeDocument/2006/relationships/image" Target="../media/image130.svg"/><Relationship Id="rId43" Type="http://schemas.openxmlformats.org/officeDocument/2006/relationships/image" Target="../media/image138.svg"/><Relationship Id="rId8" Type="http://schemas.openxmlformats.org/officeDocument/2006/relationships/image" Target="../media/image103.svg"/><Relationship Id="rId3" Type="http://schemas.openxmlformats.org/officeDocument/2006/relationships/image" Target="../media/image98.svg"/><Relationship Id="rId12" Type="http://schemas.openxmlformats.org/officeDocument/2006/relationships/image" Target="../media/image107.svg"/><Relationship Id="rId17" Type="http://schemas.openxmlformats.org/officeDocument/2006/relationships/image" Target="../media/image112.svg"/><Relationship Id="rId25" Type="http://schemas.openxmlformats.org/officeDocument/2006/relationships/image" Target="../media/image120.svg"/><Relationship Id="rId33" Type="http://schemas.openxmlformats.org/officeDocument/2006/relationships/image" Target="../media/image128.svg"/><Relationship Id="rId38" Type="http://schemas.openxmlformats.org/officeDocument/2006/relationships/image" Target="../media/image1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7A5C-7828-42E5-620D-3B93A225E9DE}"/>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0D30471-1BC7-2C7F-B4A2-719B5BBF77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E0D30471-1BC7-2C7F-B4A2-719B5BBF77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ext Placeholder 16">
            <a:extLst>
              <a:ext uri="{FF2B5EF4-FFF2-40B4-BE49-F238E27FC236}">
                <a16:creationId xmlns:a16="http://schemas.microsoft.com/office/drawing/2014/main" id="{410D1841-E493-86F4-E5B2-2D9E91969162}"/>
              </a:ext>
            </a:extLst>
          </p:cNvPr>
          <p:cNvSpPr>
            <a:spLocks noGrp="1"/>
          </p:cNvSpPr>
          <p:nvPr>
            <p:ph type="body" sz="quarter" idx="10"/>
          </p:nvPr>
        </p:nvSpPr>
        <p:spPr>
          <a:xfrm>
            <a:off x="690605" y="3242373"/>
            <a:ext cx="4714789" cy="603883"/>
          </a:xfrm>
        </p:spPr>
        <p:txBody>
          <a:bodyPr/>
          <a:lstStyle/>
          <a:p>
            <a:r>
              <a:rPr lang="en-US" dirty="0"/>
              <a:t>Titel der </a:t>
            </a:r>
            <a:r>
              <a:rPr lang="en-US" dirty="0" err="1"/>
              <a:t>Präsentation</a:t>
            </a:r>
            <a:endParaRPr lang="en-US" dirty="0"/>
          </a:p>
        </p:txBody>
      </p:sp>
      <p:sp>
        <p:nvSpPr>
          <p:cNvPr id="18" name="Text Placeholder 17">
            <a:extLst>
              <a:ext uri="{FF2B5EF4-FFF2-40B4-BE49-F238E27FC236}">
                <a16:creationId xmlns:a16="http://schemas.microsoft.com/office/drawing/2014/main" id="{078517CD-CBC1-9BE4-B6EA-80A7EBD4905C}"/>
              </a:ext>
            </a:extLst>
          </p:cNvPr>
          <p:cNvSpPr>
            <a:spLocks noGrp="1"/>
          </p:cNvSpPr>
          <p:nvPr>
            <p:ph type="body" sz="quarter" idx="11"/>
          </p:nvPr>
        </p:nvSpPr>
        <p:spPr/>
        <p:txBody>
          <a:bodyPr/>
          <a:lstStyle/>
          <a:p>
            <a:r>
              <a:rPr lang="en-US" dirty="0"/>
              <a:t>www.gesundheitsmanagement.com</a:t>
            </a:r>
          </a:p>
        </p:txBody>
      </p:sp>
      <p:pic>
        <p:nvPicPr>
          <p:cNvPr id="6" name="Bildplatzhalter 5">
            <a:extLst>
              <a:ext uri="{FF2B5EF4-FFF2-40B4-BE49-F238E27FC236}">
                <a16:creationId xmlns:a16="http://schemas.microsoft.com/office/drawing/2014/main" id="{A8752960-F303-4A27-06F1-11B53DE30202}"/>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l="19419" r="21201"/>
          <a:stretch>
            <a:fillRect/>
          </a:stretch>
        </p:blipFill>
        <p:spPr>
          <a:xfrm>
            <a:off x="6095998" y="-1"/>
            <a:ext cx="6096001" cy="6858000"/>
          </a:xfrm>
        </p:spPr>
      </p:pic>
      <p:pic>
        <p:nvPicPr>
          <p:cNvPr id="7" name="Bildplatzhalter 6">
            <a:extLst>
              <a:ext uri="{FF2B5EF4-FFF2-40B4-BE49-F238E27FC236}">
                <a16:creationId xmlns:a16="http://schemas.microsoft.com/office/drawing/2014/main" id="{FB0B16D1-4483-04A8-27E3-7657E75BB669}"/>
              </a:ext>
            </a:extLst>
          </p:cNvPr>
          <p:cNvPicPr>
            <a:picLocks noGrp="1" noChangeAspect="1"/>
          </p:cNvPicPr>
          <p:nvPr>
            <p:ph type="pic" sz="quarter" idx="12"/>
          </p:nvPr>
        </p:nvPicPr>
        <p:blipFill>
          <a:blip>
            <a:extLst>
              <a:ext uri="{96DAC541-7B7A-43D3-8B79-37D633B846F1}">
                <asvg:svgBlip xmlns:asvg="http://schemas.microsoft.com/office/drawing/2016/SVG/main" r:embed="rId7"/>
              </a:ext>
            </a:extLst>
          </a:blip>
          <a:srcRect l="-3943" r="-5981"/>
          <a:stretch>
            <a:fillRect/>
          </a:stretch>
        </p:blipFill>
        <p:spPr>
          <a:xfrm>
            <a:off x="708212" y="1346342"/>
            <a:ext cx="3962400" cy="1223318"/>
          </a:xfrm>
        </p:spPr>
      </p:pic>
    </p:spTree>
    <p:extLst>
      <p:ext uri="{BB962C8B-B14F-4D97-AF65-F5344CB8AC3E}">
        <p14:creationId xmlns:p14="http://schemas.microsoft.com/office/powerpoint/2010/main" val="533409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84937-C954-902F-52A8-A7383AC8D55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91AB35B-F91D-F077-26CE-566D3527E8A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F91AB35B-F91D-F077-26CE-566D3527E8A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platzhalter 1">
            <a:extLst>
              <a:ext uri="{FF2B5EF4-FFF2-40B4-BE49-F238E27FC236}">
                <a16:creationId xmlns:a16="http://schemas.microsoft.com/office/drawing/2014/main" id="{73287B49-A9A4-15C6-B82C-ACBF0486D59A}"/>
              </a:ext>
            </a:extLst>
          </p:cNvPr>
          <p:cNvSpPr>
            <a:spLocks noGrp="1"/>
          </p:cNvSpPr>
          <p:nvPr>
            <p:ph type="body" sz="quarter" idx="10"/>
          </p:nvPr>
        </p:nvSpPr>
        <p:spPr>
          <a:xfrm>
            <a:off x="690605" y="3242373"/>
            <a:ext cx="4714789" cy="603883"/>
          </a:xfrm>
        </p:spPr>
        <p:txBody>
          <a:bodyPr/>
          <a:lstStyle/>
          <a:p>
            <a:r>
              <a:rPr lang="de-DE" dirty="0"/>
              <a:t>Titel der Präsentation</a:t>
            </a:r>
          </a:p>
        </p:txBody>
      </p:sp>
      <p:sp>
        <p:nvSpPr>
          <p:cNvPr id="3" name="Textplatzhalter 2">
            <a:extLst>
              <a:ext uri="{FF2B5EF4-FFF2-40B4-BE49-F238E27FC236}">
                <a16:creationId xmlns:a16="http://schemas.microsoft.com/office/drawing/2014/main" id="{92CCABCC-75D1-9569-7DF3-F6CCA3880989}"/>
              </a:ext>
            </a:extLst>
          </p:cNvPr>
          <p:cNvSpPr>
            <a:spLocks noGrp="1"/>
          </p:cNvSpPr>
          <p:nvPr>
            <p:ph type="body" sz="quarter" idx="11"/>
          </p:nvPr>
        </p:nvSpPr>
        <p:spPr/>
        <p:txBody>
          <a:bodyPr/>
          <a:lstStyle/>
          <a:p>
            <a:r>
              <a:rPr lang="en-US" dirty="0"/>
              <a:t>www.gesundheitsmanagement.com</a:t>
            </a:r>
          </a:p>
          <a:p>
            <a:endParaRPr lang="de-DE" dirty="0"/>
          </a:p>
        </p:txBody>
      </p:sp>
      <p:pic>
        <p:nvPicPr>
          <p:cNvPr id="10" name="Bildplatzhalter 9">
            <a:extLst>
              <a:ext uri="{FF2B5EF4-FFF2-40B4-BE49-F238E27FC236}">
                <a16:creationId xmlns:a16="http://schemas.microsoft.com/office/drawing/2014/main" id="{2974427A-85F7-4D9F-95A2-C7E00FD45F2E}"/>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l="50000" r="5030"/>
          <a:stretch>
            <a:fillRect/>
          </a:stretch>
        </p:blipFill>
        <p:spPr>
          <a:xfrm>
            <a:off x="6095998" y="-1"/>
            <a:ext cx="6096001" cy="6858000"/>
          </a:xfrm>
        </p:spPr>
      </p:pic>
      <p:pic>
        <p:nvPicPr>
          <p:cNvPr id="7" name="Bildplatzhalter 6">
            <a:extLst>
              <a:ext uri="{FF2B5EF4-FFF2-40B4-BE49-F238E27FC236}">
                <a16:creationId xmlns:a16="http://schemas.microsoft.com/office/drawing/2014/main" id="{D1F05A5E-0B45-2E5A-86B7-DF78D6B5BC57}"/>
              </a:ext>
            </a:extLst>
          </p:cNvPr>
          <p:cNvPicPr>
            <a:picLocks noGrp="1" noChangeAspect="1"/>
          </p:cNvPicPr>
          <p:nvPr>
            <p:ph type="pic" sz="quarter" idx="12"/>
          </p:nvPr>
        </p:nvPicPr>
        <p:blipFill>
          <a:blip>
            <a:extLst>
              <a:ext uri="{96DAC541-7B7A-43D3-8B79-37D633B846F1}">
                <asvg:svgBlip xmlns:asvg="http://schemas.microsoft.com/office/drawing/2016/SVG/main" r:embed="rId7"/>
              </a:ext>
            </a:extLst>
          </a:blip>
          <a:srcRect l="-3943" r="-5981"/>
          <a:stretch>
            <a:fillRect/>
          </a:stretch>
        </p:blipFill>
        <p:spPr>
          <a:xfrm>
            <a:off x="708212" y="1346342"/>
            <a:ext cx="3962400" cy="1223318"/>
          </a:xfrm>
        </p:spPr>
      </p:pic>
    </p:spTree>
    <p:extLst>
      <p:ext uri="{BB962C8B-B14F-4D97-AF65-F5344CB8AC3E}">
        <p14:creationId xmlns:p14="http://schemas.microsoft.com/office/powerpoint/2010/main" val="1015941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D5DF7-A973-980B-DE1D-44AFD10D25C0}"/>
            </a:ext>
          </a:extLst>
        </p:cNvPr>
        <p:cNvGrpSpPr/>
        <p:nvPr/>
      </p:nvGrpSpPr>
      <p:grpSpPr>
        <a:xfrm>
          <a:off x="0" y="0"/>
          <a:ext cx="0" cy="0"/>
          <a:chOff x="0" y="0"/>
          <a:chExt cx="0" cy="0"/>
        </a:xfrm>
      </p:grpSpPr>
      <p:sp>
        <p:nvSpPr>
          <p:cNvPr id="20" name="Rechteck 19">
            <a:extLst>
              <a:ext uri="{FF2B5EF4-FFF2-40B4-BE49-F238E27FC236}">
                <a16:creationId xmlns:a16="http://schemas.microsoft.com/office/drawing/2014/main" id="{DC218420-15A8-64B2-EC21-B3B944DB08CD}"/>
              </a:ext>
            </a:extLst>
          </p:cNvPr>
          <p:cNvSpPr/>
          <p:nvPr/>
        </p:nvSpPr>
        <p:spPr>
          <a:xfrm>
            <a:off x="4667040" y="4854986"/>
            <a:ext cx="7083284" cy="1260000"/>
          </a:xfrm>
          <a:prstGeom prst="rect">
            <a:avLst/>
          </a:prstGeom>
          <a:solidFill>
            <a:srgbClr val="F2F6F7"/>
          </a:solidFill>
          <a:ln>
            <a:solidFill>
              <a:srgbClr val="F2F6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21" name="Rechteck 20">
            <a:extLst>
              <a:ext uri="{FF2B5EF4-FFF2-40B4-BE49-F238E27FC236}">
                <a16:creationId xmlns:a16="http://schemas.microsoft.com/office/drawing/2014/main" id="{BDE17F69-C0D4-5E33-952E-2AF967E43A2E}"/>
              </a:ext>
            </a:extLst>
          </p:cNvPr>
          <p:cNvSpPr/>
          <p:nvPr/>
        </p:nvSpPr>
        <p:spPr>
          <a:xfrm>
            <a:off x="4667040" y="3429000"/>
            <a:ext cx="7083284" cy="1260000"/>
          </a:xfrm>
          <a:prstGeom prst="rect">
            <a:avLst/>
          </a:prstGeom>
          <a:solidFill>
            <a:srgbClr val="F2F6F7"/>
          </a:solidFill>
          <a:ln>
            <a:solidFill>
              <a:srgbClr val="F2F6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9" name="Rechteck 18">
            <a:extLst>
              <a:ext uri="{FF2B5EF4-FFF2-40B4-BE49-F238E27FC236}">
                <a16:creationId xmlns:a16="http://schemas.microsoft.com/office/drawing/2014/main" id="{D549470E-35ED-A7F4-6961-ABB28C0E36AA}"/>
              </a:ext>
            </a:extLst>
          </p:cNvPr>
          <p:cNvSpPr/>
          <p:nvPr/>
        </p:nvSpPr>
        <p:spPr>
          <a:xfrm>
            <a:off x="4667040" y="2016704"/>
            <a:ext cx="7083284" cy="1260000"/>
          </a:xfrm>
          <a:prstGeom prst="rect">
            <a:avLst/>
          </a:prstGeom>
          <a:solidFill>
            <a:srgbClr val="F2F6F7"/>
          </a:solidFill>
          <a:ln>
            <a:solidFill>
              <a:srgbClr val="F2F6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18" name="Rechteck 17">
            <a:extLst>
              <a:ext uri="{FF2B5EF4-FFF2-40B4-BE49-F238E27FC236}">
                <a16:creationId xmlns:a16="http://schemas.microsoft.com/office/drawing/2014/main" id="{3DAA9354-7AB5-E411-947C-AC4AF81DC72B}"/>
              </a:ext>
            </a:extLst>
          </p:cNvPr>
          <p:cNvSpPr/>
          <p:nvPr/>
        </p:nvSpPr>
        <p:spPr>
          <a:xfrm>
            <a:off x="4667040" y="590718"/>
            <a:ext cx="7083284" cy="1260000"/>
          </a:xfrm>
          <a:prstGeom prst="rect">
            <a:avLst/>
          </a:prstGeom>
          <a:solidFill>
            <a:srgbClr val="F2F6F7"/>
          </a:solidFill>
          <a:ln>
            <a:solidFill>
              <a:srgbClr val="F2F6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
        <p:nvSpPr>
          <p:cNvPr id="39" name="Text Placeholder 38">
            <a:extLst>
              <a:ext uri="{FF2B5EF4-FFF2-40B4-BE49-F238E27FC236}">
                <a16:creationId xmlns:a16="http://schemas.microsoft.com/office/drawing/2014/main" id="{2F3FA897-FB18-11B5-CC8F-988BA0E2C816}"/>
              </a:ext>
            </a:extLst>
          </p:cNvPr>
          <p:cNvSpPr>
            <a:spLocks noGrp="1"/>
          </p:cNvSpPr>
          <p:nvPr>
            <p:ph type="body" sz="quarter" idx="10"/>
          </p:nvPr>
        </p:nvSpPr>
        <p:spPr/>
        <p:txBody>
          <a:bodyPr>
            <a:noAutofit/>
          </a:bodyPr>
          <a:lstStyle/>
          <a:p>
            <a:r>
              <a:rPr lang="de-DE"/>
              <a:t>Agenda</a:t>
            </a:r>
            <a:endParaRPr lang="de-DE" dirty="0"/>
          </a:p>
        </p:txBody>
      </p:sp>
      <p:sp>
        <p:nvSpPr>
          <p:cNvPr id="40" name="Text Placeholder 39">
            <a:extLst>
              <a:ext uri="{FF2B5EF4-FFF2-40B4-BE49-F238E27FC236}">
                <a16:creationId xmlns:a16="http://schemas.microsoft.com/office/drawing/2014/main" id="{F4FFC1A6-FD2E-B12D-C96C-F1A08BF0A108}"/>
              </a:ext>
            </a:extLst>
          </p:cNvPr>
          <p:cNvSpPr>
            <a:spLocks noGrp="1"/>
          </p:cNvSpPr>
          <p:nvPr>
            <p:ph type="body" sz="quarter" idx="36"/>
          </p:nvPr>
        </p:nvSpPr>
        <p:spPr>
          <a:xfrm>
            <a:off x="5174565" y="815937"/>
            <a:ext cx="6341975" cy="296511"/>
          </a:xfrm>
        </p:spPr>
        <p:txBody>
          <a:bodyPr>
            <a:noAutofit/>
          </a:bodyPr>
          <a:lstStyle/>
          <a:p>
            <a:r>
              <a:rPr lang="de-DE" dirty="0"/>
              <a:t>Titel 01</a:t>
            </a:r>
          </a:p>
        </p:txBody>
      </p:sp>
      <p:sp>
        <p:nvSpPr>
          <p:cNvPr id="41" name="Text Placeholder 40">
            <a:extLst>
              <a:ext uri="{FF2B5EF4-FFF2-40B4-BE49-F238E27FC236}">
                <a16:creationId xmlns:a16="http://schemas.microsoft.com/office/drawing/2014/main" id="{DE6CF29D-F9C6-44C6-71C5-5A197F9D6600}"/>
              </a:ext>
            </a:extLst>
          </p:cNvPr>
          <p:cNvSpPr>
            <a:spLocks noGrp="1"/>
          </p:cNvSpPr>
          <p:nvPr>
            <p:ph type="body" sz="quarter" idx="37"/>
          </p:nvPr>
        </p:nvSpPr>
        <p:spPr>
          <a:xfrm>
            <a:off x="5174565" y="1146847"/>
            <a:ext cx="6341975" cy="504000"/>
          </a:xfrm>
        </p:spPr>
        <p:txBody>
          <a:bodyPr>
            <a:noAutofit/>
          </a:bodyPr>
          <a:lstStyle/>
          <a:p>
            <a:r>
              <a:rPr lang="en-US"/>
              <a:t>Unterpunkt 01</a:t>
            </a:r>
          </a:p>
          <a:p>
            <a:r>
              <a:rPr lang="en-US"/>
              <a:t>Unterpunkt 02</a:t>
            </a:r>
          </a:p>
          <a:p>
            <a:r>
              <a:rPr lang="de-DE"/>
              <a:t>Unterpunkt 03</a:t>
            </a:r>
            <a:endParaRPr lang="de-DE" dirty="0"/>
          </a:p>
        </p:txBody>
      </p:sp>
      <p:sp>
        <p:nvSpPr>
          <p:cNvPr id="42" name="Text Placeholder 41">
            <a:extLst>
              <a:ext uri="{FF2B5EF4-FFF2-40B4-BE49-F238E27FC236}">
                <a16:creationId xmlns:a16="http://schemas.microsoft.com/office/drawing/2014/main" id="{D23BEBDA-95C7-441A-4B28-220C068B2FD0}"/>
              </a:ext>
            </a:extLst>
          </p:cNvPr>
          <p:cNvSpPr>
            <a:spLocks noGrp="1"/>
          </p:cNvSpPr>
          <p:nvPr>
            <p:ph type="body" sz="quarter" idx="40"/>
          </p:nvPr>
        </p:nvSpPr>
        <p:spPr>
          <a:xfrm>
            <a:off x="5174565" y="2166413"/>
            <a:ext cx="6341975" cy="296511"/>
          </a:xfrm>
        </p:spPr>
        <p:txBody>
          <a:bodyPr>
            <a:noAutofit/>
          </a:bodyPr>
          <a:lstStyle/>
          <a:p>
            <a:r>
              <a:rPr lang="de-DE"/>
              <a:t>Titel 02</a:t>
            </a:r>
            <a:endParaRPr lang="de-DE" dirty="0"/>
          </a:p>
        </p:txBody>
      </p:sp>
      <p:sp>
        <p:nvSpPr>
          <p:cNvPr id="43" name="Text Placeholder 42">
            <a:extLst>
              <a:ext uri="{FF2B5EF4-FFF2-40B4-BE49-F238E27FC236}">
                <a16:creationId xmlns:a16="http://schemas.microsoft.com/office/drawing/2014/main" id="{A229E08C-6F25-448D-0985-9F7F5CF7C0FE}"/>
              </a:ext>
            </a:extLst>
          </p:cNvPr>
          <p:cNvSpPr>
            <a:spLocks noGrp="1"/>
          </p:cNvSpPr>
          <p:nvPr>
            <p:ph type="body" sz="quarter" idx="41"/>
          </p:nvPr>
        </p:nvSpPr>
        <p:spPr>
          <a:xfrm>
            <a:off x="5174565" y="2497323"/>
            <a:ext cx="6341975" cy="504000"/>
          </a:xfrm>
        </p:spPr>
        <p:txBody>
          <a:bodyPr>
            <a:noAutofit/>
          </a:bodyPr>
          <a:lstStyle/>
          <a:p>
            <a:r>
              <a:rPr lang="en-US" dirty="0" err="1"/>
              <a:t>Unterpunkt</a:t>
            </a:r>
            <a:r>
              <a:rPr lang="en-US" dirty="0"/>
              <a:t> 01</a:t>
            </a:r>
          </a:p>
          <a:p>
            <a:r>
              <a:rPr lang="en-US" dirty="0" err="1"/>
              <a:t>Unterpunkt</a:t>
            </a:r>
            <a:r>
              <a:rPr lang="en-US" dirty="0"/>
              <a:t> 02</a:t>
            </a:r>
          </a:p>
          <a:p>
            <a:r>
              <a:rPr lang="de-DE" dirty="0"/>
              <a:t>Unterpunkt 03</a:t>
            </a:r>
          </a:p>
        </p:txBody>
      </p:sp>
      <p:sp>
        <p:nvSpPr>
          <p:cNvPr id="44" name="Text Placeholder 43">
            <a:extLst>
              <a:ext uri="{FF2B5EF4-FFF2-40B4-BE49-F238E27FC236}">
                <a16:creationId xmlns:a16="http://schemas.microsoft.com/office/drawing/2014/main" id="{A0E83AD8-24EB-CD1B-6CFF-DE2F577080D9}"/>
              </a:ext>
            </a:extLst>
          </p:cNvPr>
          <p:cNvSpPr>
            <a:spLocks noGrp="1"/>
          </p:cNvSpPr>
          <p:nvPr>
            <p:ph type="body" sz="quarter" idx="42"/>
          </p:nvPr>
        </p:nvSpPr>
        <p:spPr>
          <a:xfrm>
            <a:off x="5172246" y="3630518"/>
            <a:ext cx="6341975" cy="296511"/>
          </a:xfrm>
        </p:spPr>
        <p:txBody>
          <a:bodyPr>
            <a:noAutofit/>
          </a:bodyPr>
          <a:lstStyle/>
          <a:p>
            <a:r>
              <a:rPr lang="de-DE"/>
              <a:t>Titel 03</a:t>
            </a:r>
            <a:endParaRPr lang="de-DE" dirty="0"/>
          </a:p>
        </p:txBody>
      </p:sp>
      <p:sp>
        <p:nvSpPr>
          <p:cNvPr id="45" name="Text Placeholder 44">
            <a:extLst>
              <a:ext uri="{FF2B5EF4-FFF2-40B4-BE49-F238E27FC236}">
                <a16:creationId xmlns:a16="http://schemas.microsoft.com/office/drawing/2014/main" id="{97B3C453-70A3-B10B-D730-E11ECDB6156B}"/>
              </a:ext>
            </a:extLst>
          </p:cNvPr>
          <p:cNvSpPr>
            <a:spLocks noGrp="1"/>
          </p:cNvSpPr>
          <p:nvPr>
            <p:ph type="body" sz="quarter" idx="43"/>
          </p:nvPr>
        </p:nvSpPr>
        <p:spPr>
          <a:xfrm>
            <a:off x="5172246" y="3961428"/>
            <a:ext cx="6341975" cy="504000"/>
          </a:xfrm>
        </p:spPr>
        <p:txBody>
          <a:bodyPr>
            <a:noAutofit/>
          </a:bodyPr>
          <a:lstStyle/>
          <a:p>
            <a:r>
              <a:rPr lang="en-US" dirty="0" err="1"/>
              <a:t>Unterpunkt</a:t>
            </a:r>
            <a:r>
              <a:rPr lang="en-US" dirty="0"/>
              <a:t> 01</a:t>
            </a:r>
          </a:p>
          <a:p>
            <a:r>
              <a:rPr lang="en-US" dirty="0" err="1"/>
              <a:t>Unterpunkt</a:t>
            </a:r>
            <a:r>
              <a:rPr lang="en-US" dirty="0"/>
              <a:t> 02</a:t>
            </a:r>
          </a:p>
          <a:p>
            <a:r>
              <a:rPr lang="de-DE" dirty="0"/>
              <a:t>Unterpunkt 03</a:t>
            </a:r>
          </a:p>
        </p:txBody>
      </p:sp>
      <p:sp>
        <p:nvSpPr>
          <p:cNvPr id="36" name="Freeform: Shape 35">
            <a:extLst>
              <a:ext uri="{FF2B5EF4-FFF2-40B4-BE49-F238E27FC236}">
                <a16:creationId xmlns:a16="http://schemas.microsoft.com/office/drawing/2014/main" id="{67D35E2A-6F20-8E64-4AA9-BD4096D7E95D}"/>
              </a:ext>
            </a:extLst>
          </p:cNvPr>
          <p:cNvSpPr/>
          <p:nvPr/>
        </p:nvSpPr>
        <p:spPr>
          <a:xfrm>
            <a:off x="4418565" y="968718"/>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01</a:t>
            </a:r>
          </a:p>
        </p:txBody>
      </p:sp>
      <p:sp>
        <p:nvSpPr>
          <p:cNvPr id="37" name="Freeform: Shape 36">
            <a:extLst>
              <a:ext uri="{FF2B5EF4-FFF2-40B4-BE49-F238E27FC236}">
                <a16:creationId xmlns:a16="http://schemas.microsoft.com/office/drawing/2014/main" id="{B32FA46A-591E-02F0-F364-14C94635BAC9}"/>
              </a:ext>
            </a:extLst>
          </p:cNvPr>
          <p:cNvSpPr/>
          <p:nvPr/>
        </p:nvSpPr>
        <p:spPr>
          <a:xfrm>
            <a:off x="4418565" y="2394704"/>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02</a:t>
            </a:r>
          </a:p>
        </p:txBody>
      </p:sp>
      <p:sp>
        <p:nvSpPr>
          <p:cNvPr id="38" name="Freeform: Shape 37">
            <a:extLst>
              <a:ext uri="{FF2B5EF4-FFF2-40B4-BE49-F238E27FC236}">
                <a16:creationId xmlns:a16="http://schemas.microsoft.com/office/drawing/2014/main" id="{93D03F20-E553-4AC8-ABBB-8040401D04C1}"/>
              </a:ext>
            </a:extLst>
          </p:cNvPr>
          <p:cNvSpPr/>
          <p:nvPr/>
        </p:nvSpPr>
        <p:spPr>
          <a:xfrm>
            <a:off x="4418565" y="3807000"/>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03</a:t>
            </a:r>
          </a:p>
        </p:txBody>
      </p:sp>
      <p:sp>
        <p:nvSpPr>
          <p:cNvPr id="5" name="Text Placeholder 43">
            <a:extLst>
              <a:ext uri="{FF2B5EF4-FFF2-40B4-BE49-F238E27FC236}">
                <a16:creationId xmlns:a16="http://schemas.microsoft.com/office/drawing/2014/main" id="{75FD94B5-0DB1-AC6E-2BB0-3E72721C9241}"/>
              </a:ext>
            </a:extLst>
          </p:cNvPr>
          <p:cNvSpPr txBox="1">
            <a:spLocks/>
          </p:cNvSpPr>
          <p:nvPr/>
        </p:nvSpPr>
        <p:spPr>
          <a:xfrm>
            <a:off x="5172246" y="5029537"/>
            <a:ext cx="6341975" cy="296511"/>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None/>
              <a:defRPr sz="18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Titel 04</a:t>
            </a:r>
          </a:p>
        </p:txBody>
      </p:sp>
      <p:sp>
        <p:nvSpPr>
          <p:cNvPr id="6" name="Text Placeholder 44">
            <a:extLst>
              <a:ext uri="{FF2B5EF4-FFF2-40B4-BE49-F238E27FC236}">
                <a16:creationId xmlns:a16="http://schemas.microsoft.com/office/drawing/2014/main" id="{42CF7D41-BB71-9920-C8AE-8F9A6D292B02}"/>
              </a:ext>
            </a:extLst>
          </p:cNvPr>
          <p:cNvSpPr txBox="1">
            <a:spLocks/>
          </p:cNvSpPr>
          <p:nvPr/>
        </p:nvSpPr>
        <p:spPr>
          <a:xfrm>
            <a:off x="5172246" y="5360447"/>
            <a:ext cx="6341975" cy="504000"/>
          </a:xfrm>
          <a:prstGeom prst="rect">
            <a:avLst/>
          </a:prstGeom>
        </p:spPr>
        <p:txBody>
          <a:bodyPr vert="horz" lIns="91440" tIns="45720" rIns="91440" bIns="45720" rtlCol="0" anchor="t">
            <a:noAutofit/>
          </a:bodyPr>
          <a:lstStyle>
            <a:lvl1pPr marL="228600" marR="0" indent="-228600" algn="l" defTabSz="914400" rtl="0" eaLnBrk="1" fontAlgn="auto" latinLnBrk="0" hangingPunct="1">
              <a:lnSpc>
                <a:spcPct val="100000"/>
              </a:lnSpc>
              <a:spcBef>
                <a:spcPts val="0"/>
              </a:spcBef>
              <a:spcAft>
                <a:spcPts val="0"/>
              </a:spcAft>
              <a:buClr>
                <a:schemeClr val="accent2"/>
              </a:buClr>
              <a:buSzTx/>
              <a:buFont typeface="+mj-lt"/>
              <a:buAutoNum type="romanLcPeriod"/>
              <a:tabLst/>
              <a:defRPr sz="1200" b="0" i="0" kern="1200">
                <a:solidFill>
                  <a:schemeClr val="tx1"/>
                </a:solidFill>
                <a:latin typeface="Abadi ExtraLight" panose="020B0204020104020204" pitchFamily="34" charset="77"/>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Unterpunkt 01</a:t>
            </a:r>
          </a:p>
          <a:p>
            <a:r>
              <a:rPr lang="en-US"/>
              <a:t>Unterpunkt 02</a:t>
            </a:r>
          </a:p>
          <a:p>
            <a:r>
              <a:rPr lang="de-DE"/>
              <a:t>Unterpunkt 03</a:t>
            </a:r>
            <a:endParaRPr lang="de-DE" dirty="0"/>
          </a:p>
        </p:txBody>
      </p:sp>
      <p:sp>
        <p:nvSpPr>
          <p:cNvPr id="7" name="Freeform: Shape 37">
            <a:extLst>
              <a:ext uri="{FF2B5EF4-FFF2-40B4-BE49-F238E27FC236}">
                <a16:creationId xmlns:a16="http://schemas.microsoft.com/office/drawing/2014/main" id="{17F9C7AC-FB01-6D4C-0C0F-5A2426F18F17}"/>
              </a:ext>
            </a:extLst>
          </p:cNvPr>
          <p:cNvSpPr/>
          <p:nvPr/>
        </p:nvSpPr>
        <p:spPr>
          <a:xfrm>
            <a:off x="4418565" y="5232986"/>
            <a:ext cx="504000" cy="504000"/>
          </a:xfrm>
          <a:custGeom>
            <a:avLst/>
            <a:gdLst>
              <a:gd name="csX0" fmla="*/ 252000 w 504000"/>
              <a:gd name="csY0" fmla="*/ 0 h 504000"/>
              <a:gd name="csX1" fmla="*/ 504000 w 504000"/>
              <a:gd name="csY1" fmla="*/ 252000 h 504000"/>
              <a:gd name="csX2" fmla="*/ 252000 w 504000"/>
              <a:gd name="csY2" fmla="*/ 504000 h 504000"/>
              <a:gd name="csX3" fmla="*/ 0 w 504000"/>
              <a:gd name="csY3" fmla="*/ 252000 h 504000"/>
              <a:gd name="csX4" fmla="*/ 252000 w 504000"/>
              <a:gd name="csY4" fmla="*/ 0 h 504000"/>
            </a:gdLst>
            <a:ahLst/>
            <a:cxnLst>
              <a:cxn ang="0">
                <a:pos x="csX0" y="csY0"/>
              </a:cxn>
              <a:cxn ang="0">
                <a:pos x="csX1" y="csY1"/>
              </a:cxn>
              <a:cxn ang="0">
                <a:pos x="csX2" y="csY2"/>
              </a:cxn>
              <a:cxn ang="0">
                <a:pos x="csX3" y="csY3"/>
              </a:cxn>
              <a:cxn ang="0">
                <a:pos x="csX4" y="csY4"/>
              </a:cxn>
            </a:cxnLst>
            <a:rect l="l" t="t" r="r" b="b"/>
            <a:pathLst>
              <a:path w="504000" h="504000">
                <a:moveTo>
                  <a:pt x="252000" y="0"/>
                </a:moveTo>
                <a:cubicBezTo>
                  <a:pt x="391176" y="0"/>
                  <a:pt x="504000" y="112824"/>
                  <a:pt x="504000" y="252000"/>
                </a:cubicBezTo>
                <a:cubicBezTo>
                  <a:pt x="504000" y="391176"/>
                  <a:pt x="391176" y="504000"/>
                  <a:pt x="252000" y="504000"/>
                </a:cubicBezTo>
                <a:cubicBezTo>
                  <a:pt x="112824" y="504000"/>
                  <a:pt x="0" y="391176"/>
                  <a:pt x="0" y="252000"/>
                </a:cubicBezTo>
                <a:cubicBezTo>
                  <a:pt x="0" y="112824"/>
                  <a:pt x="112824" y="0"/>
                  <a:pt x="252000"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lvl="0" indent="0" algn="ctr" defTabSz="914400" rtl="0" eaLnBrk="1" latinLnBrk="0" hangingPunct="1">
              <a:lnSpc>
                <a:spcPct val="100000"/>
              </a:lnSpc>
              <a:spcBef>
                <a:spcPts val="1000"/>
              </a:spcBef>
              <a:buClr>
                <a:schemeClr val="accent2"/>
              </a:buClr>
              <a:buFont typeface="Arial" panose="020B0604020202020204" pitchFamily="34" charset="0"/>
              <a:buNone/>
            </a:pPr>
            <a:r>
              <a:rPr lang="en-GB" sz="1400" b="0" kern="1200" dirty="0">
                <a:solidFill>
                  <a:schemeClr val="bg1"/>
                </a:solidFill>
                <a:latin typeface="+mn-lt"/>
                <a:ea typeface="+mn-ea"/>
                <a:cs typeface="+mn-cs"/>
              </a:rPr>
              <a:t>04</a:t>
            </a:r>
          </a:p>
        </p:txBody>
      </p:sp>
    </p:spTree>
    <p:extLst>
      <p:ext uri="{BB962C8B-B14F-4D97-AF65-F5344CB8AC3E}">
        <p14:creationId xmlns:p14="http://schemas.microsoft.com/office/powerpoint/2010/main" val="3309329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751F-CAB7-5A81-97FC-94500C25D5E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3E47ADA-E474-F863-C436-4898B161DC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D3E47ADA-E474-F863-C436-4898B161DC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 Placeholder 22">
            <a:extLst>
              <a:ext uri="{FF2B5EF4-FFF2-40B4-BE49-F238E27FC236}">
                <a16:creationId xmlns:a16="http://schemas.microsoft.com/office/drawing/2014/main" id="{0826BC6E-2D42-237E-1848-67D4A20B4B1E}"/>
              </a:ext>
            </a:extLst>
          </p:cNvPr>
          <p:cNvSpPr>
            <a:spLocks noGrp="1"/>
          </p:cNvSpPr>
          <p:nvPr>
            <p:ph type="body" sz="quarter" idx="10"/>
          </p:nvPr>
        </p:nvSpPr>
        <p:spPr>
          <a:xfrm>
            <a:off x="943918" y="3526579"/>
            <a:ext cx="6111790" cy="660758"/>
          </a:xfrm>
        </p:spPr>
        <p:txBody>
          <a:bodyPr/>
          <a:lstStyle/>
          <a:p>
            <a:r>
              <a:rPr lang="en-US" dirty="0"/>
              <a:t>Titel des </a:t>
            </a:r>
            <a:r>
              <a:rPr lang="en-US" dirty="0" err="1"/>
              <a:t>Kapitels</a:t>
            </a:r>
            <a:endParaRPr lang="en-US" dirty="0"/>
          </a:p>
        </p:txBody>
      </p:sp>
      <p:sp>
        <p:nvSpPr>
          <p:cNvPr id="24" name="Text Placeholder 23">
            <a:extLst>
              <a:ext uri="{FF2B5EF4-FFF2-40B4-BE49-F238E27FC236}">
                <a16:creationId xmlns:a16="http://schemas.microsoft.com/office/drawing/2014/main" id="{C86CF0DF-9285-1C97-6A8B-59B4C6FA2C1B}"/>
              </a:ext>
            </a:extLst>
          </p:cNvPr>
          <p:cNvSpPr>
            <a:spLocks noGrp="1"/>
          </p:cNvSpPr>
          <p:nvPr>
            <p:ph type="body" sz="quarter" idx="11"/>
          </p:nvPr>
        </p:nvSpPr>
        <p:spPr/>
        <p:txBody>
          <a:bodyPr/>
          <a:lstStyle/>
          <a:p>
            <a:r>
              <a:rPr lang="en-US" dirty="0" err="1"/>
              <a:t>Kapitel</a:t>
            </a:r>
            <a:r>
              <a:rPr lang="en-US" dirty="0"/>
              <a:t> 01</a:t>
            </a:r>
          </a:p>
        </p:txBody>
      </p:sp>
      <p:pic>
        <p:nvPicPr>
          <p:cNvPr id="7" name="Bildplatzhalter 6">
            <a:extLst>
              <a:ext uri="{FF2B5EF4-FFF2-40B4-BE49-F238E27FC236}">
                <a16:creationId xmlns:a16="http://schemas.microsoft.com/office/drawing/2014/main" id="{C124B90E-28B1-8B21-A356-2A0188907ACF}"/>
              </a:ext>
            </a:extLst>
          </p:cNvPr>
          <p:cNvPicPr>
            <a:picLocks noGrp="1" noChangeAspect="1"/>
          </p:cNvPicPr>
          <p:nvPr>
            <p:ph type="pic" sz="quarter" idx="12"/>
          </p:nvPr>
        </p:nvPicPr>
        <p:blipFill>
          <a:blip>
            <a:extLst>
              <a:ext uri="{96DAC541-7B7A-43D3-8B79-37D633B846F1}">
                <asvg:svgBlip xmlns:asvg="http://schemas.microsoft.com/office/drawing/2016/SVG/main" r:embed="rId6"/>
              </a:ext>
            </a:extLst>
          </a:blip>
          <a:srcRect l="-5898" r="-5443"/>
          <a:stretch>
            <a:fillRect/>
          </a:stretch>
        </p:blipFill>
        <p:spPr>
          <a:xfrm>
            <a:off x="860614" y="5476906"/>
            <a:ext cx="2187387" cy="666719"/>
          </a:xfrm>
        </p:spPr>
      </p:pic>
    </p:spTree>
    <p:extLst>
      <p:ext uri="{BB962C8B-B14F-4D97-AF65-F5344CB8AC3E}">
        <p14:creationId xmlns:p14="http://schemas.microsoft.com/office/powerpoint/2010/main" val="2602620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9E5FB-194D-49C4-DE9B-8D79900BFE49}"/>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35E909D-E2D2-BFD4-C262-648F355DE7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3" name="think-cell data - do not delete" hidden="1">
                        <a:extLst>
                          <a:ext uri="{FF2B5EF4-FFF2-40B4-BE49-F238E27FC236}">
                            <a16:creationId xmlns:a16="http://schemas.microsoft.com/office/drawing/2014/main" id="{935E909D-E2D2-BFD4-C262-648F355DE7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Textplatzhalter 29">
            <a:extLst>
              <a:ext uri="{FF2B5EF4-FFF2-40B4-BE49-F238E27FC236}">
                <a16:creationId xmlns:a16="http://schemas.microsoft.com/office/drawing/2014/main" id="{1756091A-6690-0C32-93F2-535A6F23E1B2}"/>
              </a:ext>
            </a:extLst>
          </p:cNvPr>
          <p:cNvSpPr>
            <a:spLocks noGrp="1"/>
          </p:cNvSpPr>
          <p:nvPr>
            <p:ph type="body" sz="quarter" idx="19"/>
          </p:nvPr>
        </p:nvSpPr>
        <p:spPr/>
        <p:txBody>
          <a:bodyPr>
            <a:noAutofit/>
          </a:bodyPr>
          <a:lstStyle/>
          <a:p>
            <a:r>
              <a:rPr lang="de-DE" dirty="0"/>
              <a:t>Lorem ipsum dolor sit amet, consectetur adipiscing elit. Integer nec odio. Praesent libero. Sed cursus ante dapibus diam. Sed nisi. </a:t>
            </a:r>
          </a:p>
        </p:txBody>
      </p:sp>
      <p:sp>
        <p:nvSpPr>
          <p:cNvPr id="26" name="Textplatzhalter 25">
            <a:extLst>
              <a:ext uri="{FF2B5EF4-FFF2-40B4-BE49-F238E27FC236}">
                <a16:creationId xmlns:a16="http://schemas.microsoft.com/office/drawing/2014/main" id="{05239506-5761-E08C-BC16-65628A277CA7}"/>
              </a:ext>
            </a:extLst>
          </p:cNvPr>
          <p:cNvSpPr>
            <a:spLocks noGrp="1"/>
          </p:cNvSpPr>
          <p:nvPr>
            <p:ph type="body" sz="quarter" idx="10"/>
          </p:nvPr>
        </p:nvSpPr>
        <p:spPr/>
        <p:txBody>
          <a:bodyPr>
            <a:noAutofit/>
          </a:bodyPr>
          <a:lstStyle/>
          <a:p>
            <a:r>
              <a:rPr lang="de-DE" dirty="0"/>
              <a:t>Titel der Folie</a:t>
            </a:r>
          </a:p>
        </p:txBody>
      </p:sp>
      <p:sp>
        <p:nvSpPr>
          <p:cNvPr id="2" name="Footer Placeholder 6">
            <a:extLst>
              <a:ext uri="{FF2B5EF4-FFF2-40B4-BE49-F238E27FC236}">
                <a16:creationId xmlns:a16="http://schemas.microsoft.com/office/drawing/2014/main" id="{A31A1F9A-E00B-CE24-D42E-2ACB8FA03FF4}"/>
              </a:ext>
            </a:extLst>
          </p:cNvPr>
          <p:cNvSpPr>
            <a:spLocks noGrp="1"/>
          </p:cNvSpPr>
          <p:nvPr>
            <p:ph type="ftr" sz="quarter" idx="3"/>
          </p:nvPr>
        </p:nvSpPr>
        <p:spPr>
          <a:prstGeom prst="rect">
            <a:avLst/>
          </a:prstGeom>
        </p:spPr>
        <p:txBody>
          <a:bodyPr vert="horz" lIns="0" tIns="45720" rIns="91440" bIns="45720" rtlCol="0" anchor="ctr">
            <a:noAutofit/>
          </a:bodyPr>
          <a:lstStyle>
            <a:lvl1pPr algn="l">
              <a:defRPr sz="900">
                <a:solidFill>
                  <a:schemeClr val="tx1">
                    <a:tint val="82000"/>
                  </a:schemeClr>
                </a:solidFill>
              </a:defRPr>
            </a:lvl1pPr>
          </a:lstStyle>
          <a:p>
            <a:endParaRPr lang="en-GB" sz="900"/>
          </a:p>
        </p:txBody>
      </p:sp>
      <p:sp>
        <p:nvSpPr>
          <p:cNvPr id="29" name="Textplatzhalter 28">
            <a:extLst>
              <a:ext uri="{FF2B5EF4-FFF2-40B4-BE49-F238E27FC236}">
                <a16:creationId xmlns:a16="http://schemas.microsoft.com/office/drawing/2014/main" id="{247D1307-9B41-AC8D-C44D-215C29AFC88B}"/>
              </a:ext>
            </a:extLst>
          </p:cNvPr>
          <p:cNvSpPr>
            <a:spLocks noGrp="1"/>
          </p:cNvSpPr>
          <p:nvPr>
            <p:ph type="body" sz="quarter" idx="13"/>
          </p:nvPr>
        </p:nvSpPr>
        <p:spPr/>
        <p:txBody>
          <a:bodyPr>
            <a:noAutofit/>
          </a:bodyPr>
          <a:lstStyle/>
          <a:p>
            <a:r>
              <a:rPr lang="de-DE" dirty="0"/>
              <a:t>Lorem ipsum dolor sit amet, consectetur adipiscing elit. Integer nec odio. Praesent libero. Sed cursus ante dapibus diam. Sed nisi. Nulla quis sem at nibh elementum imperdiet. Duis sagittis ipsum. Praesent mauris. Fusce nec tellus sed augue semper porta.</a:t>
            </a:r>
          </a:p>
          <a:p>
            <a:r>
              <a:rPr lang="de-DE" dirty="0"/>
              <a:t>Mauris ipsum. Nulla metus metus, ullamcorper vel, tincidunt sed, euismod in, nibh. Quisque volutpat condimentum velit. Class aptent taciti sociosqu ad litora torquent per conubia nostra, per inceptos himenaeos.</a:t>
            </a:r>
          </a:p>
          <a:p>
            <a:r>
              <a:rPr lang="de-DE" dirty="0"/>
              <a:t>Curabitur sodales ligula in libero. Sed dignissim lacinia nunc. Curabitur tortor. Pellentesque nibh. Aenean quam. In scelerisque sem at dolor.</a:t>
            </a:r>
          </a:p>
          <a:p>
            <a:endParaRPr lang="de-DE" dirty="0"/>
          </a:p>
        </p:txBody>
      </p:sp>
      <p:sp>
        <p:nvSpPr>
          <p:cNvPr id="27" name="Textplatzhalter 26">
            <a:extLst>
              <a:ext uri="{FF2B5EF4-FFF2-40B4-BE49-F238E27FC236}">
                <a16:creationId xmlns:a16="http://schemas.microsoft.com/office/drawing/2014/main" id="{D6ED0E96-2655-8312-4959-573A83989E13}"/>
              </a:ext>
            </a:extLst>
          </p:cNvPr>
          <p:cNvSpPr>
            <a:spLocks noGrp="1"/>
          </p:cNvSpPr>
          <p:nvPr>
            <p:ph type="body" sz="quarter" idx="11"/>
          </p:nvPr>
        </p:nvSpPr>
        <p:spPr/>
        <p:txBody>
          <a:bodyPr>
            <a:noAutofit/>
          </a:bodyPr>
          <a:lstStyle/>
          <a:p>
            <a:r>
              <a:rPr lang="de-DE" dirty="0"/>
              <a:t>Untertitel 01</a:t>
            </a:r>
          </a:p>
        </p:txBody>
      </p:sp>
      <p:sp>
        <p:nvSpPr>
          <p:cNvPr id="31" name="Textplatzhalter 30">
            <a:extLst>
              <a:ext uri="{FF2B5EF4-FFF2-40B4-BE49-F238E27FC236}">
                <a16:creationId xmlns:a16="http://schemas.microsoft.com/office/drawing/2014/main" id="{D26FD24B-19EB-8F66-4A24-EDD04CCFA572}"/>
              </a:ext>
            </a:extLst>
          </p:cNvPr>
          <p:cNvSpPr>
            <a:spLocks noGrp="1"/>
          </p:cNvSpPr>
          <p:nvPr>
            <p:ph type="body" sz="quarter" idx="20"/>
          </p:nvPr>
        </p:nvSpPr>
        <p:spPr/>
        <p:txBody>
          <a:bodyPr>
            <a:noAutofit/>
          </a:bodyPr>
          <a:lstStyle/>
          <a:p>
            <a:r>
              <a:rPr lang="de-DE" dirty="0"/>
              <a:t>Lorem ipsum dolor sit amet, consectetur adipiscing elit. Integer nec odio. Praesent libero. Sed cursus ante dapibus diam. Sed nisi. </a:t>
            </a:r>
          </a:p>
        </p:txBody>
      </p:sp>
      <p:sp>
        <p:nvSpPr>
          <p:cNvPr id="32" name="Textplatzhalter 31">
            <a:extLst>
              <a:ext uri="{FF2B5EF4-FFF2-40B4-BE49-F238E27FC236}">
                <a16:creationId xmlns:a16="http://schemas.microsoft.com/office/drawing/2014/main" id="{11311C53-3048-554A-AAEE-F31EDAD999B1}"/>
              </a:ext>
            </a:extLst>
          </p:cNvPr>
          <p:cNvSpPr>
            <a:spLocks noGrp="1"/>
          </p:cNvSpPr>
          <p:nvPr>
            <p:ph type="body" sz="quarter" idx="21"/>
          </p:nvPr>
        </p:nvSpPr>
        <p:spPr/>
        <p:txBody>
          <a:bodyPr>
            <a:noAutofit/>
          </a:bodyPr>
          <a:lstStyle/>
          <a:p>
            <a:r>
              <a:rPr lang="de-DE" dirty="0"/>
              <a:t>Untertitel 02</a:t>
            </a:r>
          </a:p>
        </p:txBody>
      </p:sp>
      <p:sp>
        <p:nvSpPr>
          <p:cNvPr id="33" name="Textplatzhalter 32">
            <a:extLst>
              <a:ext uri="{FF2B5EF4-FFF2-40B4-BE49-F238E27FC236}">
                <a16:creationId xmlns:a16="http://schemas.microsoft.com/office/drawing/2014/main" id="{49DC6AA2-ABC5-CEF2-8246-FC22CD43623D}"/>
              </a:ext>
            </a:extLst>
          </p:cNvPr>
          <p:cNvSpPr>
            <a:spLocks noGrp="1"/>
          </p:cNvSpPr>
          <p:nvPr>
            <p:ph type="body" sz="quarter" idx="22"/>
          </p:nvPr>
        </p:nvSpPr>
        <p:spPr/>
        <p:txBody>
          <a:bodyPr>
            <a:noAutofit/>
          </a:bodyPr>
          <a:lstStyle/>
          <a:p>
            <a:r>
              <a:rPr lang="de-DE" dirty="0"/>
              <a:t>Lorem ipsum dolor sit amet, consectetur adipiscing elit. Integer nec odio. Praesent libero. Sed cursus ante dapibus diam. Sed nisi. </a:t>
            </a:r>
          </a:p>
        </p:txBody>
      </p:sp>
      <p:sp>
        <p:nvSpPr>
          <p:cNvPr id="34" name="Textplatzhalter 33">
            <a:extLst>
              <a:ext uri="{FF2B5EF4-FFF2-40B4-BE49-F238E27FC236}">
                <a16:creationId xmlns:a16="http://schemas.microsoft.com/office/drawing/2014/main" id="{FBF7ED94-D01E-CE63-2EEA-5B74321D3210}"/>
              </a:ext>
            </a:extLst>
          </p:cNvPr>
          <p:cNvSpPr>
            <a:spLocks noGrp="1"/>
          </p:cNvSpPr>
          <p:nvPr>
            <p:ph type="body" sz="quarter" idx="23"/>
          </p:nvPr>
        </p:nvSpPr>
        <p:spPr/>
        <p:txBody>
          <a:bodyPr>
            <a:noAutofit/>
          </a:bodyPr>
          <a:lstStyle/>
          <a:p>
            <a:r>
              <a:rPr lang="de-DE" dirty="0"/>
              <a:t>Untertitel 03</a:t>
            </a:r>
          </a:p>
        </p:txBody>
      </p:sp>
      <p:sp>
        <p:nvSpPr>
          <p:cNvPr id="35" name="Textplatzhalter 34">
            <a:extLst>
              <a:ext uri="{FF2B5EF4-FFF2-40B4-BE49-F238E27FC236}">
                <a16:creationId xmlns:a16="http://schemas.microsoft.com/office/drawing/2014/main" id="{D466EA78-A6C0-E3EA-30D5-7DE298AD7751}"/>
              </a:ext>
            </a:extLst>
          </p:cNvPr>
          <p:cNvSpPr>
            <a:spLocks noGrp="1"/>
          </p:cNvSpPr>
          <p:nvPr>
            <p:ph type="body" sz="quarter" idx="24"/>
          </p:nvPr>
        </p:nvSpPr>
        <p:spPr/>
        <p:txBody>
          <a:bodyPr>
            <a:noAutofit/>
          </a:bodyPr>
          <a:lstStyle/>
          <a:p>
            <a:r>
              <a:rPr lang="de-DE" dirty="0"/>
              <a:t>Lorem ipsum dolor sit amet, consectetur adipiscing elit. Integer nec odio. Praesent libero. Sed cursus ante dapibus diam. Sed nisi. </a:t>
            </a:r>
          </a:p>
        </p:txBody>
      </p:sp>
      <p:sp>
        <p:nvSpPr>
          <p:cNvPr id="36" name="Textplatzhalter 35">
            <a:extLst>
              <a:ext uri="{FF2B5EF4-FFF2-40B4-BE49-F238E27FC236}">
                <a16:creationId xmlns:a16="http://schemas.microsoft.com/office/drawing/2014/main" id="{C6E5B8D9-BE89-4451-90D1-2DC7A878FF06}"/>
              </a:ext>
            </a:extLst>
          </p:cNvPr>
          <p:cNvSpPr>
            <a:spLocks noGrp="1"/>
          </p:cNvSpPr>
          <p:nvPr>
            <p:ph type="body" sz="quarter" idx="25"/>
          </p:nvPr>
        </p:nvSpPr>
        <p:spPr/>
        <p:txBody>
          <a:bodyPr>
            <a:noAutofit/>
          </a:bodyPr>
          <a:lstStyle/>
          <a:p>
            <a:r>
              <a:rPr lang="de-DE" dirty="0"/>
              <a:t>Untertitel 04</a:t>
            </a:r>
          </a:p>
        </p:txBody>
      </p:sp>
      <p:sp>
        <p:nvSpPr>
          <p:cNvPr id="28" name="Textplatzhalter 27">
            <a:extLst>
              <a:ext uri="{FF2B5EF4-FFF2-40B4-BE49-F238E27FC236}">
                <a16:creationId xmlns:a16="http://schemas.microsoft.com/office/drawing/2014/main" id="{BDD20108-3B55-8D4E-78D0-09EFDBEFA686}"/>
              </a:ext>
            </a:extLst>
          </p:cNvPr>
          <p:cNvSpPr>
            <a:spLocks noGrp="1"/>
          </p:cNvSpPr>
          <p:nvPr>
            <p:ph type="body" sz="quarter" idx="12"/>
          </p:nvPr>
        </p:nvSpPr>
        <p:spPr/>
        <p:txBody>
          <a:bodyPr>
            <a:noAutofit/>
          </a:bodyPr>
          <a:lstStyle/>
          <a:p>
            <a:r>
              <a:rPr lang="de-DE" dirty="0"/>
              <a:t>Kapitel </a:t>
            </a:r>
          </a:p>
        </p:txBody>
      </p:sp>
    </p:spTree>
    <p:extLst>
      <p:ext uri="{BB962C8B-B14F-4D97-AF65-F5344CB8AC3E}">
        <p14:creationId xmlns:p14="http://schemas.microsoft.com/office/powerpoint/2010/main" val="4271434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CB6-B60D-91AB-31CC-662E8910106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3B88069-0402-68E0-D432-E0325078739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6" name="think-cell data - do not delete" hidden="1">
                        <a:extLst>
                          <a:ext uri="{FF2B5EF4-FFF2-40B4-BE49-F238E27FC236}">
                            <a16:creationId xmlns:a16="http://schemas.microsoft.com/office/drawing/2014/main" id="{83B88069-0402-68E0-D432-E032507873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B8733CC6-0BC4-B2C1-2664-894170323FCB}"/>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EF5F88AD-444D-5AC2-0579-1C53EF76D420}"/>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5" name="Textplatzhalter 4">
            <a:extLst>
              <a:ext uri="{FF2B5EF4-FFF2-40B4-BE49-F238E27FC236}">
                <a16:creationId xmlns:a16="http://schemas.microsoft.com/office/drawing/2014/main" id="{E29F3DB7-3B78-484E-B99B-2B55396367CF}"/>
              </a:ext>
            </a:extLst>
          </p:cNvPr>
          <p:cNvSpPr>
            <a:spLocks noGrp="1"/>
          </p:cNvSpPr>
          <p:nvPr>
            <p:ph type="body" sz="quarter" idx="19"/>
          </p:nvPr>
        </p:nvSpPr>
        <p:spPr/>
        <p:txBody>
          <a:bodyPr/>
          <a:lstStyle/>
          <a:p>
            <a:pPr marL="0" indent="0">
              <a:buNone/>
            </a:pP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pPr marL="0" indent="0">
              <a:buNone/>
            </a:pPr>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 </a:t>
            </a: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a:t>
            </a:r>
          </a:p>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a:t>
            </a:r>
          </a:p>
          <a:p>
            <a:pPr marL="0" indent="0">
              <a:buNone/>
            </a:pPr>
            <a:endParaRPr lang="de-DE" dirty="0"/>
          </a:p>
          <a:p>
            <a:endParaRPr lang="de-DE" dirty="0"/>
          </a:p>
          <a:p>
            <a:endParaRPr lang="de-DE" dirty="0"/>
          </a:p>
        </p:txBody>
      </p:sp>
      <p:sp>
        <p:nvSpPr>
          <p:cNvPr id="11" name="Textplatzhalter 10">
            <a:extLst>
              <a:ext uri="{FF2B5EF4-FFF2-40B4-BE49-F238E27FC236}">
                <a16:creationId xmlns:a16="http://schemas.microsoft.com/office/drawing/2014/main" id="{C9F98286-2938-AF10-EF57-4E8A52338D0A}"/>
              </a:ext>
            </a:extLst>
          </p:cNvPr>
          <p:cNvSpPr>
            <a:spLocks noGrp="1"/>
          </p:cNvSpPr>
          <p:nvPr>
            <p:ph type="body" sz="quarter" idx="20"/>
          </p:nvPr>
        </p:nvSpPr>
        <p:spPr/>
        <p:txBody>
          <a:bodyPr/>
          <a:lstStyle/>
          <a:p>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a:p>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a:t>
            </a:r>
          </a:p>
          <a:p>
            <a:endParaRPr lang="de-DE" dirty="0"/>
          </a:p>
        </p:txBody>
      </p:sp>
      <p:sp>
        <p:nvSpPr>
          <p:cNvPr id="4" name="Textplatzhalter 3">
            <a:extLst>
              <a:ext uri="{FF2B5EF4-FFF2-40B4-BE49-F238E27FC236}">
                <a16:creationId xmlns:a16="http://schemas.microsoft.com/office/drawing/2014/main" id="{97B1E990-F378-3A9F-DA74-73D6406B4911}"/>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1483382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platzhalter 18">
            <a:extLst>
              <a:ext uri="{FF2B5EF4-FFF2-40B4-BE49-F238E27FC236}">
                <a16:creationId xmlns:a16="http://schemas.microsoft.com/office/drawing/2014/main" id="{1D100415-64C6-5A70-EA25-6B6137D79740}"/>
              </a:ext>
            </a:extLst>
          </p:cNvPr>
          <p:cNvSpPr>
            <a:spLocks noGrp="1"/>
          </p:cNvSpPr>
          <p:nvPr>
            <p:ph type="body" sz="quarter" idx="41"/>
          </p:nvPr>
        </p:nvSpPr>
        <p:spPr>
          <a:xfrm>
            <a:off x="431802" y="2285999"/>
            <a:ext cx="11760198" cy="3845859"/>
          </a:xfrm>
        </p:spPr>
        <p:txBody>
          <a:bodyPr/>
          <a:lstStyle/>
          <a:p>
            <a:pPr marL="0" indent="0">
              <a:buNone/>
            </a:pP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consectetur</a:t>
            </a:r>
            <a:r>
              <a:rPr lang="de-DE" dirty="0"/>
              <a:t> </a:t>
            </a:r>
            <a:r>
              <a:rPr lang="de-DE" dirty="0" err="1"/>
              <a:t>adipiscing</a:t>
            </a:r>
            <a:r>
              <a:rPr lang="de-DE" dirty="0"/>
              <a:t> </a:t>
            </a:r>
            <a:r>
              <a:rPr lang="de-DE" dirty="0" err="1"/>
              <a:t>elit</a:t>
            </a:r>
            <a:r>
              <a:rPr lang="de-DE" dirty="0"/>
              <a:t>. Integer </a:t>
            </a:r>
            <a:r>
              <a:rPr lang="de-DE" dirty="0" err="1"/>
              <a:t>nec</a:t>
            </a:r>
            <a:r>
              <a:rPr lang="de-DE" dirty="0"/>
              <a:t> </a:t>
            </a:r>
            <a:r>
              <a:rPr lang="de-DE" dirty="0" err="1"/>
              <a:t>odio</a:t>
            </a:r>
            <a:r>
              <a:rPr lang="de-DE" dirty="0"/>
              <a:t>. </a:t>
            </a:r>
            <a:r>
              <a:rPr lang="de-DE" dirty="0" err="1"/>
              <a:t>Praesent</a:t>
            </a:r>
            <a:r>
              <a:rPr lang="de-DE" dirty="0"/>
              <a:t> </a:t>
            </a:r>
            <a:r>
              <a:rPr lang="de-DE" dirty="0" err="1"/>
              <a:t>libero</a:t>
            </a:r>
            <a:r>
              <a:rPr lang="de-DE" dirty="0"/>
              <a:t>. Sed cursus ante </a:t>
            </a:r>
            <a:r>
              <a:rPr lang="de-DE" dirty="0" err="1"/>
              <a:t>dapibus</a:t>
            </a:r>
            <a:r>
              <a:rPr lang="de-DE" dirty="0"/>
              <a:t> </a:t>
            </a:r>
            <a:r>
              <a:rPr lang="de-DE" dirty="0" err="1"/>
              <a:t>diam</a:t>
            </a:r>
            <a:r>
              <a:rPr lang="de-DE" dirty="0"/>
              <a:t>. Sed nisi. Nulla </a:t>
            </a:r>
            <a:r>
              <a:rPr lang="de-DE" dirty="0" err="1"/>
              <a:t>quis</a:t>
            </a:r>
            <a:r>
              <a:rPr lang="de-DE" dirty="0"/>
              <a:t> </a:t>
            </a:r>
            <a:r>
              <a:rPr lang="de-DE" dirty="0" err="1"/>
              <a:t>sem</a:t>
            </a:r>
            <a:r>
              <a:rPr lang="de-DE" dirty="0"/>
              <a:t> at </a:t>
            </a:r>
            <a:r>
              <a:rPr lang="de-DE" dirty="0" err="1"/>
              <a:t>nibh</a:t>
            </a:r>
            <a:r>
              <a:rPr lang="de-DE" dirty="0"/>
              <a:t> </a:t>
            </a:r>
            <a:r>
              <a:rPr lang="de-DE" dirty="0" err="1"/>
              <a:t>elementum</a:t>
            </a:r>
            <a:r>
              <a:rPr lang="de-DE" dirty="0"/>
              <a:t> </a:t>
            </a:r>
            <a:r>
              <a:rPr lang="de-DE" dirty="0" err="1"/>
              <a:t>imperdiet</a:t>
            </a:r>
            <a:r>
              <a:rPr lang="de-DE" dirty="0"/>
              <a:t>. Duis </a:t>
            </a:r>
            <a:r>
              <a:rPr lang="de-DE" dirty="0" err="1"/>
              <a:t>sagittis</a:t>
            </a:r>
            <a:r>
              <a:rPr lang="de-DE" dirty="0"/>
              <a:t> </a:t>
            </a:r>
            <a:r>
              <a:rPr lang="de-DE" dirty="0" err="1"/>
              <a:t>ipsum</a:t>
            </a:r>
            <a:r>
              <a:rPr lang="de-DE" dirty="0"/>
              <a:t>. </a:t>
            </a:r>
            <a:r>
              <a:rPr lang="de-DE" dirty="0" err="1"/>
              <a:t>Praesent</a:t>
            </a:r>
            <a:r>
              <a:rPr lang="de-DE" dirty="0"/>
              <a:t> </a:t>
            </a:r>
            <a:r>
              <a:rPr lang="de-DE" dirty="0" err="1"/>
              <a:t>mauris</a:t>
            </a:r>
            <a:r>
              <a:rPr lang="de-DE" dirty="0"/>
              <a:t>. </a:t>
            </a:r>
            <a:r>
              <a:rPr lang="de-DE" dirty="0" err="1"/>
              <a:t>Fusce</a:t>
            </a:r>
            <a:r>
              <a:rPr lang="de-DE" dirty="0"/>
              <a:t> </a:t>
            </a:r>
            <a:r>
              <a:rPr lang="de-DE" dirty="0" err="1"/>
              <a:t>nec</a:t>
            </a:r>
            <a:r>
              <a:rPr lang="de-DE" dirty="0"/>
              <a:t> </a:t>
            </a:r>
            <a:r>
              <a:rPr lang="de-DE" dirty="0" err="1"/>
              <a:t>tellus</a:t>
            </a:r>
            <a:r>
              <a:rPr lang="de-DE" dirty="0"/>
              <a:t> sed </a:t>
            </a:r>
            <a:r>
              <a:rPr lang="de-DE" dirty="0" err="1"/>
              <a:t>augue</a:t>
            </a:r>
            <a:r>
              <a:rPr lang="de-DE" dirty="0"/>
              <a:t> </a:t>
            </a:r>
            <a:r>
              <a:rPr lang="de-DE" dirty="0" err="1"/>
              <a:t>semper</a:t>
            </a:r>
            <a:r>
              <a:rPr lang="de-DE" dirty="0"/>
              <a:t> </a:t>
            </a:r>
            <a:r>
              <a:rPr lang="de-DE" dirty="0" err="1"/>
              <a:t>porta</a:t>
            </a:r>
            <a:r>
              <a:rPr lang="de-DE" dirty="0"/>
              <a:t>.</a:t>
            </a:r>
          </a:p>
          <a:p>
            <a:pPr marL="0" indent="0">
              <a:buNone/>
            </a:pPr>
            <a:r>
              <a:rPr lang="de-DE" dirty="0"/>
              <a:t>Mauris </a:t>
            </a:r>
            <a:r>
              <a:rPr lang="de-DE" dirty="0" err="1"/>
              <a:t>ipsum</a:t>
            </a:r>
            <a:r>
              <a:rPr lang="de-DE" dirty="0"/>
              <a:t>. Nulla </a:t>
            </a:r>
            <a:r>
              <a:rPr lang="de-DE" dirty="0" err="1"/>
              <a:t>metus</a:t>
            </a:r>
            <a:r>
              <a:rPr lang="de-DE" dirty="0"/>
              <a:t> </a:t>
            </a:r>
            <a:r>
              <a:rPr lang="de-DE" dirty="0" err="1"/>
              <a:t>metus</a:t>
            </a:r>
            <a:r>
              <a:rPr lang="de-DE" dirty="0"/>
              <a:t>, </a:t>
            </a:r>
            <a:r>
              <a:rPr lang="de-DE" dirty="0" err="1"/>
              <a:t>ullamcorper</a:t>
            </a:r>
            <a:r>
              <a:rPr lang="de-DE" dirty="0"/>
              <a:t> </a:t>
            </a:r>
            <a:r>
              <a:rPr lang="de-DE" dirty="0" err="1"/>
              <a:t>vel</a:t>
            </a:r>
            <a:r>
              <a:rPr lang="de-DE" dirty="0"/>
              <a:t>, </a:t>
            </a:r>
            <a:r>
              <a:rPr lang="de-DE" dirty="0" err="1"/>
              <a:t>tincidunt</a:t>
            </a:r>
            <a:r>
              <a:rPr lang="de-DE" dirty="0"/>
              <a:t> sed, </a:t>
            </a:r>
            <a:r>
              <a:rPr lang="de-DE" dirty="0" err="1"/>
              <a:t>euismod</a:t>
            </a:r>
            <a:r>
              <a:rPr lang="de-DE" dirty="0"/>
              <a:t> in, </a:t>
            </a:r>
            <a:r>
              <a:rPr lang="de-DE" dirty="0" err="1"/>
              <a:t>nibh</a:t>
            </a:r>
            <a:r>
              <a:rPr lang="de-DE" dirty="0"/>
              <a:t>. </a:t>
            </a:r>
            <a:r>
              <a:rPr lang="de-DE" dirty="0" err="1"/>
              <a:t>Quisque</a:t>
            </a:r>
            <a:r>
              <a:rPr lang="de-DE" dirty="0"/>
              <a:t> </a:t>
            </a:r>
            <a:r>
              <a:rPr lang="de-DE" dirty="0" err="1"/>
              <a:t>volutpat</a:t>
            </a:r>
            <a:r>
              <a:rPr lang="de-DE" dirty="0"/>
              <a:t> </a:t>
            </a:r>
            <a:r>
              <a:rPr lang="de-DE" dirty="0" err="1"/>
              <a:t>condimentum</a:t>
            </a:r>
            <a:r>
              <a:rPr lang="de-DE" dirty="0"/>
              <a:t> </a:t>
            </a:r>
            <a:r>
              <a:rPr lang="de-DE" dirty="0" err="1"/>
              <a:t>velit</a:t>
            </a:r>
            <a:r>
              <a:rPr lang="de-DE" dirty="0"/>
              <a:t>. Class </a:t>
            </a:r>
            <a:r>
              <a:rPr lang="de-DE" dirty="0" err="1"/>
              <a:t>aptent</a:t>
            </a:r>
            <a:r>
              <a:rPr lang="de-DE" dirty="0"/>
              <a:t> </a:t>
            </a:r>
            <a:r>
              <a:rPr lang="de-DE" dirty="0" err="1"/>
              <a:t>taciti</a:t>
            </a:r>
            <a:r>
              <a:rPr lang="de-DE" dirty="0"/>
              <a:t> </a:t>
            </a:r>
            <a:r>
              <a:rPr lang="de-DE" dirty="0" err="1"/>
              <a:t>sociosqu</a:t>
            </a:r>
            <a:r>
              <a:rPr lang="de-DE" dirty="0"/>
              <a:t> ad </a:t>
            </a:r>
            <a:r>
              <a:rPr lang="de-DE" dirty="0" err="1"/>
              <a:t>litora</a:t>
            </a:r>
            <a:r>
              <a:rPr lang="de-DE" dirty="0"/>
              <a:t> </a:t>
            </a:r>
            <a:r>
              <a:rPr lang="de-DE" dirty="0" err="1"/>
              <a:t>torquent</a:t>
            </a:r>
            <a:r>
              <a:rPr lang="de-DE" dirty="0"/>
              <a:t> per </a:t>
            </a:r>
            <a:r>
              <a:rPr lang="de-DE" dirty="0" err="1"/>
              <a:t>conubia</a:t>
            </a:r>
            <a:r>
              <a:rPr lang="de-DE" dirty="0"/>
              <a:t> </a:t>
            </a:r>
            <a:r>
              <a:rPr lang="de-DE" dirty="0" err="1"/>
              <a:t>nostra</a:t>
            </a:r>
            <a:r>
              <a:rPr lang="de-DE" dirty="0"/>
              <a:t>, per </a:t>
            </a:r>
            <a:r>
              <a:rPr lang="de-DE" dirty="0" err="1"/>
              <a:t>inceptos</a:t>
            </a:r>
            <a:r>
              <a:rPr lang="de-DE" dirty="0"/>
              <a:t> </a:t>
            </a:r>
            <a:r>
              <a:rPr lang="de-DE" dirty="0" err="1"/>
              <a:t>himenaeos</a:t>
            </a:r>
            <a:r>
              <a:rPr lang="de-DE" dirty="0"/>
              <a:t>.</a:t>
            </a:r>
          </a:p>
          <a:p>
            <a:pPr marL="0" indent="0">
              <a:buNone/>
            </a:pP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 </a:t>
            </a:r>
            <a:r>
              <a:rPr lang="de-DE" dirty="0" err="1"/>
              <a:t>Curabitur</a:t>
            </a:r>
            <a:r>
              <a:rPr lang="de-DE" dirty="0"/>
              <a:t> </a:t>
            </a:r>
            <a:r>
              <a:rPr lang="de-DE" dirty="0" err="1"/>
              <a:t>sodales</a:t>
            </a:r>
            <a:r>
              <a:rPr lang="de-DE" dirty="0"/>
              <a:t> </a:t>
            </a:r>
            <a:r>
              <a:rPr lang="de-DE" dirty="0" err="1"/>
              <a:t>ligula</a:t>
            </a:r>
            <a:r>
              <a:rPr lang="de-DE" dirty="0"/>
              <a:t> in </a:t>
            </a:r>
            <a:r>
              <a:rPr lang="de-DE" dirty="0" err="1"/>
              <a:t>libero</a:t>
            </a:r>
            <a:r>
              <a:rPr lang="de-DE" dirty="0"/>
              <a:t>. Sed </a:t>
            </a:r>
            <a:r>
              <a:rPr lang="de-DE" dirty="0" err="1"/>
              <a:t>dignissim</a:t>
            </a:r>
            <a:r>
              <a:rPr lang="de-DE" dirty="0"/>
              <a:t> </a:t>
            </a:r>
            <a:r>
              <a:rPr lang="de-DE" dirty="0" err="1"/>
              <a:t>lacinia</a:t>
            </a:r>
            <a:r>
              <a:rPr lang="de-DE" dirty="0"/>
              <a:t> </a:t>
            </a:r>
            <a:r>
              <a:rPr lang="de-DE" dirty="0" err="1"/>
              <a:t>nunc</a:t>
            </a:r>
            <a:r>
              <a:rPr lang="de-DE" dirty="0"/>
              <a:t>. </a:t>
            </a:r>
            <a:r>
              <a:rPr lang="de-DE" dirty="0" err="1"/>
              <a:t>Curabitur</a:t>
            </a:r>
            <a:r>
              <a:rPr lang="de-DE" dirty="0"/>
              <a:t> </a:t>
            </a:r>
            <a:r>
              <a:rPr lang="de-DE" dirty="0" err="1"/>
              <a:t>tortor</a:t>
            </a:r>
            <a:r>
              <a:rPr lang="de-DE" dirty="0"/>
              <a:t>. </a:t>
            </a:r>
            <a:r>
              <a:rPr lang="de-DE" dirty="0" err="1"/>
              <a:t>Pellentesque</a:t>
            </a:r>
            <a:r>
              <a:rPr lang="de-DE" dirty="0"/>
              <a:t> </a:t>
            </a:r>
            <a:r>
              <a:rPr lang="de-DE" dirty="0" err="1"/>
              <a:t>nibh</a:t>
            </a:r>
            <a:r>
              <a:rPr lang="de-DE" dirty="0"/>
              <a:t>. </a:t>
            </a:r>
            <a:r>
              <a:rPr lang="de-DE" dirty="0" err="1"/>
              <a:t>Aenean</a:t>
            </a:r>
            <a:r>
              <a:rPr lang="de-DE" dirty="0"/>
              <a:t> quam. In </a:t>
            </a:r>
            <a:r>
              <a:rPr lang="de-DE" dirty="0" err="1"/>
              <a:t>scelerisque</a:t>
            </a:r>
            <a:r>
              <a:rPr lang="de-DE" dirty="0"/>
              <a:t> </a:t>
            </a:r>
            <a:r>
              <a:rPr lang="de-DE" dirty="0" err="1"/>
              <a:t>sem</a:t>
            </a:r>
            <a:r>
              <a:rPr lang="de-DE" dirty="0"/>
              <a:t> at </a:t>
            </a:r>
            <a:r>
              <a:rPr lang="de-DE" dirty="0" err="1"/>
              <a:t>dolor</a:t>
            </a:r>
            <a:r>
              <a:rPr lang="de-DE" dirty="0"/>
              <a:t>.</a:t>
            </a:r>
          </a:p>
          <a:p>
            <a:endParaRPr lang="de-DE" dirty="0"/>
          </a:p>
        </p:txBody>
      </p:sp>
      <p:pic>
        <p:nvPicPr>
          <p:cNvPr id="5" name="Bildplatzhalter 4">
            <a:extLst>
              <a:ext uri="{FF2B5EF4-FFF2-40B4-BE49-F238E27FC236}">
                <a16:creationId xmlns:a16="http://schemas.microsoft.com/office/drawing/2014/main" id="{E5455410-57EE-97CB-5C1F-83CD3B78DC4D}"/>
              </a:ext>
            </a:extLst>
          </p:cNvPr>
          <p:cNvPicPr>
            <a:picLocks noGrp="1" noChangeAspect="1"/>
          </p:cNvPicPr>
          <p:nvPr>
            <p:ph type="pic" sz="quarter" idx="42"/>
          </p:nvPr>
        </p:nvPicPr>
        <p:blipFill>
          <a:blip r:embed="rId4">
            <a:extLst>
              <a:ext uri="{28A0092B-C50C-407E-A947-70E740481C1C}">
                <a14:useLocalDpi xmlns:a14="http://schemas.microsoft.com/office/drawing/2010/main" val="0"/>
              </a:ext>
            </a:extLst>
          </a:blip>
          <a:srcRect l="5411" r="5411"/>
          <a:stretch>
            <a:fillRect/>
          </a:stretch>
        </p:blipFill>
        <p:spPr>
          <a:xfrm>
            <a:off x="5010150" y="1489075"/>
            <a:ext cx="7181850" cy="5368925"/>
          </a:xfrm>
        </p:spPr>
      </p:pic>
      <p:graphicFrame>
        <p:nvGraphicFramePr>
          <p:cNvPr id="3" name="think-cell data - do not delete" hidden="1">
            <a:extLst>
              <a:ext uri="{FF2B5EF4-FFF2-40B4-BE49-F238E27FC236}">
                <a16:creationId xmlns:a16="http://schemas.microsoft.com/office/drawing/2014/main" id="{D0D485EB-6611-CD03-9BED-C193A0052DC7}"/>
              </a:ext>
            </a:extLst>
          </p:cNvPr>
          <p:cNvGraphicFramePr>
            <a:graphicFrameLocks noChangeAspect="1"/>
          </p:cNvGraphicFramePr>
          <p:nvPr>
            <p:custDataLst>
              <p:tags r:id="rId1"/>
            </p:custDataLst>
            <p:extLst>
              <p:ext uri="{D42A27DB-BD31-4B8C-83A1-F6EECF244321}">
                <p14:modId xmlns:p14="http://schemas.microsoft.com/office/powerpoint/2010/main" val="1465260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5" imgH="392" progId="TCLayout.ActiveDocument.1">
                  <p:embed/>
                </p:oleObj>
              </mc:Choice>
              <mc:Fallback>
                <p:oleObj name="think-cell Slide" r:id="rId5" imgW="405" imgH="392" progId="TCLayout.ActiveDocument.1">
                  <p:embed/>
                  <p:pic>
                    <p:nvPicPr>
                      <p:cNvPr id="3" name="think-cell data - do not delete" hidden="1">
                        <a:extLst>
                          <a:ext uri="{FF2B5EF4-FFF2-40B4-BE49-F238E27FC236}">
                            <a16:creationId xmlns:a16="http://schemas.microsoft.com/office/drawing/2014/main" id="{D0D485EB-6611-CD03-9BED-C193A0052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2" name="Textplatzhalter 11">
            <a:extLst>
              <a:ext uri="{FF2B5EF4-FFF2-40B4-BE49-F238E27FC236}">
                <a16:creationId xmlns:a16="http://schemas.microsoft.com/office/drawing/2014/main" id="{AB1724C2-E01E-5863-241A-B0D3A7CCF978}"/>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26107856-4E5E-5B64-95B3-0142B36F0C03}"/>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13" name="Textplatzhalter 12">
            <a:extLst>
              <a:ext uri="{FF2B5EF4-FFF2-40B4-BE49-F238E27FC236}">
                <a16:creationId xmlns:a16="http://schemas.microsoft.com/office/drawing/2014/main" id="{25312B95-AF6E-8E95-54AB-9C24E44AC9C0}"/>
              </a:ext>
            </a:extLst>
          </p:cNvPr>
          <p:cNvSpPr>
            <a:spLocks noGrp="1"/>
          </p:cNvSpPr>
          <p:nvPr>
            <p:ph type="body" sz="quarter" idx="12"/>
          </p:nvPr>
        </p:nvSpPr>
        <p:spPr/>
        <p:txBody>
          <a:bodyPr/>
          <a:lstStyle/>
          <a:p>
            <a:r>
              <a:rPr lang="de-DE" dirty="0"/>
              <a:t>Dein Kapitel</a:t>
            </a:r>
          </a:p>
        </p:txBody>
      </p:sp>
    </p:spTree>
    <p:extLst>
      <p:ext uri="{BB962C8B-B14F-4D97-AF65-F5344CB8AC3E}">
        <p14:creationId xmlns:p14="http://schemas.microsoft.com/office/powerpoint/2010/main" val="56349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9BB5-21E3-3ECD-F8CE-563767887B0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17978B2-3786-ABAD-4F27-2EC703B205E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9" name="think-cell data - do not delete" hidden="1">
                        <a:extLst>
                          <a:ext uri="{FF2B5EF4-FFF2-40B4-BE49-F238E27FC236}">
                            <a16:creationId xmlns:a16="http://schemas.microsoft.com/office/drawing/2014/main" id="{A17978B2-3786-ABAD-4F27-2EC703B205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2B46BFF7-288D-FD62-9046-80CC26CF9EE9}"/>
              </a:ext>
            </a:extLst>
          </p:cNvPr>
          <p:cNvSpPr>
            <a:spLocks noGrp="1"/>
          </p:cNvSpPr>
          <p:nvPr>
            <p:ph type="body" sz="quarter" idx="10"/>
          </p:nvPr>
        </p:nvSpPr>
        <p:spPr/>
        <p:txBody>
          <a:bodyPr/>
          <a:lstStyle/>
          <a:p>
            <a:r>
              <a:rPr lang="de-DE" dirty="0"/>
              <a:t>Titel der Folie</a:t>
            </a:r>
          </a:p>
        </p:txBody>
      </p:sp>
      <p:sp>
        <p:nvSpPr>
          <p:cNvPr id="2" name="Footer Placeholder 6">
            <a:extLst>
              <a:ext uri="{FF2B5EF4-FFF2-40B4-BE49-F238E27FC236}">
                <a16:creationId xmlns:a16="http://schemas.microsoft.com/office/drawing/2014/main" id="{20D8964A-2124-1C88-6DA1-B71B3D82C13D}"/>
              </a:ext>
            </a:extLst>
          </p:cNvPr>
          <p:cNvSpPr>
            <a:spLocks noGrp="1"/>
          </p:cNvSpPr>
          <p:nvPr>
            <p:ph type="ftr" sz="quarter" idx="3"/>
          </p:nvPr>
        </p:nvSpPr>
        <p:spPr>
          <a:prstGeom prst="rect">
            <a:avLst/>
          </a:prstGeom>
        </p:spPr>
        <p:txBody>
          <a:bodyPr vert="horz" lIns="0" tIns="45720" rIns="91440" bIns="45720" rtlCol="0" anchor="ctr"/>
          <a:lstStyle>
            <a:lvl1pPr algn="l">
              <a:defRPr sz="900">
                <a:solidFill>
                  <a:schemeClr val="tx1">
                    <a:tint val="82000"/>
                  </a:schemeClr>
                </a:solidFill>
              </a:defRPr>
            </a:lvl1pPr>
          </a:lstStyle>
          <a:p>
            <a:endParaRPr lang="en-GB" sz="900"/>
          </a:p>
        </p:txBody>
      </p:sp>
      <p:sp>
        <p:nvSpPr>
          <p:cNvPr id="6" name="Textplatzhalter 5">
            <a:extLst>
              <a:ext uri="{FF2B5EF4-FFF2-40B4-BE49-F238E27FC236}">
                <a16:creationId xmlns:a16="http://schemas.microsoft.com/office/drawing/2014/main" id="{0EC745E6-A2E6-6985-1C60-E2A382C9B819}"/>
              </a:ext>
            </a:extLst>
          </p:cNvPr>
          <p:cNvSpPr>
            <a:spLocks noGrp="1"/>
          </p:cNvSpPr>
          <p:nvPr>
            <p:ph type="body" sz="quarter" idx="19"/>
          </p:nvPr>
        </p:nvSpPr>
        <p:spPr/>
        <p:txBody>
          <a:bodyPr>
            <a:noAutofit/>
          </a:bodyPr>
          <a:lstStyle/>
          <a:p>
            <a:r>
              <a:rPr lang="de-DE" dirty="0"/>
              <a:t>Lorem ipsum dolor sit amet, consectetur adipiscing elit. Integer nec odio. Praesent libero. Sed cursus ante dapibus diam. Sed</a:t>
            </a:r>
          </a:p>
        </p:txBody>
      </p:sp>
      <p:sp>
        <p:nvSpPr>
          <p:cNvPr id="7" name="Textplatzhalter 6">
            <a:extLst>
              <a:ext uri="{FF2B5EF4-FFF2-40B4-BE49-F238E27FC236}">
                <a16:creationId xmlns:a16="http://schemas.microsoft.com/office/drawing/2014/main" id="{8968275F-EF69-F3F3-E7CE-55387BC2F417}"/>
              </a:ext>
            </a:extLst>
          </p:cNvPr>
          <p:cNvSpPr>
            <a:spLocks noGrp="1"/>
          </p:cNvSpPr>
          <p:nvPr>
            <p:ph type="body" sz="quarter" idx="20"/>
          </p:nvPr>
        </p:nvSpPr>
        <p:spPr/>
        <p:txBody>
          <a:bodyPr>
            <a:noAutofit/>
          </a:bodyPr>
          <a:lstStyle/>
          <a:p>
            <a:r>
              <a:rPr lang="de-DE" dirty="0"/>
              <a:t>Lorem ipsum dolor sit amet, consectetur adipiscing elit. Integer nec odio. Praesent libero. Sed cursus ante dapibus diam. Sed</a:t>
            </a:r>
          </a:p>
        </p:txBody>
      </p:sp>
      <p:sp>
        <p:nvSpPr>
          <p:cNvPr id="8" name="Textplatzhalter 7">
            <a:extLst>
              <a:ext uri="{FF2B5EF4-FFF2-40B4-BE49-F238E27FC236}">
                <a16:creationId xmlns:a16="http://schemas.microsoft.com/office/drawing/2014/main" id="{96CD2368-E5E3-5174-FEA1-2DE081CCA275}"/>
              </a:ext>
            </a:extLst>
          </p:cNvPr>
          <p:cNvSpPr>
            <a:spLocks noGrp="1"/>
          </p:cNvSpPr>
          <p:nvPr>
            <p:ph type="body" sz="quarter" idx="21"/>
          </p:nvPr>
        </p:nvSpPr>
        <p:spPr/>
        <p:txBody>
          <a:bodyPr>
            <a:noAutofit/>
          </a:bodyPr>
          <a:lstStyle/>
          <a:p>
            <a:r>
              <a:rPr lang="de-DE" dirty="0"/>
              <a:t>Lorem ipsum dolor sit amet, consectetur adipiscing elit. Integer nec odio. Praesent libero. Sed cursus ante dapibus diam. Sed</a:t>
            </a:r>
          </a:p>
        </p:txBody>
      </p:sp>
      <p:graphicFrame>
        <p:nvGraphicFramePr>
          <p:cNvPr id="10" name="Diagrammplatzhalter 9">
            <a:extLst>
              <a:ext uri="{FF2B5EF4-FFF2-40B4-BE49-F238E27FC236}">
                <a16:creationId xmlns:a16="http://schemas.microsoft.com/office/drawing/2014/main" id="{0953364A-A5ED-BA7B-0373-1F21BD263632}"/>
              </a:ext>
            </a:extLst>
          </p:cNvPr>
          <p:cNvGraphicFramePr>
            <a:graphicFrameLocks noGrp="1"/>
          </p:cNvGraphicFramePr>
          <p:nvPr>
            <p:ph type="chart" sz="quarter" idx="14"/>
            <p:extLst>
              <p:ext uri="{D42A27DB-BD31-4B8C-83A1-F6EECF244321}">
                <p14:modId xmlns:p14="http://schemas.microsoft.com/office/powerpoint/2010/main" val="3849613901"/>
              </p:ext>
            </p:extLst>
          </p:nvPr>
        </p:nvGraphicFramePr>
        <p:xfrm>
          <a:off x="431800" y="1489075"/>
          <a:ext cx="3659188" cy="3597275"/>
        </p:xfrm>
        <a:graphic>
          <a:graphicData uri="http://schemas.openxmlformats.org/drawingml/2006/chart">
            <c:chart xmlns:c="http://schemas.openxmlformats.org/drawingml/2006/chart" xmlns:r="http://schemas.openxmlformats.org/officeDocument/2006/relationships" r:id="rId6"/>
          </a:graphicData>
        </a:graphic>
      </p:graphicFrame>
      <mc:AlternateContent xmlns:mc="http://schemas.openxmlformats.org/markup-compatibility/2006" xmlns:cx1="http://schemas.microsoft.com/office/drawing/2015/9/8/chartex">
        <mc:Choice Requires="cx1">
          <p:graphicFrame>
            <p:nvGraphicFramePr>
              <p:cNvPr id="11" name="Diagrammplatzhalter 10">
                <a:extLst>
                  <a:ext uri="{FF2B5EF4-FFF2-40B4-BE49-F238E27FC236}">
                    <a16:creationId xmlns:a16="http://schemas.microsoft.com/office/drawing/2014/main" id="{1E4E0EE7-7272-809C-024D-B717877C8E07}"/>
                  </a:ext>
                </a:extLst>
              </p:cNvPr>
              <p:cNvGraphicFramePr>
                <a:graphicFrameLocks noGrp="1"/>
              </p:cNvGraphicFramePr>
              <p:nvPr>
                <p:ph type="chart" sz="quarter" idx="22"/>
                <p:extLst>
                  <p:ext uri="{D42A27DB-BD31-4B8C-83A1-F6EECF244321}">
                    <p14:modId xmlns:p14="http://schemas.microsoft.com/office/powerpoint/2010/main" val="828472603"/>
                  </p:ext>
                </p:extLst>
              </p:nvPr>
            </p:nvGraphicFramePr>
            <p:xfrm>
              <a:off x="4265613" y="1489075"/>
              <a:ext cx="3660775" cy="3597275"/>
            </p:xfrm>
            <a:graphic>
              <a:graphicData uri="http://schemas.microsoft.com/office/drawing/2014/chartex">
                <cx:chart xmlns:cx="http://schemas.microsoft.com/office/drawing/2014/chartex" xmlns:r="http://schemas.openxmlformats.org/officeDocument/2006/relationships" r:id="rId7"/>
              </a:graphicData>
            </a:graphic>
          </p:graphicFrame>
        </mc:Choice>
        <mc:Fallback xmlns="">
          <p:pic>
            <p:nvPicPr>
              <p:cNvPr id="11" name="Diagrammplatzhalter 10">
                <a:extLst>
                  <a:ext uri="{FF2B5EF4-FFF2-40B4-BE49-F238E27FC236}">
                    <a16:creationId xmlns:a16="http://schemas.microsoft.com/office/drawing/2014/main" id="{1E4E0EE7-7272-809C-024D-B717877C8E07}"/>
                  </a:ext>
                </a:extLst>
              </p:cNvPr>
              <p:cNvPicPr>
                <a:picLocks noGrp="1" noRot="1" noChangeAspect="1" noMove="1" noResize="1" noEditPoints="1" noAdjustHandles="1" noChangeArrowheads="1" noChangeShapeType="1"/>
              </p:cNvPicPr>
              <p:nvPr/>
            </p:nvPicPr>
            <p:blipFill>
              <a:blip r:embed="rId8"/>
              <a:stretch>
                <a:fillRect/>
              </a:stretch>
            </p:blipFill>
            <p:spPr>
              <a:xfrm>
                <a:off x="4265613" y="1489075"/>
                <a:ext cx="3660775" cy="3597275"/>
              </a:xfrm>
              <a:prstGeom prst="rect">
                <a:avLst/>
              </a:prstGeom>
            </p:spPr>
          </p:pic>
        </mc:Fallback>
      </mc:AlternateContent>
      <p:graphicFrame>
        <p:nvGraphicFramePr>
          <p:cNvPr id="12" name="Diagrammplatzhalter 11">
            <a:extLst>
              <a:ext uri="{FF2B5EF4-FFF2-40B4-BE49-F238E27FC236}">
                <a16:creationId xmlns:a16="http://schemas.microsoft.com/office/drawing/2014/main" id="{66892D2B-42A7-42B8-9454-0531BF3784C6}"/>
              </a:ext>
            </a:extLst>
          </p:cNvPr>
          <p:cNvGraphicFramePr>
            <a:graphicFrameLocks noGrp="1"/>
          </p:cNvGraphicFramePr>
          <p:nvPr>
            <p:ph type="chart" sz="quarter" idx="23"/>
            <p:extLst>
              <p:ext uri="{D42A27DB-BD31-4B8C-83A1-F6EECF244321}">
                <p14:modId xmlns:p14="http://schemas.microsoft.com/office/powerpoint/2010/main" val="2649165919"/>
              </p:ext>
            </p:extLst>
          </p:nvPr>
        </p:nvGraphicFramePr>
        <p:xfrm>
          <a:off x="8094663" y="1489075"/>
          <a:ext cx="3659187" cy="3597275"/>
        </p:xfrm>
        <a:graphic>
          <a:graphicData uri="http://schemas.openxmlformats.org/drawingml/2006/chart">
            <c:chart xmlns:c="http://schemas.openxmlformats.org/drawingml/2006/chart" xmlns:r="http://schemas.openxmlformats.org/officeDocument/2006/relationships" r:id="rId9"/>
          </a:graphicData>
        </a:graphic>
      </p:graphicFrame>
      <p:sp>
        <p:nvSpPr>
          <p:cNvPr id="4" name="Textplatzhalter 3">
            <a:extLst>
              <a:ext uri="{FF2B5EF4-FFF2-40B4-BE49-F238E27FC236}">
                <a16:creationId xmlns:a16="http://schemas.microsoft.com/office/drawing/2014/main" id="{7EC97697-E299-0D67-3A3C-F292C3254FC6}"/>
              </a:ext>
            </a:extLst>
          </p:cNvPr>
          <p:cNvSpPr>
            <a:spLocks noGrp="1"/>
          </p:cNvSpPr>
          <p:nvPr>
            <p:ph type="body" sz="quarter" idx="12"/>
          </p:nvPr>
        </p:nvSpPr>
        <p:spPr/>
        <p:txBody>
          <a:bodyPr/>
          <a:lstStyle/>
          <a:p>
            <a:r>
              <a:rPr lang="de-DE" dirty="0"/>
              <a:t>Kapitel</a:t>
            </a:r>
          </a:p>
        </p:txBody>
      </p:sp>
    </p:spTree>
    <p:extLst>
      <p:ext uri="{BB962C8B-B14F-4D97-AF65-F5344CB8AC3E}">
        <p14:creationId xmlns:p14="http://schemas.microsoft.com/office/powerpoint/2010/main" val="2572373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39C01D41-EB85-D0FC-BC6C-6B5AA7CB146D}"/>
              </a:ext>
            </a:extLst>
          </p:cNvPr>
          <p:cNvSpPr>
            <a:spLocks noGrp="1"/>
          </p:cNvSpPr>
          <p:nvPr>
            <p:ph type="body" sz="quarter" idx="13"/>
          </p:nvPr>
        </p:nvSpPr>
        <p:spPr/>
        <p:txBody>
          <a:bodyPr/>
          <a:lstStyle/>
          <a:p>
            <a:r>
              <a:rPr lang="de-DE" dirty="0"/>
              <a:t>&gt;35</a:t>
            </a:r>
          </a:p>
        </p:txBody>
      </p:sp>
      <p:sp>
        <p:nvSpPr>
          <p:cNvPr id="13" name="Text Placeholder 12">
            <a:extLst>
              <a:ext uri="{FF2B5EF4-FFF2-40B4-BE49-F238E27FC236}">
                <a16:creationId xmlns:a16="http://schemas.microsoft.com/office/drawing/2014/main" id="{D438E197-11EC-509B-C15F-204AB590B170}"/>
              </a:ext>
            </a:extLst>
          </p:cNvPr>
          <p:cNvSpPr>
            <a:spLocks noGrp="1"/>
          </p:cNvSpPr>
          <p:nvPr>
            <p:ph type="body" sz="quarter" idx="14"/>
          </p:nvPr>
        </p:nvSpPr>
        <p:spPr/>
        <p:txBody>
          <a:bodyPr/>
          <a:lstStyle/>
          <a:p>
            <a:r>
              <a:rPr lang="de-DE" dirty="0"/>
              <a:t>Jahre am Markt</a:t>
            </a:r>
          </a:p>
        </p:txBody>
      </p:sp>
      <p:sp>
        <p:nvSpPr>
          <p:cNvPr id="3" name="Textplatzhalter 2">
            <a:extLst>
              <a:ext uri="{FF2B5EF4-FFF2-40B4-BE49-F238E27FC236}">
                <a16:creationId xmlns:a16="http://schemas.microsoft.com/office/drawing/2014/main" id="{836DF507-963E-4F4B-EDA9-E3E35C21DB58}"/>
              </a:ext>
            </a:extLst>
          </p:cNvPr>
          <p:cNvSpPr>
            <a:spLocks noGrp="1"/>
          </p:cNvSpPr>
          <p:nvPr>
            <p:ph type="body" sz="quarter" idx="19"/>
          </p:nvPr>
        </p:nvSpPr>
        <p:spPr/>
        <p:txBody>
          <a:bodyPr/>
          <a:lstStyle/>
          <a:p>
            <a:r>
              <a:rPr lang="de-DE" dirty="0"/>
              <a:t>Zahlen der IfG GmbH</a:t>
            </a:r>
          </a:p>
        </p:txBody>
      </p:sp>
      <p:sp>
        <p:nvSpPr>
          <p:cNvPr id="4" name="Textplatzhalter 3">
            <a:extLst>
              <a:ext uri="{FF2B5EF4-FFF2-40B4-BE49-F238E27FC236}">
                <a16:creationId xmlns:a16="http://schemas.microsoft.com/office/drawing/2014/main" id="{C03F94AA-E99B-C702-ACCA-ADCAB2BEC5C0}"/>
              </a:ext>
            </a:extLst>
          </p:cNvPr>
          <p:cNvSpPr>
            <a:spLocks noGrp="1"/>
          </p:cNvSpPr>
          <p:nvPr>
            <p:ph type="body" sz="quarter" idx="20"/>
          </p:nvPr>
        </p:nvSpPr>
        <p:spPr/>
        <p:txBody>
          <a:bodyPr/>
          <a:lstStyle/>
          <a:p>
            <a:endParaRPr lang="de-DE"/>
          </a:p>
        </p:txBody>
      </p:sp>
      <p:sp>
        <p:nvSpPr>
          <p:cNvPr id="5" name="Textplatzhalter 4">
            <a:extLst>
              <a:ext uri="{FF2B5EF4-FFF2-40B4-BE49-F238E27FC236}">
                <a16:creationId xmlns:a16="http://schemas.microsoft.com/office/drawing/2014/main" id="{85D2E220-C735-49CF-53EF-260347561AB1}"/>
              </a:ext>
            </a:extLst>
          </p:cNvPr>
          <p:cNvSpPr>
            <a:spLocks noGrp="1"/>
          </p:cNvSpPr>
          <p:nvPr>
            <p:ph type="body" sz="quarter" idx="21"/>
          </p:nvPr>
        </p:nvSpPr>
        <p:spPr/>
        <p:txBody>
          <a:bodyPr/>
          <a:lstStyle/>
          <a:p>
            <a:r>
              <a:rPr lang="de-DE" dirty="0"/>
              <a:t>200.000</a:t>
            </a:r>
          </a:p>
        </p:txBody>
      </p:sp>
      <p:sp>
        <p:nvSpPr>
          <p:cNvPr id="7" name="Textplatzhalter 6">
            <a:extLst>
              <a:ext uri="{FF2B5EF4-FFF2-40B4-BE49-F238E27FC236}">
                <a16:creationId xmlns:a16="http://schemas.microsoft.com/office/drawing/2014/main" id="{DAA53265-6B90-96E6-01C3-5718201C34D2}"/>
              </a:ext>
            </a:extLst>
          </p:cNvPr>
          <p:cNvSpPr>
            <a:spLocks noGrp="1"/>
          </p:cNvSpPr>
          <p:nvPr>
            <p:ph type="body" sz="quarter" idx="23"/>
          </p:nvPr>
        </p:nvSpPr>
        <p:spPr/>
        <p:txBody>
          <a:bodyPr/>
          <a:lstStyle/>
          <a:p>
            <a:endParaRPr lang="de-DE"/>
          </a:p>
        </p:txBody>
      </p:sp>
      <p:sp>
        <p:nvSpPr>
          <p:cNvPr id="8" name="Textplatzhalter 7">
            <a:extLst>
              <a:ext uri="{FF2B5EF4-FFF2-40B4-BE49-F238E27FC236}">
                <a16:creationId xmlns:a16="http://schemas.microsoft.com/office/drawing/2014/main" id="{5E3EBB7B-2840-06E6-1746-DAE32BD7725D}"/>
              </a:ext>
            </a:extLst>
          </p:cNvPr>
          <p:cNvSpPr>
            <a:spLocks noGrp="1"/>
          </p:cNvSpPr>
          <p:nvPr>
            <p:ph type="body" sz="quarter" idx="24"/>
          </p:nvPr>
        </p:nvSpPr>
        <p:spPr/>
        <p:txBody>
          <a:bodyPr/>
          <a:lstStyle/>
          <a:p>
            <a:r>
              <a:rPr lang="de-DE" dirty="0"/>
              <a:t>&gt;400</a:t>
            </a:r>
          </a:p>
        </p:txBody>
      </p:sp>
      <p:sp>
        <p:nvSpPr>
          <p:cNvPr id="9" name="Textplatzhalter 8">
            <a:extLst>
              <a:ext uri="{FF2B5EF4-FFF2-40B4-BE49-F238E27FC236}">
                <a16:creationId xmlns:a16="http://schemas.microsoft.com/office/drawing/2014/main" id="{9334B41A-BD16-07B5-6B8F-D497F579EB32}"/>
              </a:ext>
            </a:extLst>
          </p:cNvPr>
          <p:cNvSpPr>
            <a:spLocks noGrp="1"/>
          </p:cNvSpPr>
          <p:nvPr>
            <p:ph type="body" sz="quarter" idx="25"/>
          </p:nvPr>
        </p:nvSpPr>
        <p:spPr/>
        <p:txBody>
          <a:bodyPr/>
          <a:lstStyle/>
          <a:p>
            <a:r>
              <a:rPr lang="de-DE" dirty="0"/>
              <a:t>Aktive Kunden</a:t>
            </a:r>
          </a:p>
        </p:txBody>
      </p:sp>
      <p:sp>
        <p:nvSpPr>
          <p:cNvPr id="11" name="Textplatzhalter 10">
            <a:extLst>
              <a:ext uri="{FF2B5EF4-FFF2-40B4-BE49-F238E27FC236}">
                <a16:creationId xmlns:a16="http://schemas.microsoft.com/office/drawing/2014/main" id="{E1B4010B-2404-7B32-1E3E-CBF0FB654C7C}"/>
              </a:ext>
            </a:extLst>
          </p:cNvPr>
          <p:cNvSpPr>
            <a:spLocks noGrp="1"/>
          </p:cNvSpPr>
          <p:nvPr>
            <p:ph type="body" sz="quarter" idx="26"/>
          </p:nvPr>
        </p:nvSpPr>
        <p:spPr/>
        <p:txBody>
          <a:bodyPr/>
          <a:lstStyle/>
          <a:p>
            <a:endParaRPr lang="de-DE"/>
          </a:p>
        </p:txBody>
      </p:sp>
      <p:pic>
        <p:nvPicPr>
          <p:cNvPr id="15" name="Bildplatzhalter 14">
            <a:extLst>
              <a:ext uri="{FF2B5EF4-FFF2-40B4-BE49-F238E27FC236}">
                <a16:creationId xmlns:a16="http://schemas.microsoft.com/office/drawing/2014/main" id="{9E9579A0-9A4B-E752-F274-85CD98DF0E60}"/>
              </a:ext>
            </a:extLst>
          </p:cNvPr>
          <p:cNvPicPr>
            <a:picLocks noGrp="1" noChangeAspect="1"/>
          </p:cNvPicPr>
          <p:nvPr>
            <p:ph type="pic" sz="quarter" idx="12"/>
          </p:nvPr>
        </p:nvPicPr>
        <p:blipFill>
          <a:blip>
            <a:extLst>
              <a:ext uri="{96DAC541-7B7A-43D3-8B79-37D633B846F1}">
                <asvg:svgBlip xmlns:asvg="http://schemas.microsoft.com/office/drawing/2016/SVG/main" r:embed="rId2"/>
              </a:ext>
            </a:extLst>
          </a:blip>
          <a:srcRect l="-9634" r="-9575"/>
          <a:stretch>
            <a:fillRect/>
          </a:stretch>
        </p:blipFill>
        <p:spPr>
          <a:xfrm>
            <a:off x="9085007" y="660064"/>
            <a:ext cx="2841522" cy="808944"/>
          </a:xfrm>
        </p:spPr>
      </p:pic>
      <p:sp>
        <p:nvSpPr>
          <p:cNvPr id="10" name="Text Placeholder 12">
            <a:extLst>
              <a:ext uri="{FF2B5EF4-FFF2-40B4-BE49-F238E27FC236}">
                <a16:creationId xmlns:a16="http://schemas.microsoft.com/office/drawing/2014/main" id="{7F63BD8F-492D-B800-D207-E99EDBB9C285}"/>
              </a:ext>
            </a:extLst>
          </p:cNvPr>
          <p:cNvSpPr txBox="1">
            <a:spLocks/>
          </p:cNvSpPr>
          <p:nvPr/>
        </p:nvSpPr>
        <p:spPr>
          <a:xfrm>
            <a:off x="4740115" y="4578125"/>
            <a:ext cx="3082399" cy="348109"/>
          </a:xfrm>
          <a:prstGeom prst="rect">
            <a:avLst/>
          </a:prstGeom>
        </p:spPr>
        <p:txBody>
          <a:bodyPr vert="horz" wrap="square" lIns="576000" tIns="45720" rIns="91440" bIns="45720" rtlCol="0" anchor="ctr">
            <a:no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sz="1800" kern="1200">
                <a:solidFill>
                  <a:schemeClr val="bg2"/>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Beschäftigte erreichen wir jedes Jahr</a:t>
            </a:r>
          </a:p>
        </p:txBody>
      </p:sp>
    </p:spTree>
    <p:extLst>
      <p:ext uri="{BB962C8B-B14F-4D97-AF65-F5344CB8AC3E}">
        <p14:creationId xmlns:p14="http://schemas.microsoft.com/office/powerpoint/2010/main" val="2524480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EBD39-83AC-A785-C05B-7B5C64224D56}"/>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EC86E62-9A2A-C228-FD09-252E767BD5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BEC86E62-9A2A-C228-FD09-252E767BD5D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51413A77-E593-CC6A-4E36-32575831757F}"/>
              </a:ext>
            </a:extLst>
          </p:cNvPr>
          <p:cNvSpPr>
            <a:spLocks noGrp="1"/>
          </p:cNvSpPr>
          <p:nvPr>
            <p:ph type="body" sz="quarter" idx="20"/>
          </p:nvPr>
        </p:nvSpPr>
        <p:spPr/>
        <p:txBody>
          <a:bodyPr>
            <a:noAutofit/>
          </a:bodyPr>
          <a:lstStyle/>
          <a:p>
            <a:r>
              <a:rPr lang="en-US" dirty="0">
                <a:solidFill>
                  <a:srgbClr val="012641"/>
                </a:solidFill>
                <a:highlight>
                  <a:srgbClr val="FFFF00"/>
                </a:highlight>
              </a:rPr>
              <a:t>+49 (0)9661 81 38 0</a:t>
            </a:r>
          </a:p>
        </p:txBody>
      </p:sp>
      <p:sp>
        <p:nvSpPr>
          <p:cNvPr id="9" name="Text Placeholder 8">
            <a:extLst>
              <a:ext uri="{FF2B5EF4-FFF2-40B4-BE49-F238E27FC236}">
                <a16:creationId xmlns:a16="http://schemas.microsoft.com/office/drawing/2014/main" id="{C4A02FEE-939D-5AEE-90B5-8775E6FC4D3E}"/>
              </a:ext>
            </a:extLst>
          </p:cNvPr>
          <p:cNvSpPr>
            <a:spLocks noGrp="1"/>
          </p:cNvSpPr>
          <p:nvPr>
            <p:ph type="body" sz="quarter" idx="31"/>
          </p:nvPr>
        </p:nvSpPr>
        <p:spPr/>
        <p:txBody>
          <a:bodyPr>
            <a:noAutofit/>
          </a:bodyPr>
          <a:lstStyle/>
          <a:p>
            <a:r>
              <a:rPr lang="en-US" dirty="0">
                <a:solidFill>
                  <a:srgbClr val="012641"/>
                </a:solidFill>
                <a:highlight>
                  <a:srgbClr val="FFFF00"/>
                </a:highlight>
              </a:rPr>
              <a:t>info</a:t>
            </a:r>
            <a:r>
              <a:rPr lang="en-US" dirty="0">
                <a:solidFill>
                  <a:srgbClr val="012641"/>
                </a:solidFill>
              </a:rPr>
              <a:t>@gesundheitsmanagement.com</a:t>
            </a:r>
          </a:p>
        </p:txBody>
      </p:sp>
      <p:sp>
        <p:nvSpPr>
          <p:cNvPr id="14" name="Text Placeholder 13">
            <a:extLst>
              <a:ext uri="{FF2B5EF4-FFF2-40B4-BE49-F238E27FC236}">
                <a16:creationId xmlns:a16="http://schemas.microsoft.com/office/drawing/2014/main" id="{15C9B29E-C6CF-CC5C-783D-C723656FB071}"/>
              </a:ext>
            </a:extLst>
          </p:cNvPr>
          <p:cNvSpPr>
            <a:spLocks noGrp="1"/>
          </p:cNvSpPr>
          <p:nvPr>
            <p:ph type="body" sz="quarter" idx="10"/>
          </p:nvPr>
        </p:nvSpPr>
        <p:spPr>
          <a:xfrm>
            <a:off x="459143" y="2997836"/>
            <a:ext cx="2796403" cy="1001813"/>
          </a:xfrm>
        </p:spPr>
        <p:txBody>
          <a:bodyPr>
            <a:noAutofit/>
          </a:bodyPr>
          <a:lstStyle/>
          <a:p>
            <a:r>
              <a:rPr lang="en-US" dirty="0" err="1"/>
              <a:t>Kontakt</a:t>
            </a:r>
            <a:endParaRPr lang="en-US" dirty="0"/>
          </a:p>
        </p:txBody>
      </p:sp>
      <p:sp>
        <p:nvSpPr>
          <p:cNvPr id="10" name="Text Placeholder 9">
            <a:extLst>
              <a:ext uri="{FF2B5EF4-FFF2-40B4-BE49-F238E27FC236}">
                <a16:creationId xmlns:a16="http://schemas.microsoft.com/office/drawing/2014/main" id="{8C973AD5-2E56-D249-6ACD-1FA82FA5DCBE}"/>
              </a:ext>
            </a:extLst>
          </p:cNvPr>
          <p:cNvSpPr>
            <a:spLocks noGrp="1"/>
          </p:cNvSpPr>
          <p:nvPr>
            <p:ph type="body" sz="quarter" idx="35"/>
          </p:nvPr>
        </p:nvSpPr>
        <p:spPr/>
        <p:txBody>
          <a:bodyPr>
            <a:noAutofit/>
          </a:bodyPr>
          <a:lstStyle/>
          <a:p>
            <a:pPr marL="0" lvl="0" indent="0" eaLnBrk="0" fontAlgn="base" hangingPunct="0">
              <a:lnSpc>
                <a:spcPct val="100000"/>
              </a:lnSpc>
              <a:spcBef>
                <a:spcPct val="0"/>
              </a:spcBef>
              <a:spcAft>
                <a:spcPct val="0"/>
              </a:spcAft>
              <a:buClrTx/>
            </a:pPr>
            <a:r>
              <a:rPr lang="de-DE" altLang="de-DE" dirty="0">
                <a:solidFill>
                  <a:srgbClr val="012641"/>
                </a:solidFill>
                <a:latin typeface="Abadi" panose="020B0604020104020204" pitchFamily="34" charset="77"/>
              </a:rPr>
              <a:t>Konrad-Mayer-Straße 26, 92237 Sulzbach-Rosenberg</a:t>
            </a:r>
            <a:endParaRPr lang="de-DE" altLang="de-DE" dirty="0">
              <a:solidFill>
                <a:srgbClr val="012641"/>
              </a:solidFill>
              <a:latin typeface="Arial" panose="020B0604020202020204" pitchFamily="34" charset="0"/>
            </a:endParaRPr>
          </a:p>
        </p:txBody>
      </p:sp>
      <p:sp>
        <p:nvSpPr>
          <p:cNvPr id="11" name="Text Placeholder 10">
            <a:extLst>
              <a:ext uri="{FF2B5EF4-FFF2-40B4-BE49-F238E27FC236}">
                <a16:creationId xmlns:a16="http://schemas.microsoft.com/office/drawing/2014/main" id="{337849C6-B5F3-177C-FD62-F208F9D7605C}"/>
              </a:ext>
            </a:extLst>
          </p:cNvPr>
          <p:cNvSpPr>
            <a:spLocks noGrp="1"/>
          </p:cNvSpPr>
          <p:nvPr>
            <p:ph type="body" sz="quarter" idx="37"/>
          </p:nvPr>
        </p:nvSpPr>
        <p:spPr/>
        <p:txBody>
          <a:bodyPr>
            <a:noAutofit/>
          </a:bodyPr>
          <a:lstStyle/>
          <a:p>
            <a:r>
              <a:rPr lang="en-US" dirty="0">
                <a:solidFill>
                  <a:srgbClr val="012641"/>
                </a:solidFill>
              </a:rPr>
              <a:t>www.gesundheitsmanagement.com</a:t>
            </a:r>
          </a:p>
        </p:txBody>
      </p:sp>
      <p:sp>
        <p:nvSpPr>
          <p:cNvPr id="8" name="Text Placeholder 7">
            <a:extLst>
              <a:ext uri="{FF2B5EF4-FFF2-40B4-BE49-F238E27FC236}">
                <a16:creationId xmlns:a16="http://schemas.microsoft.com/office/drawing/2014/main" id="{E39DE082-780A-D83C-36E3-8A68EA13E7E9}"/>
              </a:ext>
            </a:extLst>
          </p:cNvPr>
          <p:cNvSpPr>
            <a:spLocks noGrp="1"/>
          </p:cNvSpPr>
          <p:nvPr>
            <p:ph type="body" sz="quarter" idx="27"/>
          </p:nvPr>
        </p:nvSpPr>
        <p:spPr/>
        <p:txBody>
          <a:bodyPr>
            <a:noAutofit/>
          </a:bodyPr>
          <a:lstStyle/>
          <a:p>
            <a:r>
              <a:rPr lang="en-US" dirty="0"/>
              <a:t>Name</a:t>
            </a:r>
          </a:p>
        </p:txBody>
      </p:sp>
      <p:pic>
        <p:nvPicPr>
          <p:cNvPr id="4" name="Bildplatzhalter 3">
            <a:extLst>
              <a:ext uri="{FF2B5EF4-FFF2-40B4-BE49-F238E27FC236}">
                <a16:creationId xmlns:a16="http://schemas.microsoft.com/office/drawing/2014/main" id="{ABAD38D7-0163-C93A-ADE9-6336E944F90E}"/>
              </a:ext>
            </a:extLst>
          </p:cNvPr>
          <p:cNvPicPr>
            <a:picLocks noGrp="1" noChangeAspect="1"/>
          </p:cNvPicPr>
          <p:nvPr>
            <p:ph type="pic" sz="quarter" idx="44"/>
          </p:nvPr>
        </p:nvPicPr>
        <p:blipFill>
          <a:blip r:embed="rId6">
            <a:extLst>
              <a:ext uri="{28A0092B-C50C-407E-A947-70E740481C1C}">
                <a14:useLocalDpi xmlns:a14="http://schemas.microsoft.com/office/drawing/2010/main" val="0"/>
              </a:ext>
            </a:extLst>
          </a:blip>
          <a:srcRect l="19587" t="284" r="37351" b="56654"/>
          <a:stretch>
            <a:fillRect/>
          </a:stretch>
        </p:blipFill>
        <p:spPr>
          <a:xfrm>
            <a:off x="7818594" y="1489076"/>
            <a:ext cx="1757044" cy="1757044"/>
          </a:xfrm>
        </p:spPr>
      </p:pic>
      <p:sp>
        <p:nvSpPr>
          <p:cNvPr id="31" name="Text Placeholder 30">
            <a:extLst>
              <a:ext uri="{FF2B5EF4-FFF2-40B4-BE49-F238E27FC236}">
                <a16:creationId xmlns:a16="http://schemas.microsoft.com/office/drawing/2014/main" id="{4830658F-7979-3C64-0DF0-E1E2B04758CC}"/>
              </a:ext>
            </a:extLst>
          </p:cNvPr>
          <p:cNvSpPr>
            <a:spLocks noGrp="1"/>
          </p:cNvSpPr>
          <p:nvPr>
            <p:ph type="body" sz="quarter" idx="49"/>
          </p:nvPr>
        </p:nvSpPr>
        <p:spPr/>
        <p:txBody>
          <a:bodyPr>
            <a:noAutofit/>
          </a:bodyPr>
          <a:lstStyle/>
          <a:p>
            <a:endParaRPr lang="en-US"/>
          </a:p>
        </p:txBody>
      </p:sp>
      <p:sp>
        <p:nvSpPr>
          <p:cNvPr id="32" name="Text Placeholder 31">
            <a:extLst>
              <a:ext uri="{FF2B5EF4-FFF2-40B4-BE49-F238E27FC236}">
                <a16:creationId xmlns:a16="http://schemas.microsoft.com/office/drawing/2014/main" id="{4F511240-BC62-1E9D-BD79-5DC2A234F9D0}"/>
              </a:ext>
            </a:extLst>
          </p:cNvPr>
          <p:cNvSpPr>
            <a:spLocks noGrp="1"/>
          </p:cNvSpPr>
          <p:nvPr>
            <p:ph type="body" sz="quarter" idx="51"/>
          </p:nvPr>
        </p:nvSpPr>
        <p:spPr/>
        <p:txBody>
          <a:bodyPr>
            <a:noAutofit/>
          </a:bodyPr>
          <a:lstStyle/>
          <a:p>
            <a:endParaRPr lang="en-US"/>
          </a:p>
        </p:txBody>
      </p:sp>
      <p:sp>
        <p:nvSpPr>
          <p:cNvPr id="33" name="Text Placeholder 32">
            <a:extLst>
              <a:ext uri="{FF2B5EF4-FFF2-40B4-BE49-F238E27FC236}">
                <a16:creationId xmlns:a16="http://schemas.microsoft.com/office/drawing/2014/main" id="{E8010929-786A-7736-3120-2BC4065F41A7}"/>
              </a:ext>
            </a:extLst>
          </p:cNvPr>
          <p:cNvSpPr>
            <a:spLocks noGrp="1"/>
          </p:cNvSpPr>
          <p:nvPr>
            <p:ph type="body" sz="quarter" idx="52"/>
          </p:nvPr>
        </p:nvSpPr>
        <p:spPr/>
        <p:txBody>
          <a:bodyPr>
            <a:noAutofit/>
          </a:bodyPr>
          <a:lstStyle/>
          <a:p>
            <a:endParaRPr lang="en-US"/>
          </a:p>
        </p:txBody>
      </p:sp>
      <p:sp>
        <p:nvSpPr>
          <p:cNvPr id="34" name="Text Placeholder 33">
            <a:extLst>
              <a:ext uri="{FF2B5EF4-FFF2-40B4-BE49-F238E27FC236}">
                <a16:creationId xmlns:a16="http://schemas.microsoft.com/office/drawing/2014/main" id="{9DCAF974-62BA-7A16-8A50-3D19680B8AA4}"/>
              </a:ext>
            </a:extLst>
          </p:cNvPr>
          <p:cNvSpPr>
            <a:spLocks noGrp="1"/>
          </p:cNvSpPr>
          <p:nvPr>
            <p:ph type="body" sz="quarter" idx="53"/>
          </p:nvPr>
        </p:nvSpPr>
        <p:spPr/>
        <p:txBody>
          <a:bodyPr>
            <a:noAutofit/>
          </a:bodyPr>
          <a:lstStyle/>
          <a:p>
            <a:endParaRPr lang="en-US"/>
          </a:p>
        </p:txBody>
      </p:sp>
      <p:sp>
        <p:nvSpPr>
          <p:cNvPr id="13" name="Text Placeholder 12">
            <a:extLst>
              <a:ext uri="{FF2B5EF4-FFF2-40B4-BE49-F238E27FC236}">
                <a16:creationId xmlns:a16="http://schemas.microsoft.com/office/drawing/2014/main" id="{A00BA4A1-F561-848A-369B-7E7CBF272756}"/>
              </a:ext>
            </a:extLst>
          </p:cNvPr>
          <p:cNvSpPr>
            <a:spLocks noGrp="1"/>
          </p:cNvSpPr>
          <p:nvPr>
            <p:ph type="body" sz="quarter" idx="45"/>
          </p:nvPr>
        </p:nvSpPr>
        <p:spPr/>
        <p:txBody>
          <a:bodyPr>
            <a:noAutofit/>
          </a:bodyPr>
          <a:lstStyle/>
          <a:p>
            <a:endParaRPr lang="en-US"/>
          </a:p>
        </p:txBody>
      </p:sp>
      <p:sp>
        <p:nvSpPr>
          <p:cNvPr id="24" name="Text Placeholder 23">
            <a:extLst>
              <a:ext uri="{FF2B5EF4-FFF2-40B4-BE49-F238E27FC236}">
                <a16:creationId xmlns:a16="http://schemas.microsoft.com/office/drawing/2014/main" id="{50CA6F68-FF78-85CA-00E3-3BAC9B1AC55F}"/>
              </a:ext>
            </a:extLst>
          </p:cNvPr>
          <p:cNvSpPr>
            <a:spLocks noGrp="1"/>
          </p:cNvSpPr>
          <p:nvPr>
            <p:ph type="body" sz="quarter" idx="46"/>
          </p:nvPr>
        </p:nvSpPr>
        <p:spPr/>
        <p:txBody>
          <a:bodyPr>
            <a:noAutofit/>
          </a:bodyPr>
          <a:lstStyle/>
          <a:p>
            <a:endParaRPr lang="en-US"/>
          </a:p>
        </p:txBody>
      </p:sp>
      <p:sp>
        <p:nvSpPr>
          <p:cNvPr id="29" name="Text Placeholder 28">
            <a:extLst>
              <a:ext uri="{FF2B5EF4-FFF2-40B4-BE49-F238E27FC236}">
                <a16:creationId xmlns:a16="http://schemas.microsoft.com/office/drawing/2014/main" id="{77D14037-407A-B38F-6FE6-1C854E4359CC}"/>
              </a:ext>
            </a:extLst>
          </p:cNvPr>
          <p:cNvSpPr>
            <a:spLocks noGrp="1"/>
          </p:cNvSpPr>
          <p:nvPr>
            <p:ph type="body" sz="quarter" idx="47"/>
          </p:nvPr>
        </p:nvSpPr>
        <p:spPr/>
        <p:txBody>
          <a:bodyPr>
            <a:noAutofit/>
          </a:bodyPr>
          <a:lstStyle/>
          <a:p>
            <a:endParaRPr lang="en-US"/>
          </a:p>
        </p:txBody>
      </p:sp>
      <p:sp>
        <p:nvSpPr>
          <p:cNvPr id="30" name="Text Placeholder 29">
            <a:extLst>
              <a:ext uri="{FF2B5EF4-FFF2-40B4-BE49-F238E27FC236}">
                <a16:creationId xmlns:a16="http://schemas.microsoft.com/office/drawing/2014/main" id="{8521DC23-8428-5434-8FEE-278684243920}"/>
              </a:ext>
            </a:extLst>
          </p:cNvPr>
          <p:cNvSpPr>
            <a:spLocks noGrp="1"/>
          </p:cNvSpPr>
          <p:nvPr>
            <p:ph type="body" sz="quarter" idx="48"/>
          </p:nvPr>
        </p:nvSpPr>
        <p:spPr/>
        <p:txBody>
          <a:bodyPr>
            <a:noAutofit/>
          </a:bodyPr>
          <a:lstStyle/>
          <a:p>
            <a:endParaRPr lang="en-US"/>
          </a:p>
        </p:txBody>
      </p:sp>
    </p:spTree>
    <p:extLst>
      <p:ext uri="{BB962C8B-B14F-4D97-AF65-F5344CB8AC3E}">
        <p14:creationId xmlns:p14="http://schemas.microsoft.com/office/powerpoint/2010/main" val="3987349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86EAA-0007-647E-9D1E-20992D986C83}"/>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50D4481-F401-476D-9489-E4E47C0D232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B50D4481-F401-476D-9489-E4E47C0D23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Text Placeholder 13">
            <a:extLst>
              <a:ext uri="{FF2B5EF4-FFF2-40B4-BE49-F238E27FC236}">
                <a16:creationId xmlns:a16="http://schemas.microsoft.com/office/drawing/2014/main" id="{0410852A-4F46-02ED-6A0F-EECD20503B5B}"/>
              </a:ext>
            </a:extLst>
          </p:cNvPr>
          <p:cNvSpPr>
            <a:spLocks noGrp="1"/>
          </p:cNvSpPr>
          <p:nvPr>
            <p:ph type="body" sz="quarter" idx="10"/>
          </p:nvPr>
        </p:nvSpPr>
        <p:spPr>
          <a:xfrm>
            <a:off x="459143" y="2997836"/>
            <a:ext cx="4491548" cy="1001813"/>
          </a:xfrm>
        </p:spPr>
        <p:txBody>
          <a:bodyPr>
            <a:noAutofit/>
          </a:bodyPr>
          <a:lstStyle/>
          <a:p>
            <a:r>
              <a:rPr lang="en-US" sz="3200" dirty="0" err="1"/>
              <a:t>Seminarbewertung</a:t>
            </a:r>
            <a:endParaRPr lang="en-US" sz="3200" dirty="0"/>
          </a:p>
        </p:txBody>
      </p:sp>
      <p:pic>
        <p:nvPicPr>
          <p:cNvPr id="3" name="Grafik 2">
            <a:extLst>
              <a:ext uri="{FF2B5EF4-FFF2-40B4-BE49-F238E27FC236}">
                <a16:creationId xmlns:a16="http://schemas.microsoft.com/office/drawing/2014/main" id="{AC79449E-1D9C-F1F8-8EBF-FB2A07D2D234}"/>
              </a:ext>
            </a:extLst>
          </p:cNvPr>
          <p:cNvPicPr>
            <a:picLocks noChangeAspect="1"/>
          </p:cNvPicPr>
          <p:nvPr/>
        </p:nvPicPr>
        <p:blipFill>
          <a:blip r:embed="rId6"/>
          <a:stretch>
            <a:fillRect/>
          </a:stretch>
        </p:blipFill>
        <p:spPr>
          <a:xfrm>
            <a:off x="7241311" y="1809000"/>
            <a:ext cx="3240000" cy="3240000"/>
          </a:xfrm>
          <a:prstGeom prst="rect">
            <a:avLst/>
          </a:prstGeom>
        </p:spPr>
      </p:pic>
      <p:sp>
        <p:nvSpPr>
          <p:cNvPr id="25" name="Rechteck 24">
            <a:extLst>
              <a:ext uri="{FF2B5EF4-FFF2-40B4-BE49-F238E27FC236}">
                <a16:creationId xmlns:a16="http://schemas.microsoft.com/office/drawing/2014/main" id="{74C50777-8F94-922D-14A6-B968B7AE53AF}"/>
              </a:ext>
            </a:extLst>
          </p:cNvPr>
          <p:cNvSpPr/>
          <p:nvPr/>
        </p:nvSpPr>
        <p:spPr>
          <a:xfrm>
            <a:off x="5467927" y="5892800"/>
            <a:ext cx="4535055" cy="2863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p>
        </p:txBody>
      </p:sp>
    </p:spTree>
    <p:extLst>
      <p:ext uri="{BB962C8B-B14F-4D97-AF65-F5344CB8AC3E}">
        <p14:creationId xmlns:p14="http://schemas.microsoft.com/office/powerpoint/2010/main" val="3791085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6302A-6FFE-96B2-AA0D-4057650DCF25}"/>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5A4108D-53B9-768F-11B6-55C87E3A7B7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5" imgH="392" progId="TCLayout.ActiveDocument.1">
                  <p:embed/>
                </p:oleObj>
              </mc:Choice>
              <mc:Fallback>
                <p:oleObj name="think-cell Slide" r:id="rId4" imgW="405" imgH="392" progId="TCLayout.ActiveDocument.1">
                  <p:embed/>
                  <p:pic>
                    <p:nvPicPr>
                      <p:cNvPr id="2" name="think-cell data - do not delete" hidden="1">
                        <a:extLst>
                          <a:ext uri="{FF2B5EF4-FFF2-40B4-BE49-F238E27FC236}">
                            <a16:creationId xmlns:a16="http://schemas.microsoft.com/office/drawing/2014/main" id="{65A4108D-53B9-768F-11B6-55C87E3A7B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Text Placeholder 12">
            <a:extLst>
              <a:ext uri="{FF2B5EF4-FFF2-40B4-BE49-F238E27FC236}">
                <a16:creationId xmlns:a16="http://schemas.microsoft.com/office/drawing/2014/main" id="{982D31CD-4B4C-B5FF-7578-2BC2DCD3DEE3}"/>
              </a:ext>
            </a:extLst>
          </p:cNvPr>
          <p:cNvSpPr>
            <a:spLocks noGrp="1"/>
          </p:cNvSpPr>
          <p:nvPr>
            <p:ph type="body" sz="quarter" idx="13"/>
          </p:nvPr>
        </p:nvSpPr>
        <p:spPr/>
        <p:txBody>
          <a:bodyPr/>
          <a:lstStyle/>
          <a:p>
            <a:r>
              <a:rPr lang="en-US" dirty="0" err="1"/>
              <a:t>Vielen</a:t>
            </a:r>
            <a:r>
              <a:rPr lang="en-US" dirty="0"/>
              <a:t> Dank!</a:t>
            </a:r>
          </a:p>
        </p:txBody>
      </p:sp>
      <p:sp>
        <p:nvSpPr>
          <p:cNvPr id="14" name="Text Placeholder 13">
            <a:extLst>
              <a:ext uri="{FF2B5EF4-FFF2-40B4-BE49-F238E27FC236}">
                <a16:creationId xmlns:a16="http://schemas.microsoft.com/office/drawing/2014/main" id="{2CE0E193-5D14-A814-AAEC-FCC3CCEA15DB}"/>
              </a:ext>
            </a:extLst>
          </p:cNvPr>
          <p:cNvSpPr>
            <a:spLocks noGrp="1"/>
          </p:cNvSpPr>
          <p:nvPr>
            <p:ph type="body" sz="quarter" idx="14"/>
          </p:nvPr>
        </p:nvSpPr>
        <p:spPr>
          <a:xfrm>
            <a:off x="1716406" y="4967899"/>
            <a:ext cx="8759189" cy="348109"/>
          </a:xfrm>
        </p:spPr>
        <p:txBody>
          <a:bodyPr/>
          <a:lstStyle/>
          <a:p>
            <a:r>
              <a:rPr lang="de-DE" dirty="0"/>
              <a:t>IfG GmbH Institut für Gesundheit und Management</a:t>
            </a:r>
          </a:p>
          <a:p>
            <a:r>
              <a:rPr lang="de-DE" dirty="0"/>
              <a:t>Mit Sicherheit. Mehr Gesundheit.</a:t>
            </a:r>
            <a:endParaRPr lang="en-US" dirty="0"/>
          </a:p>
        </p:txBody>
      </p:sp>
      <p:pic>
        <p:nvPicPr>
          <p:cNvPr id="7" name="Bildplatzhalter 6">
            <a:extLst>
              <a:ext uri="{FF2B5EF4-FFF2-40B4-BE49-F238E27FC236}">
                <a16:creationId xmlns:a16="http://schemas.microsoft.com/office/drawing/2014/main" id="{53652C6B-F58B-D6B8-169D-3CF203111A8B}"/>
              </a:ext>
            </a:extLst>
          </p:cNvPr>
          <p:cNvPicPr>
            <a:picLocks noGrp="1" noChangeAspect="1"/>
          </p:cNvPicPr>
          <p:nvPr>
            <p:ph type="pic" sz="quarter" idx="12"/>
          </p:nvPr>
        </p:nvPicPr>
        <p:blipFill>
          <a:blip>
            <a:extLst>
              <a:ext uri="{96DAC541-7B7A-43D3-8B79-37D633B846F1}">
                <asvg:svgBlip xmlns:asvg="http://schemas.microsoft.com/office/drawing/2016/SVG/main" r:embed="rId6"/>
              </a:ext>
            </a:extLst>
          </a:blip>
          <a:srcRect l="-8462" r="-11554"/>
          <a:stretch>
            <a:fillRect/>
          </a:stretch>
        </p:blipFill>
        <p:spPr>
          <a:xfrm>
            <a:off x="4174836" y="1545232"/>
            <a:ext cx="3943927" cy="1115224"/>
          </a:xfrm>
        </p:spPr>
      </p:pic>
    </p:spTree>
    <p:extLst>
      <p:ext uri="{BB962C8B-B14F-4D97-AF65-F5344CB8AC3E}">
        <p14:creationId xmlns:p14="http://schemas.microsoft.com/office/powerpoint/2010/main" val="2875311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3705F90A-6EFE-251E-A546-572C9E1BFEF3}"/>
              </a:ext>
            </a:extLst>
          </p:cNvPr>
          <p:cNvSpPr>
            <a:spLocks noGrp="1"/>
          </p:cNvSpPr>
          <p:nvPr>
            <p:ph type="body" sz="quarter" idx="10"/>
          </p:nvPr>
        </p:nvSpPr>
        <p:spPr/>
        <p:txBody>
          <a:bodyPr>
            <a:noAutofit/>
          </a:bodyPr>
          <a:lstStyle/>
          <a:p>
            <a:r>
              <a:rPr lang="de-DE" dirty="0"/>
              <a:t>Icon Bibliothek</a:t>
            </a:r>
          </a:p>
        </p:txBody>
      </p:sp>
      <p:pic>
        <p:nvPicPr>
          <p:cNvPr id="31" name="Grafik 3" descr="Hinzufügen Silhouette">
            <a:extLst>
              <a:ext uri="{FF2B5EF4-FFF2-40B4-BE49-F238E27FC236}">
                <a16:creationId xmlns:a16="http://schemas.microsoft.com/office/drawing/2014/main" id="{7CAAB3B2-F7E7-2F79-21B1-9648883AD0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279" y="2262554"/>
            <a:ext cx="668303" cy="668303"/>
          </a:xfrm>
          <a:prstGeom prst="rect">
            <a:avLst/>
          </a:prstGeom>
        </p:spPr>
      </p:pic>
      <p:pic>
        <p:nvPicPr>
          <p:cNvPr id="33" name="Grafik 5" descr="Adressbuch Silhouette">
            <a:extLst>
              <a:ext uri="{FF2B5EF4-FFF2-40B4-BE49-F238E27FC236}">
                <a16:creationId xmlns:a16="http://schemas.microsoft.com/office/drawing/2014/main" id="{0627C37C-9A56-1B88-0D2F-F3E681A123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279" y="3105541"/>
            <a:ext cx="668303" cy="668303"/>
          </a:xfrm>
          <a:prstGeom prst="rect">
            <a:avLst/>
          </a:prstGeom>
        </p:spPr>
      </p:pic>
      <p:pic>
        <p:nvPicPr>
          <p:cNvPr id="35" name="Grafik 35" descr="Klemmbrett abgehakt Silhouette">
            <a:extLst>
              <a:ext uri="{FF2B5EF4-FFF2-40B4-BE49-F238E27FC236}">
                <a16:creationId xmlns:a16="http://schemas.microsoft.com/office/drawing/2014/main" id="{FC739946-70E5-8910-5DBA-EF705D0D47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279" y="3948528"/>
            <a:ext cx="668303" cy="668303"/>
          </a:xfrm>
          <a:prstGeom prst="rect">
            <a:avLst/>
          </a:prstGeom>
        </p:spPr>
      </p:pic>
      <p:pic>
        <p:nvPicPr>
          <p:cNvPr id="37" name="Grafik 7" descr="Klebepflaster Silhouette">
            <a:extLst>
              <a:ext uri="{FF2B5EF4-FFF2-40B4-BE49-F238E27FC236}">
                <a16:creationId xmlns:a16="http://schemas.microsoft.com/office/drawing/2014/main" id="{877AF3C9-CFE2-F442-342C-58188B7478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8266" y="2262554"/>
            <a:ext cx="668303" cy="668303"/>
          </a:xfrm>
          <a:prstGeom prst="rect">
            <a:avLst/>
          </a:prstGeom>
        </p:spPr>
      </p:pic>
      <p:pic>
        <p:nvPicPr>
          <p:cNvPr id="39" name="Grafik 11" descr="Pfeil Kreis Silhouette">
            <a:extLst>
              <a:ext uri="{FF2B5EF4-FFF2-40B4-BE49-F238E27FC236}">
                <a16:creationId xmlns:a16="http://schemas.microsoft.com/office/drawing/2014/main" id="{0C5577BD-2E95-D781-E0BD-FF68BCFE268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8266" y="3105541"/>
            <a:ext cx="668303" cy="668303"/>
          </a:xfrm>
          <a:prstGeom prst="rect">
            <a:avLst/>
          </a:prstGeom>
        </p:spPr>
      </p:pic>
      <p:pic>
        <p:nvPicPr>
          <p:cNvPr id="41" name="Grafik 37" descr="Uhr Silhouette">
            <a:extLst>
              <a:ext uri="{FF2B5EF4-FFF2-40B4-BE49-F238E27FC236}">
                <a16:creationId xmlns:a16="http://schemas.microsoft.com/office/drawing/2014/main" id="{74F91615-968E-3368-8A87-DAB2C74496C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28266" y="3948528"/>
            <a:ext cx="668303" cy="668303"/>
          </a:xfrm>
          <a:prstGeom prst="rect">
            <a:avLst/>
          </a:prstGeom>
        </p:spPr>
      </p:pic>
      <p:pic>
        <p:nvPicPr>
          <p:cNvPr id="43" name="Grafik 9" descr="Wecker Silhouette">
            <a:extLst>
              <a:ext uri="{FF2B5EF4-FFF2-40B4-BE49-F238E27FC236}">
                <a16:creationId xmlns:a16="http://schemas.microsoft.com/office/drawing/2014/main" id="{A6C22AA7-0A2C-5FFB-D172-B1CE4CE2684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71254" y="2262554"/>
            <a:ext cx="668303" cy="668303"/>
          </a:xfrm>
          <a:prstGeom prst="rect">
            <a:avLst/>
          </a:prstGeom>
        </p:spPr>
      </p:pic>
      <p:pic>
        <p:nvPicPr>
          <p:cNvPr id="45" name="Grafik 13" descr="Pfeil nach rechts Silhouette">
            <a:extLst>
              <a:ext uri="{FF2B5EF4-FFF2-40B4-BE49-F238E27FC236}">
                <a16:creationId xmlns:a16="http://schemas.microsoft.com/office/drawing/2014/main" id="{AE820B0E-C418-0E27-C990-A0219F35988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71254" y="3105541"/>
            <a:ext cx="668303" cy="668303"/>
          </a:xfrm>
          <a:prstGeom prst="rect">
            <a:avLst/>
          </a:prstGeom>
        </p:spPr>
      </p:pic>
      <p:pic>
        <p:nvPicPr>
          <p:cNvPr id="47" name="Grafik 39" descr="Schließen Silhouette">
            <a:extLst>
              <a:ext uri="{FF2B5EF4-FFF2-40B4-BE49-F238E27FC236}">
                <a16:creationId xmlns:a16="http://schemas.microsoft.com/office/drawing/2014/main" id="{4308EE45-4CE0-19C2-AB79-8AAC3E1EC03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71254" y="3948528"/>
            <a:ext cx="668303" cy="668303"/>
          </a:xfrm>
          <a:prstGeom prst="rect">
            <a:avLst/>
          </a:prstGeom>
        </p:spPr>
      </p:pic>
      <p:pic>
        <p:nvPicPr>
          <p:cNvPr id="49" name="Grafik 45" descr="Datenbank Silhouette">
            <a:extLst>
              <a:ext uri="{FF2B5EF4-FFF2-40B4-BE49-F238E27FC236}">
                <a16:creationId xmlns:a16="http://schemas.microsoft.com/office/drawing/2014/main" id="{0B31AB3F-1BB5-7B82-02A1-B5EA6961AFA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900214" y="3948528"/>
            <a:ext cx="668303" cy="668303"/>
          </a:xfrm>
          <a:prstGeom prst="rect">
            <a:avLst/>
          </a:prstGeom>
        </p:spPr>
      </p:pic>
      <p:pic>
        <p:nvPicPr>
          <p:cNvPr id="51" name="Grafik 55" descr="Pipette Silhouette">
            <a:extLst>
              <a:ext uri="{FF2B5EF4-FFF2-40B4-BE49-F238E27FC236}">
                <a16:creationId xmlns:a16="http://schemas.microsoft.com/office/drawing/2014/main" id="{4D2EC94B-4C1A-0E9E-AC52-7EB1ED71590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28266" y="4791516"/>
            <a:ext cx="668303" cy="668303"/>
          </a:xfrm>
          <a:prstGeom prst="rect">
            <a:avLst/>
          </a:prstGeom>
        </p:spPr>
      </p:pic>
      <p:pic>
        <p:nvPicPr>
          <p:cNvPr id="53" name="Grafik 15" descr="Balkendiagramm mit Aufwärtstrend Silhouette">
            <a:extLst>
              <a:ext uri="{FF2B5EF4-FFF2-40B4-BE49-F238E27FC236}">
                <a16:creationId xmlns:a16="http://schemas.microsoft.com/office/drawing/2014/main" id="{DE5CCD32-F917-C1AF-DFF1-3C857268F39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214240" y="3105541"/>
            <a:ext cx="668303" cy="668303"/>
          </a:xfrm>
          <a:prstGeom prst="rect">
            <a:avLst/>
          </a:prstGeom>
        </p:spPr>
      </p:pic>
      <p:pic>
        <p:nvPicPr>
          <p:cNvPr id="55" name="Grafik 41" descr="Cmd (Terminal) Silhouette">
            <a:extLst>
              <a:ext uri="{FF2B5EF4-FFF2-40B4-BE49-F238E27FC236}">
                <a16:creationId xmlns:a16="http://schemas.microsoft.com/office/drawing/2014/main" id="{217E2044-DD9E-293E-857C-BBDB9C46469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214240" y="3948528"/>
            <a:ext cx="668303" cy="668303"/>
          </a:xfrm>
          <a:prstGeom prst="rect">
            <a:avLst/>
          </a:prstGeom>
        </p:spPr>
      </p:pic>
      <p:pic>
        <p:nvPicPr>
          <p:cNvPr id="57" name="Grafik 65" descr="Griechischer Tempel Silhouette">
            <a:extLst>
              <a:ext uri="{FF2B5EF4-FFF2-40B4-BE49-F238E27FC236}">
                <a16:creationId xmlns:a16="http://schemas.microsoft.com/office/drawing/2014/main" id="{F79D6555-21A4-1C72-9018-20869AD9569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214240" y="2262554"/>
            <a:ext cx="668303" cy="668303"/>
          </a:xfrm>
          <a:prstGeom prst="rect">
            <a:avLst/>
          </a:prstGeom>
        </p:spPr>
      </p:pic>
      <p:pic>
        <p:nvPicPr>
          <p:cNvPr id="59" name="Grafik 17" descr="Bücher Silhouette">
            <a:extLst>
              <a:ext uri="{FF2B5EF4-FFF2-40B4-BE49-F238E27FC236}">
                <a16:creationId xmlns:a16="http://schemas.microsoft.com/office/drawing/2014/main" id="{B011D0CF-B501-7B70-173E-A019BD7995A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057227" y="3105541"/>
            <a:ext cx="668303" cy="668303"/>
          </a:xfrm>
          <a:prstGeom prst="rect">
            <a:avLst/>
          </a:prstGeom>
        </p:spPr>
      </p:pic>
      <p:pic>
        <p:nvPicPr>
          <p:cNvPr id="61" name="Grafik 43" descr="Kommentar (wichtig) Silhouette">
            <a:extLst>
              <a:ext uri="{FF2B5EF4-FFF2-40B4-BE49-F238E27FC236}">
                <a16:creationId xmlns:a16="http://schemas.microsoft.com/office/drawing/2014/main" id="{11A5203A-8FE7-1F2B-0250-541F5C1AD79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057227" y="3948528"/>
            <a:ext cx="668303" cy="668303"/>
          </a:xfrm>
          <a:prstGeom prst="rect">
            <a:avLst/>
          </a:prstGeom>
        </p:spPr>
      </p:pic>
      <p:pic>
        <p:nvPicPr>
          <p:cNvPr id="63" name="Grafik 67" descr="Grinsende Gesichtskontur Silhouette">
            <a:extLst>
              <a:ext uri="{FF2B5EF4-FFF2-40B4-BE49-F238E27FC236}">
                <a16:creationId xmlns:a16="http://schemas.microsoft.com/office/drawing/2014/main" id="{F2C86076-1289-B3CF-F93D-4E1FE01293E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057227" y="2262554"/>
            <a:ext cx="668303" cy="668303"/>
          </a:xfrm>
          <a:prstGeom prst="rect">
            <a:avLst/>
          </a:prstGeom>
        </p:spPr>
      </p:pic>
      <p:pic>
        <p:nvPicPr>
          <p:cNvPr id="65" name="Grafik 19" descr="Schachtel Silhouette">
            <a:extLst>
              <a:ext uri="{FF2B5EF4-FFF2-40B4-BE49-F238E27FC236}">
                <a16:creationId xmlns:a16="http://schemas.microsoft.com/office/drawing/2014/main" id="{E36782B4-1595-C003-E6FF-FD1EC289ECB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900215" y="3105541"/>
            <a:ext cx="668303" cy="668303"/>
          </a:xfrm>
          <a:prstGeom prst="rect">
            <a:avLst/>
          </a:prstGeom>
        </p:spPr>
      </p:pic>
      <p:pic>
        <p:nvPicPr>
          <p:cNvPr id="67" name="Grafik 47" descr="Ärztin Silhouette">
            <a:extLst>
              <a:ext uri="{FF2B5EF4-FFF2-40B4-BE49-F238E27FC236}">
                <a16:creationId xmlns:a16="http://schemas.microsoft.com/office/drawing/2014/main" id="{DCA59C21-DE81-9709-6858-E7451FB01FD3}"/>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743202" y="3948528"/>
            <a:ext cx="668303" cy="668303"/>
          </a:xfrm>
          <a:prstGeom prst="rect">
            <a:avLst/>
          </a:prstGeom>
        </p:spPr>
      </p:pic>
      <p:pic>
        <p:nvPicPr>
          <p:cNvPr id="69" name="Grafik 69" descr="Gruppe Silhouette">
            <a:extLst>
              <a:ext uri="{FF2B5EF4-FFF2-40B4-BE49-F238E27FC236}">
                <a16:creationId xmlns:a16="http://schemas.microsoft.com/office/drawing/2014/main" id="{989D171E-1135-8B13-B32A-5E9433DA1022}"/>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900215" y="2262554"/>
            <a:ext cx="668303" cy="668303"/>
          </a:xfrm>
          <a:prstGeom prst="rect">
            <a:avLst/>
          </a:prstGeom>
        </p:spPr>
      </p:pic>
      <p:pic>
        <p:nvPicPr>
          <p:cNvPr id="71" name="Grafik 21" descr="Aktenkoffer Silhouette">
            <a:extLst>
              <a:ext uri="{FF2B5EF4-FFF2-40B4-BE49-F238E27FC236}">
                <a16:creationId xmlns:a16="http://schemas.microsoft.com/office/drawing/2014/main" id="{12336E99-BFA5-E39F-E27B-B1AF0963090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743202" y="3105541"/>
            <a:ext cx="668303" cy="668303"/>
          </a:xfrm>
          <a:prstGeom prst="rect">
            <a:avLst/>
          </a:prstGeom>
        </p:spPr>
      </p:pic>
      <p:pic>
        <p:nvPicPr>
          <p:cNvPr id="73" name="Grafik 49" descr="Arzt Silhouette">
            <a:extLst>
              <a:ext uri="{FF2B5EF4-FFF2-40B4-BE49-F238E27FC236}">
                <a16:creationId xmlns:a16="http://schemas.microsoft.com/office/drawing/2014/main" id="{09422A68-431D-EF76-8A39-E0E96169199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586190" y="3948528"/>
            <a:ext cx="668303" cy="668303"/>
          </a:xfrm>
          <a:prstGeom prst="rect">
            <a:avLst/>
          </a:prstGeom>
        </p:spPr>
      </p:pic>
      <p:pic>
        <p:nvPicPr>
          <p:cNvPr id="75" name="Grafik 71" descr="Gruppenbrainstorming Silhouette">
            <a:extLst>
              <a:ext uri="{FF2B5EF4-FFF2-40B4-BE49-F238E27FC236}">
                <a16:creationId xmlns:a16="http://schemas.microsoft.com/office/drawing/2014/main" id="{0B84C654-EEC6-8877-A14C-DB24B75760C5}"/>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743202" y="2262554"/>
            <a:ext cx="668303" cy="668303"/>
          </a:xfrm>
          <a:prstGeom prst="rect">
            <a:avLst/>
          </a:prstGeom>
        </p:spPr>
      </p:pic>
      <p:pic>
        <p:nvPicPr>
          <p:cNvPr id="77" name="Grafik 23" descr="Callcenter Silhouette">
            <a:extLst>
              <a:ext uri="{FF2B5EF4-FFF2-40B4-BE49-F238E27FC236}">
                <a16:creationId xmlns:a16="http://schemas.microsoft.com/office/drawing/2014/main" id="{ADD30848-C585-1C23-69E7-299332FB2AD1}"/>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586190" y="3105541"/>
            <a:ext cx="668303" cy="668303"/>
          </a:xfrm>
          <a:prstGeom prst="rect">
            <a:avLst/>
          </a:prstGeom>
        </p:spPr>
      </p:pic>
      <p:pic>
        <p:nvPicPr>
          <p:cNvPr id="79" name="Grafik 51" descr="Umschlag Silhouette">
            <a:extLst>
              <a:ext uri="{FF2B5EF4-FFF2-40B4-BE49-F238E27FC236}">
                <a16:creationId xmlns:a16="http://schemas.microsoft.com/office/drawing/2014/main" id="{FF733465-CAA4-8ABE-D1D1-B39459B4BB07}"/>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7429176" y="3948528"/>
            <a:ext cx="668303" cy="668303"/>
          </a:xfrm>
          <a:prstGeom prst="rect">
            <a:avLst/>
          </a:prstGeom>
        </p:spPr>
      </p:pic>
      <p:pic>
        <p:nvPicPr>
          <p:cNvPr id="81" name="Grafik 73" descr="Herz Silhouette">
            <a:extLst>
              <a:ext uri="{FF2B5EF4-FFF2-40B4-BE49-F238E27FC236}">
                <a16:creationId xmlns:a16="http://schemas.microsoft.com/office/drawing/2014/main" id="{C64E8B47-F432-CC32-9BEF-041073394E25}"/>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586190" y="2262554"/>
            <a:ext cx="668303" cy="668303"/>
          </a:xfrm>
          <a:prstGeom prst="rect">
            <a:avLst/>
          </a:prstGeom>
        </p:spPr>
      </p:pic>
      <p:pic>
        <p:nvPicPr>
          <p:cNvPr id="83" name="Grafik 25" descr="Pflege Silhouette">
            <a:extLst>
              <a:ext uri="{FF2B5EF4-FFF2-40B4-BE49-F238E27FC236}">
                <a16:creationId xmlns:a16="http://schemas.microsoft.com/office/drawing/2014/main" id="{9491794F-2115-747D-4544-FCBF32BA2D53}"/>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7429176" y="3105541"/>
            <a:ext cx="668303" cy="668303"/>
          </a:xfrm>
          <a:prstGeom prst="rect">
            <a:avLst/>
          </a:prstGeom>
        </p:spPr>
      </p:pic>
      <p:pic>
        <p:nvPicPr>
          <p:cNvPr id="86" name="Grafik 53" descr="Euro Silhouette">
            <a:extLst>
              <a:ext uri="{FF2B5EF4-FFF2-40B4-BE49-F238E27FC236}">
                <a16:creationId xmlns:a16="http://schemas.microsoft.com/office/drawing/2014/main" id="{11623721-9AC2-EFF8-1C09-9790159627CD}"/>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272161" y="3948528"/>
            <a:ext cx="668303" cy="668303"/>
          </a:xfrm>
          <a:prstGeom prst="rect">
            <a:avLst/>
          </a:prstGeom>
        </p:spPr>
      </p:pic>
      <p:pic>
        <p:nvPicPr>
          <p:cNvPr id="87" name="Grafik 75" descr="Hilfe Silhouette">
            <a:extLst>
              <a:ext uri="{FF2B5EF4-FFF2-40B4-BE49-F238E27FC236}">
                <a16:creationId xmlns:a16="http://schemas.microsoft.com/office/drawing/2014/main" id="{731DFD9A-BFAF-8AE1-194C-AF97E23AC6AC}"/>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7429176" y="2262554"/>
            <a:ext cx="668303" cy="668303"/>
          </a:xfrm>
          <a:prstGeom prst="rect">
            <a:avLst/>
          </a:prstGeom>
        </p:spPr>
      </p:pic>
      <p:pic>
        <p:nvPicPr>
          <p:cNvPr id="88" name="Grafik 27" descr="Chat Silhouette">
            <a:extLst>
              <a:ext uri="{FF2B5EF4-FFF2-40B4-BE49-F238E27FC236}">
                <a16:creationId xmlns:a16="http://schemas.microsoft.com/office/drawing/2014/main" id="{673C1B73-C11E-8A08-FA0E-3AB3D26BADD1}"/>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272163" y="3105541"/>
            <a:ext cx="668303" cy="668303"/>
          </a:xfrm>
          <a:prstGeom prst="rect">
            <a:avLst/>
          </a:prstGeom>
        </p:spPr>
      </p:pic>
      <p:pic>
        <p:nvPicPr>
          <p:cNvPr id="89" name="Grafik 57" descr="Verbandskasten Silhouette">
            <a:extLst>
              <a:ext uri="{FF2B5EF4-FFF2-40B4-BE49-F238E27FC236}">
                <a16:creationId xmlns:a16="http://schemas.microsoft.com/office/drawing/2014/main" id="{5C4FF5BB-0310-6C92-E8B0-5679078465AC}"/>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9115150" y="3948528"/>
            <a:ext cx="668303" cy="668303"/>
          </a:xfrm>
          <a:prstGeom prst="rect">
            <a:avLst/>
          </a:prstGeom>
        </p:spPr>
      </p:pic>
      <p:pic>
        <p:nvPicPr>
          <p:cNvPr id="90" name="Grafik 77" descr="Start Silhouette">
            <a:extLst>
              <a:ext uri="{FF2B5EF4-FFF2-40B4-BE49-F238E27FC236}">
                <a16:creationId xmlns:a16="http://schemas.microsoft.com/office/drawing/2014/main" id="{C19CE5C5-3852-F19A-5FAB-8B72BF450A67}"/>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272163" y="2262554"/>
            <a:ext cx="668303" cy="668303"/>
          </a:xfrm>
          <a:prstGeom prst="rect">
            <a:avLst/>
          </a:prstGeom>
        </p:spPr>
      </p:pic>
      <p:pic>
        <p:nvPicPr>
          <p:cNvPr id="91" name="Grafik 29" descr="Chemikalien Silhouette">
            <a:extLst>
              <a:ext uri="{FF2B5EF4-FFF2-40B4-BE49-F238E27FC236}">
                <a16:creationId xmlns:a16="http://schemas.microsoft.com/office/drawing/2014/main" id="{4B943680-773D-AC02-F1CB-CC28D012F4E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9115151" y="3105541"/>
            <a:ext cx="668303" cy="668303"/>
          </a:xfrm>
          <a:prstGeom prst="rect">
            <a:avLst/>
          </a:prstGeom>
        </p:spPr>
      </p:pic>
      <p:pic>
        <p:nvPicPr>
          <p:cNvPr id="92" name="Grafik 59" descr="Kennzeichen Silhouette">
            <a:extLst>
              <a:ext uri="{FF2B5EF4-FFF2-40B4-BE49-F238E27FC236}">
                <a16:creationId xmlns:a16="http://schemas.microsoft.com/office/drawing/2014/main" id="{400815B2-72BF-40A9-489C-98DD92BBF0E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958137" y="3948528"/>
            <a:ext cx="668303" cy="668303"/>
          </a:xfrm>
          <a:prstGeom prst="rect">
            <a:avLst/>
          </a:prstGeom>
        </p:spPr>
      </p:pic>
      <p:pic>
        <p:nvPicPr>
          <p:cNvPr id="93" name="Grafik 79" descr="Sanduhr 60% Silhouette">
            <a:extLst>
              <a:ext uri="{FF2B5EF4-FFF2-40B4-BE49-F238E27FC236}">
                <a16:creationId xmlns:a16="http://schemas.microsoft.com/office/drawing/2014/main" id="{DADE1080-D3E7-9D00-E36E-62F44CD29500}"/>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9115151" y="2262554"/>
            <a:ext cx="668303" cy="668303"/>
          </a:xfrm>
          <a:prstGeom prst="rect">
            <a:avLst/>
          </a:prstGeom>
        </p:spPr>
      </p:pic>
      <p:pic>
        <p:nvPicPr>
          <p:cNvPr id="94" name="Grafik 31" descr="Kreisförmiges Flussdiagramm Silhouette">
            <a:extLst>
              <a:ext uri="{FF2B5EF4-FFF2-40B4-BE49-F238E27FC236}">
                <a16:creationId xmlns:a16="http://schemas.microsoft.com/office/drawing/2014/main" id="{7A9B5CE4-05C5-49CB-B4EE-3AF36188B38C}"/>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9958138" y="3105541"/>
            <a:ext cx="668303" cy="668303"/>
          </a:xfrm>
          <a:prstGeom prst="rect">
            <a:avLst/>
          </a:prstGeom>
        </p:spPr>
      </p:pic>
      <p:pic>
        <p:nvPicPr>
          <p:cNvPr id="95" name="Grafik 61" descr="Hospital Silhouette">
            <a:extLst>
              <a:ext uri="{FF2B5EF4-FFF2-40B4-BE49-F238E27FC236}">
                <a16:creationId xmlns:a16="http://schemas.microsoft.com/office/drawing/2014/main" id="{5F28508D-8CF0-7398-5CB7-078072EE5592}"/>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0801122" y="3948528"/>
            <a:ext cx="668303" cy="668303"/>
          </a:xfrm>
          <a:prstGeom prst="rect">
            <a:avLst/>
          </a:prstGeom>
        </p:spPr>
      </p:pic>
      <p:pic>
        <p:nvPicPr>
          <p:cNvPr id="96" name="Grafik 81" descr="Posteingang Silhouette">
            <a:extLst>
              <a:ext uri="{FF2B5EF4-FFF2-40B4-BE49-F238E27FC236}">
                <a16:creationId xmlns:a16="http://schemas.microsoft.com/office/drawing/2014/main" id="{D2EC4992-B522-8337-0E70-CCF647A34163}"/>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958138" y="2262554"/>
            <a:ext cx="668303" cy="668303"/>
          </a:xfrm>
          <a:prstGeom prst="rect">
            <a:avLst/>
          </a:prstGeom>
        </p:spPr>
      </p:pic>
      <p:pic>
        <p:nvPicPr>
          <p:cNvPr id="97" name="Grafik 33" descr="Klemmbrett Silhouette">
            <a:extLst>
              <a:ext uri="{FF2B5EF4-FFF2-40B4-BE49-F238E27FC236}">
                <a16:creationId xmlns:a16="http://schemas.microsoft.com/office/drawing/2014/main" id="{CBDE69BD-0E68-8521-C5DE-CF7755A6642A}"/>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0801122" y="3105541"/>
            <a:ext cx="668303" cy="668303"/>
          </a:xfrm>
          <a:prstGeom prst="rect">
            <a:avLst/>
          </a:prstGeom>
        </p:spPr>
      </p:pic>
      <p:pic>
        <p:nvPicPr>
          <p:cNvPr id="98" name="Grafik 63" descr="Medizin Silhouette">
            <a:extLst>
              <a:ext uri="{FF2B5EF4-FFF2-40B4-BE49-F238E27FC236}">
                <a16:creationId xmlns:a16="http://schemas.microsoft.com/office/drawing/2014/main" id="{51B1B6D9-96F3-3FAD-3263-FC6F692F3DA3}"/>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685279" y="4791515"/>
            <a:ext cx="668303" cy="668303"/>
          </a:xfrm>
          <a:prstGeom prst="rect">
            <a:avLst/>
          </a:prstGeom>
        </p:spPr>
      </p:pic>
      <p:pic>
        <p:nvPicPr>
          <p:cNvPr id="99" name="Grafik 83" descr="Internet der Dinge Silhouette">
            <a:extLst>
              <a:ext uri="{FF2B5EF4-FFF2-40B4-BE49-F238E27FC236}">
                <a16:creationId xmlns:a16="http://schemas.microsoft.com/office/drawing/2014/main" id="{E7CDAEF3-A10D-2235-FD13-BFBB9C114E03}"/>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0801122" y="2262554"/>
            <a:ext cx="668303" cy="668303"/>
          </a:xfrm>
          <a:prstGeom prst="rect">
            <a:avLst/>
          </a:prstGeom>
        </p:spPr>
      </p:pic>
      <p:pic>
        <p:nvPicPr>
          <p:cNvPr id="15" name="Grafik 14" descr="Hierarchie Silhouette">
            <a:extLst>
              <a:ext uri="{FF2B5EF4-FFF2-40B4-BE49-F238E27FC236}">
                <a16:creationId xmlns:a16="http://schemas.microsoft.com/office/drawing/2014/main" id="{205FDC3C-EE41-7001-53DB-9C6ADC8A5452}"/>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3213387" y="4791515"/>
            <a:ext cx="669600" cy="669600"/>
          </a:xfrm>
          <a:prstGeom prst="rect">
            <a:avLst/>
          </a:prstGeom>
        </p:spPr>
      </p:pic>
      <p:pic>
        <p:nvPicPr>
          <p:cNvPr id="17" name="Grafik 16" descr="Volltreffer Silhouette">
            <a:extLst>
              <a:ext uri="{FF2B5EF4-FFF2-40B4-BE49-F238E27FC236}">
                <a16:creationId xmlns:a16="http://schemas.microsoft.com/office/drawing/2014/main" id="{93081344-8291-6BF4-2FBA-1B753D11868A}"/>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369957" y="4791515"/>
            <a:ext cx="669600" cy="669600"/>
          </a:xfrm>
          <a:prstGeom prst="rect">
            <a:avLst/>
          </a:prstGeom>
        </p:spPr>
      </p:pic>
    </p:spTree>
    <p:extLst>
      <p:ext uri="{BB962C8B-B14F-4D97-AF65-F5344CB8AC3E}">
        <p14:creationId xmlns:p14="http://schemas.microsoft.com/office/powerpoint/2010/main" val="1324849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29D177-38FD-B31A-7156-691D95A3A758}"/>
              </a:ext>
            </a:extLst>
          </p:cNvPr>
          <p:cNvSpPr>
            <a:spLocks noGrp="1"/>
          </p:cNvSpPr>
          <p:nvPr>
            <p:ph type="body" sz="quarter" idx="10"/>
          </p:nvPr>
        </p:nvSpPr>
        <p:spPr/>
        <p:txBody>
          <a:bodyPr>
            <a:noAutofit/>
          </a:bodyPr>
          <a:lstStyle/>
          <a:p>
            <a:r>
              <a:rPr lang="de-DE" dirty="0"/>
              <a:t>Icon Bibliothek</a:t>
            </a:r>
          </a:p>
        </p:txBody>
      </p:sp>
      <p:pic>
        <p:nvPicPr>
          <p:cNvPr id="4" name="Grafik 3" descr="Hinzufügen Silhouette">
            <a:extLst>
              <a:ext uri="{FF2B5EF4-FFF2-40B4-BE49-F238E27FC236}">
                <a16:creationId xmlns:a16="http://schemas.microsoft.com/office/drawing/2014/main" id="{231C8F61-54E7-1646-1630-879D42FC80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5279" y="2263350"/>
            <a:ext cx="667836" cy="667836"/>
          </a:xfrm>
          <a:prstGeom prst="rect">
            <a:avLst/>
          </a:prstGeom>
        </p:spPr>
      </p:pic>
      <p:pic>
        <p:nvPicPr>
          <p:cNvPr id="5" name="Grafik 5" descr="Adressbuch Silhouette">
            <a:extLst>
              <a:ext uri="{FF2B5EF4-FFF2-40B4-BE49-F238E27FC236}">
                <a16:creationId xmlns:a16="http://schemas.microsoft.com/office/drawing/2014/main" id="{3648646B-68B7-5F5E-2BBB-E07DA8AAE1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279" y="3105749"/>
            <a:ext cx="667836" cy="667836"/>
          </a:xfrm>
          <a:prstGeom prst="rect">
            <a:avLst/>
          </a:prstGeom>
        </p:spPr>
      </p:pic>
      <p:pic>
        <p:nvPicPr>
          <p:cNvPr id="6" name="Grafik 35" descr="Klemmbrett abgehakt Silhouette">
            <a:extLst>
              <a:ext uri="{FF2B5EF4-FFF2-40B4-BE49-F238E27FC236}">
                <a16:creationId xmlns:a16="http://schemas.microsoft.com/office/drawing/2014/main" id="{9AD0162F-E26B-6AAF-3807-02ED45E3BF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5279" y="3948147"/>
            <a:ext cx="667836" cy="667836"/>
          </a:xfrm>
          <a:prstGeom prst="rect">
            <a:avLst/>
          </a:prstGeom>
        </p:spPr>
      </p:pic>
      <p:pic>
        <p:nvPicPr>
          <p:cNvPr id="7" name="Grafik 7" descr="Klebepflaster Silhouette">
            <a:extLst>
              <a:ext uri="{FF2B5EF4-FFF2-40B4-BE49-F238E27FC236}">
                <a16:creationId xmlns:a16="http://schemas.microsoft.com/office/drawing/2014/main" id="{8FCBE933-6B63-5483-63FB-51AF0CC3E0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7678" y="2263350"/>
            <a:ext cx="667836" cy="667836"/>
          </a:xfrm>
          <a:prstGeom prst="rect">
            <a:avLst/>
          </a:prstGeom>
        </p:spPr>
      </p:pic>
      <p:pic>
        <p:nvPicPr>
          <p:cNvPr id="8" name="Grafik 11" descr="Pfeil Kreis Silhouette">
            <a:extLst>
              <a:ext uri="{FF2B5EF4-FFF2-40B4-BE49-F238E27FC236}">
                <a16:creationId xmlns:a16="http://schemas.microsoft.com/office/drawing/2014/main" id="{4E4B70C7-4F96-2401-0F05-5296C93929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7678" y="3105749"/>
            <a:ext cx="667836" cy="667836"/>
          </a:xfrm>
          <a:prstGeom prst="rect">
            <a:avLst/>
          </a:prstGeom>
        </p:spPr>
      </p:pic>
      <p:pic>
        <p:nvPicPr>
          <p:cNvPr id="9" name="Grafik 37" descr="Uhr Silhouette">
            <a:extLst>
              <a:ext uri="{FF2B5EF4-FFF2-40B4-BE49-F238E27FC236}">
                <a16:creationId xmlns:a16="http://schemas.microsoft.com/office/drawing/2014/main" id="{C372C6D0-8E8C-B282-C2A2-1B8102E7F68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27678" y="3948147"/>
            <a:ext cx="667836" cy="667836"/>
          </a:xfrm>
          <a:prstGeom prst="rect">
            <a:avLst/>
          </a:prstGeom>
        </p:spPr>
      </p:pic>
      <p:pic>
        <p:nvPicPr>
          <p:cNvPr id="10" name="Grafik 9" descr="Wecker Silhouette">
            <a:extLst>
              <a:ext uri="{FF2B5EF4-FFF2-40B4-BE49-F238E27FC236}">
                <a16:creationId xmlns:a16="http://schemas.microsoft.com/office/drawing/2014/main" id="{EAAB3BCE-BA16-C6B2-3D34-6AEE0DAF27C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70077" y="2263350"/>
            <a:ext cx="667836" cy="667836"/>
          </a:xfrm>
          <a:prstGeom prst="rect">
            <a:avLst/>
          </a:prstGeom>
        </p:spPr>
      </p:pic>
      <p:pic>
        <p:nvPicPr>
          <p:cNvPr id="11" name="Grafik 13" descr="Pfeil nach rechts Silhouette">
            <a:extLst>
              <a:ext uri="{FF2B5EF4-FFF2-40B4-BE49-F238E27FC236}">
                <a16:creationId xmlns:a16="http://schemas.microsoft.com/office/drawing/2014/main" id="{15B020F2-7FB7-30BB-416C-F0CD2685FC4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70077" y="3105749"/>
            <a:ext cx="667836" cy="667836"/>
          </a:xfrm>
          <a:prstGeom prst="rect">
            <a:avLst/>
          </a:prstGeom>
        </p:spPr>
      </p:pic>
      <p:pic>
        <p:nvPicPr>
          <p:cNvPr id="12" name="Grafik 39" descr="Schließen Silhouette">
            <a:extLst>
              <a:ext uri="{FF2B5EF4-FFF2-40B4-BE49-F238E27FC236}">
                <a16:creationId xmlns:a16="http://schemas.microsoft.com/office/drawing/2014/main" id="{6779BD49-C8CC-8C4E-D120-FA87C585A73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70077" y="3948147"/>
            <a:ext cx="667836" cy="667836"/>
          </a:xfrm>
          <a:prstGeom prst="rect">
            <a:avLst/>
          </a:prstGeom>
        </p:spPr>
      </p:pic>
      <p:pic>
        <p:nvPicPr>
          <p:cNvPr id="13" name="Grafik 45" descr="Datenbank Silhouette">
            <a:extLst>
              <a:ext uri="{FF2B5EF4-FFF2-40B4-BE49-F238E27FC236}">
                <a16:creationId xmlns:a16="http://schemas.microsoft.com/office/drawing/2014/main" id="{A79B2841-25E5-081D-BD25-487F787FD76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897272" y="3948147"/>
            <a:ext cx="667836" cy="667836"/>
          </a:xfrm>
          <a:prstGeom prst="rect">
            <a:avLst/>
          </a:prstGeom>
        </p:spPr>
      </p:pic>
      <p:pic>
        <p:nvPicPr>
          <p:cNvPr id="14" name="Grafik 55" descr="Pipette Silhouette">
            <a:extLst>
              <a:ext uri="{FF2B5EF4-FFF2-40B4-BE49-F238E27FC236}">
                <a16:creationId xmlns:a16="http://schemas.microsoft.com/office/drawing/2014/main" id="{3742591E-009B-F014-8177-2B2F0C0554F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27678" y="4790547"/>
            <a:ext cx="667836" cy="667836"/>
          </a:xfrm>
          <a:prstGeom prst="rect">
            <a:avLst/>
          </a:prstGeom>
        </p:spPr>
      </p:pic>
      <p:pic>
        <p:nvPicPr>
          <p:cNvPr id="15" name="Grafik 15" descr="Balkendiagramm mit Aufwärtstrend Silhouette">
            <a:extLst>
              <a:ext uri="{FF2B5EF4-FFF2-40B4-BE49-F238E27FC236}">
                <a16:creationId xmlns:a16="http://schemas.microsoft.com/office/drawing/2014/main" id="{BDFDB04C-D743-42A7-FD28-854611CFB96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212475" y="3105749"/>
            <a:ext cx="667836" cy="667836"/>
          </a:xfrm>
          <a:prstGeom prst="rect">
            <a:avLst/>
          </a:prstGeom>
        </p:spPr>
      </p:pic>
      <p:pic>
        <p:nvPicPr>
          <p:cNvPr id="16" name="Grafik 41" descr="Cmd (Terminal) Silhouette">
            <a:extLst>
              <a:ext uri="{FF2B5EF4-FFF2-40B4-BE49-F238E27FC236}">
                <a16:creationId xmlns:a16="http://schemas.microsoft.com/office/drawing/2014/main" id="{08DA89A8-A135-4EA9-6B2A-7E5FB587C26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212475" y="3948147"/>
            <a:ext cx="667836" cy="667836"/>
          </a:xfrm>
          <a:prstGeom prst="rect">
            <a:avLst/>
          </a:prstGeom>
        </p:spPr>
      </p:pic>
      <p:pic>
        <p:nvPicPr>
          <p:cNvPr id="17" name="Grafik 65" descr="Griechischer Tempel Silhouette">
            <a:extLst>
              <a:ext uri="{FF2B5EF4-FFF2-40B4-BE49-F238E27FC236}">
                <a16:creationId xmlns:a16="http://schemas.microsoft.com/office/drawing/2014/main" id="{04D8EF2A-9B30-91B7-396B-2B0FB15796C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212475" y="2263350"/>
            <a:ext cx="667836" cy="667836"/>
          </a:xfrm>
          <a:prstGeom prst="rect">
            <a:avLst/>
          </a:prstGeom>
        </p:spPr>
      </p:pic>
      <p:pic>
        <p:nvPicPr>
          <p:cNvPr id="18" name="Grafik 17" descr="Bücher Silhouette">
            <a:extLst>
              <a:ext uri="{FF2B5EF4-FFF2-40B4-BE49-F238E27FC236}">
                <a16:creationId xmlns:a16="http://schemas.microsoft.com/office/drawing/2014/main" id="{5510F651-AFF0-6290-A5A5-5FED607958F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054874" y="3105749"/>
            <a:ext cx="667836" cy="667836"/>
          </a:xfrm>
          <a:prstGeom prst="rect">
            <a:avLst/>
          </a:prstGeom>
        </p:spPr>
      </p:pic>
      <p:pic>
        <p:nvPicPr>
          <p:cNvPr id="19" name="Grafik 43" descr="Kommentar (wichtig) Silhouette">
            <a:extLst>
              <a:ext uri="{FF2B5EF4-FFF2-40B4-BE49-F238E27FC236}">
                <a16:creationId xmlns:a16="http://schemas.microsoft.com/office/drawing/2014/main" id="{C56E4A53-A2E3-31BC-DBDD-70B24E71E2D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054874" y="3948147"/>
            <a:ext cx="667836" cy="667836"/>
          </a:xfrm>
          <a:prstGeom prst="rect">
            <a:avLst/>
          </a:prstGeom>
        </p:spPr>
      </p:pic>
      <p:pic>
        <p:nvPicPr>
          <p:cNvPr id="20" name="Grafik 67" descr="Grinsende Gesichtskontur Silhouette">
            <a:extLst>
              <a:ext uri="{FF2B5EF4-FFF2-40B4-BE49-F238E27FC236}">
                <a16:creationId xmlns:a16="http://schemas.microsoft.com/office/drawing/2014/main" id="{D73D70D9-6AE2-CEE0-E96E-DC4D9C8CD70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054874" y="2263350"/>
            <a:ext cx="667836" cy="667836"/>
          </a:xfrm>
          <a:prstGeom prst="rect">
            <a:avLst/>
          </a:prstGeom>
        </p:spPr>
      </p:pic>
      <p:pic>
        <p:nvPicPr>
          <p:cNvPr id="21" name="Grafik 19" descr="Schachtel Silhouette">
            <a:extLst>
              <a:ext uri="{FF2B5EF4-FFF2-40B4-BE49-F238E27FC236}">
                <a16:creationId xmlns:a16="http://schemas.microsoft.com/office/drawing/2014/main" id="{671617F0-5142-6C3D-C821-62CE72E5B9C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897273" y="3105749"/>
            <a:ext cx="667836" cy="667836"/>
          </a:xfrm>
          <a:prstGeom prst="rect">
            <a:avLst/>
          </a:prstGeom>
        </p:spPr>
      </p:pic>
      <p:pic>
        <p:nvPicPr>
          <p:cNvPr id="22" name="Grafik 47" descr="Ärztin Silhouette">
            <a:extLst>
              <a:ext uri="{FF2B5EF4-FFF2-40B4-BE49-F238E27FC236}">
                <a16:creationId xmlns:a16="http://schemas.microsoft.com/office/drawing/2014/main" id="{63193120-22F2-003D-6305-45A0752DDB3A}"/>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739672" y="3948147"/>
            <a:ext cx="667836" cy="667836"/>
          </a:xfrm>
          <a:prstGeom prst="rect">
            <a:avLst/>
          </a:prstGeom>
        </p:spPr>
      </p:pic>
      <p:pic>
        <p:nvPicPr>
          <p:cNvPr id="23" name="Grafik 69" descr="Gruppe Silhouette">
            <a:extLst>
              <a:ext uri="{FF2B5EF4-FFF2-40B4-BE49-F238E27FC236}">
                <a16:creationId xmlns:a16="http://schemas.microsoft.com/office/drawing/2014/main" id="{F05003AB-0698-68F4-BE93-9340AB495E27}"/>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897273" y="2263350"/>
            <a:ext cx="667836" cy="667836"/>
          </a:xfrm>
          <a:prstGeom prst="rect">
            <a:avLst/>
          </a:prstGeom>
        </p:spPr>
      </p:pic>
      <p:pic>
        <p:nvPicPr>
          <p:cNvPr id="24" name="Grafik 21" descr="Aktenkoffer Silhouette">
            <a:extLst>
              <a:ext uri="{FF2B5EF4-FFF2-40B4-BE49-F238E27FC236}">
                <a16:creationId xmlns:a16="http://schemas.microsoft.com/office/drawing/2014/main" id="{9862D093-099B-EFFB-2933-C05FC36BF9D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739672" y="3105749"/>
            <a:ext cx="667836" cy="667836"/>
          </a:xfrm>
          <a:prstGeom prst="rect">
            <a:avLst/>
          </a:prstGeom>
        </p:spPr>
      </p:pic>
      <p:pic>
        <p:nvPicPr>
          <p:cNvPr id="25" name="Grafik 49" descr="Arzt Silhouette">
            <a:extLst>
              <a:ext uri="{FF2B5EF4-FFF2-40B4-BE49-F238E27FC236}">
                <a16:creationId xmlns:a16="http://schemas.microsoft.com/office/drawing/2014/main" id="{E73727DB-E044-12D5-5360-A79A67FAE10C}"/>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582071" y="3948147"/>
            <a:ext cx="667836" cy="667836"/>
          </a:xfrm>
          <a:prstGeom prst="rect">
            <a:avLst/>
          </a:prstGeom>
        </p:spPr>
      </p:pic>
      <p:pic>
        <p:nvPicPr>
          <p:cNvPr id="26" name="Grafik 71" descr="Gruppenbrainstorming Silhouette">
            <a:extLst>
              <a:ext uri="{FF2B5EF4-FFF2-40B4-BE49-F238E27FC236}">
                <a16:creationId xmlns:a16="http://schemas.microsoft.com/office/drawing/2014/main" id="{BC583AC0-E983-CDC4-9790-E83807903F41}"/>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739672" y="2263350"/>
            <a:ext cx="667836" cy="667836"/>
          </a:xfrm>
          <a:prstGeom prst="rect">
            <a:avLst/>
          </a:prstGeom>
        </p:spPr>
      </p:pic>
      <p:pic>
        <p:nvPicPr>
          <p:cNvPr id="27" name="Grafik 23" descr="Callcenter Silhouette">
            <a:extLst>
              <a:ext uri="{FF2B5EF4-FFF2-40B4-BE49-F238E27FC236}">
                <a16:creationId xmlns:a16="http://schemas.microsoft.com/office/drawing/2014/main" id="{1AB8D614-1FC8-4459-7AA8-1D1C70070A6C}"/>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582071" y="3105749"/>
            <a:ext cx="667836" cy="667836"/>
          </a:xfrm>
          <a:prstGeom prst="rect">
            <a:avLst/>
          </a:prstGeom>
        </p:spPr>
      </p:pic>
      <p:pic>
        <p:nvPicPr>
          <p:cNvPr id="28" name="Grafik 51" descr="Umschlag Silhouette">
            <a:extLst>
              <a:ext uri="{FF2B5EF4-FFF2-40B4-BE49-F238E27FC236}">
                <a16:creationId xmlns:a16="http://schemas.microsoft.com/office/drawing/2014/main" id="{248986B2-5424-FEAC-0305-6C1050EA9141}"/>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7424469" y="3948147"/>
            <a:ext cx="667836" cy="667836"/>
          </a:xfrm>
          <a:prstGeom prst="rect">
            <a:avLst/>
          </a:prstGeom>
        </p:spPr>
      </p:pic>
      <p:pic>
        <p:nvPicPr>
          <p:cNvPr id="29" name="Grafik 73" descr="Herz Silhouette">
            <a:extLst>
              <a:ext uri="{FF2B5EF4-FFF2-40B4-BE49-F238E27FC236}">
                <a16:creationId xmlns:a16="http://schemas.microsoft.com/office/drawing/2014/main" id="{D5C28CB7-46DA-45F6-EFDB-B31B22F95279}"/>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6582071" y="2263350"/>
            <a:ext cx="667836" cy="667836"/>
          </a:xfrm>
          <a:prstGeom prst="rect">
            <a:avLst/>
          </a:prstGeom>
        </p:spPr>
      </p:pic>
      <p:pic>
        <p:nvPicPr>
          <p:cNvPr id="30" name="Grafik 25" descr="Pflege Silhouette">
            <a:extLst>
              <a:ext uri="{FF2B5EF4-FFF2-40B4-BE49-F238E27FC236}">
                <a16:creationId xmlns:a16="http://schemas.microsoft.com/office/drawing/2014/main" id="{781A96B8-873B-37B6-1BEE-E05AADC82C48}"/>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7424469" y="3105749"/>
            <a:ext cx="667836" cy="667836"/>
          </a:xfrm>
          <a:prstGeom prst="rect">
            <a:avLst/>
          </a:prstGeom>
        </p:spPr>
      </p:pic>
      <p:pic>
        <p:nvPicPr>
          <p:cNvPr id="31" name="Grafik 53" descr="Euro Silhouette">
            <a:extLst>
              <a:ext uri="{FF2B5EF4-FFF2-40B4-BE49-F238E27FC236}">
                <a16:creationId xmlns:a16="http://schemas.microsoft.com/office/drawing/2014/main" id="{CE07DC2D-09C0-2921-9144-9F498F6721DC}"/>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8266866" y="3948147"/>
            <a:ext cx="667836" cy="667836"/>
          </a:xfrm>
          <a:prstGeom prst="rect">
            <a:avLst/>
          </a:prstGeom>
        </p:spPr>
      </p:pic>
      <p:pic>
        <p:nvPicPr>
          <p:cNvPr id="32" name="Grafik 75" descr="Hilfe Silhouette">
            <a:extLst>
              <a:ext uri="{FF2B5EF4-FFF2-40B4-BE49-F238E27FC236}">
                <a16:creationId xmlns:a16="http://schemas.microsoft.com/office/drawing/2014/main" id="{441A8876-D7F0-1A29-B4DE-B3AA1399B8FE}"/>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7424469" y="2263350"/>
            <a:ext cx="667836" cy="667836"/>
          </a:xfrm>
          <a:prstGeom prst="rect">
            <a:avLst/>
          </a:prstGeom>
        </p:spPr>
      </p:pic>
      <p:pic>
        <p:nvPicPr>
          <p:cNvPr id="33" name="Grafik 27" descr="Chat Silhouette">
            <a:extLst>
              <a:ext uri="{FF2B5EF4-FFF2-40B4-BE49-F238E27FC236}">
                <a16:creationId xmlns:a16="http://schemas.microsoft.com/office/drawing/2014/main" id="{D4E27BEE-F928-9C4E-06DD-56CCE8618650}"/>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266868" y="3105749"/>
            <a:ext cx="667836" cy="667836"/>
          </a:xfrm>
          <a:prstGeom prst="rect">
            <a:avLst/>
          </a:prstGeom>
        </p:spPr>
      </p:pic>
      <p:pic>
        <p:nvPicPr>
          <p:cNvPr id="34" name="Grafik 57" descr="Verbandskasten Silhouette">
            <a:extLst>
              <a:ext uri="{FF2B5EF4-FFF2-40B4-BE49-F238E27FC236}">
                <a16:creationId xmlns:a16="http://schemas.microsoft.com/office/drawing/2014/main" id="{18009F4C-FB0C-E987-5B3E-E51D94DECC0D}"/>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9109266" y="3948147"/>
            <a:ext cx="667836" cy="667836"/>
          </a:xfrm>
          <a:prstGeom prst="rect">
            <a:avLst/>
          </a:prstGeom>
        </p:spPr>
      </p:pic>
      <p:pic>
        <p:nvPicPr>
          <p:cNvPr id="35" name="Grafik 77" descr="Start Silhouette">
            <a:extLst>
              <a:ext uri="{FF2B5EF4-FFF2-40B4-BE49-F238E27FC236}">
                <a16:creationId xmlns:a16="http://schemas.microsoft.com/office/drawing/2014/main" id="{DE0B21C0-6D60-8084-9319-AB52E5744810}"/>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266868" y="2263350"/>
            <a:ext cx="667836" cy="667836"/>
          </a:xfrm>
          <a:prstGeom prst="rect">
            <a:avLst/>
          </a:prstGeom>
        </p:spPr>
      </p:pic>
      <p:pic>
        <p:nvPicPr>
          <p:cNvPr id="36" name="Grafik 29" descr="Chemikalien Silhouette">
            <a:extLst>
              <a:ext uri="{FF2B5EF4-FFF2-40B4-BE49-F238E27FC236}">
                <a16:creationId xmlns:a16="http://schemas.microsoft.com/office/drawing/2014/main" id="{8DAC22B8-C165-8B8D-0FE2-F9FC6EC25283}"/>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9109267" y="3105749"/>
            <a:ext cx="667836" cy="667836"/>
          </a:xfrm>
          <a:prstGeom prst="rect">
            <a:avLst/>
          </a:prstGeom>
        </p:spPr>
      </p:pic>
      <p:pic>
        <p:nvPicPr>
          <p:cNvPr id="37" name="Grafik 59" descr="Kennzeichen Silhouette">
            <a:extLst>
              <a:ext uri="{FF2B5EF4-FFF2-40B4-BE49-F238E27FC236}">
                <a16:creationId xmlns:a16="http://schemas.microsoft.com/office/drawing/2014/main" id="{92B537BB-1AB8-C0D8-F332-191303319029}"/>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951665" y="3948147"/>
            <a:ext cx="667836" cy="667836"/>
          </a:xfrm>
          <a:prstGeom prst="rect">
            <a:avLst/>
          </a:prstGeom>
        </p:spPr>
      </p:pic>
      <p:pic>
        <p:nvPicPr>
          <p:cNvPr id="38" name="Grafik 79" descr="Sanduhr 60% Silhouette">
            <a:extLst>
              <a:ext uri="{FF2B5EF4-FFF2-40B4-BE49-F238E27FC236}">
                <a16:creationId xmlns:a16="http://schemas.microsoft.com/office/drawing/2014/main" id="{881E069C-A32A-9EF5-57ED-F15466CA3A9B}"/>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9109267" y="2263350"/>
            <a:ext cx="667836" cy="667836"/>
          </a:xfrm>
          <a:prstGeom prst="rect">
            <a:avLst/>
          </a:prstGeom>
        </p:spPr>
      </p:pic>
      <p:pic>
        <p:nvPicPr>
          <p:cNvPr id="39" name="Grafik 31" descr="Kreisförmiges Flussdiagramm Silhouette">
            <a:extLst>
              <a:ext uri="{FF2B5EF4-FFF2-40B4-BE49-F238E27FC236}">
                <a16:creationId xmlns:a16="http://schemas.microsoft.com/office/drawing/2014/main" id="{32DFC9F4-59D7-977B-C0CA-F4186943EFC2}"/>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9951666" y="3105749"/>
            <a:ext cx="667836" cy="667836"/>
          </a:xfrm>
          <a:prstGeom prst="rect">
            <a:avLst/>
          </a:prstGeom>
        </p:spPr>
      </p:pic>
      <p:pic>
        <p:nvPicPr>
          <p:cNvPr id="40" name="Grafik 61" descr="Hospital Silhouette">
            <a:extLst>
              <a:ext uri="{FF2B5EF4-FFF2-40B4-BE49-F238E27FC236}">
                <a16:creationId xmlns:a16="http://schemas.microsoft.com/office/drawing/2014/main" id="{79822B46-ED2A-B8D0-3D18-9DC2D7990A68}"/>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0794062" y="3948147"/>
            <a:ext cx="667836" cy="667836"/>
          </a:xfrm>
          <a:prstGeom prst="rect">
            <a:avLst/>
          </a:prstGeom>
        </p:spPr>
      </p:pic>
      <p:pic>
        <p:nvPicPr>
          <p:cNvPr id="41" name="Grafik 81" descr="Posteingang Silhouette">
            <a:extLst>
              <a:ext uri="{FF2B5EF4-FFF2-40B4-BE49-F238E27FC236}">
                <a16:creationId xmlns:a16="http://schemas.microsoft.com/office/drawing/2014/main" id="{D589ADF1-98E1-11C9-F369-920256B36E3A}"/>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951666" y="2263350"/>
            <a:ext cx="667836" cy="667836"/>
          </a:xfrm>
          <a:prstGeom prst="rect">
            <a:avLst/>
          </a:prstGeom>
        </p:spPr>
      </p:pic>
      <p:pic>
        <p:nvPicPr>
          <p:cNvPr id="42" name="Grafik 33" descr="Klemmbrett Silhouette">
            <a:extLst>
              <a:ext uri="{FF2B5EF4-FFF2-40B4-BE49-F238E27FC236}">
                <a16:creationId xmlns:a16="http://schemas.microsoft.com/office/drawing/2014/main" id="{192DF63A-FB06-7B0D-3A86-BB938CF93305}"/>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0794062" y="3105749"/>
            <a:ext cx="667836" cy="667836"/>
          </a:xfrm>
          <a:prstGeom prst="rect">
            <a:avLst/>
          </a:prstGeom>
        </p:spPr>
      </p:pic>
      <p:pic>
        <p:nvPicPr>
          <p:cNvPr id="43" name="Grafik 63" descr="Medizin Silhouette">
            <a:extLst>
              <a:ext uri="{FF2B5EF4-FFF2-40B4-BE49-F238E27FC236}">
                <a16:creationId xmlns:a16="http://schemas.microsoft.com/office/drawing/2014/main" id="{CB43F709-70D9-1482-260F-891F7C1E912A}"/>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685279" y="4790546"/>
            <a:ext cx="667836" cy="667836"/>
          </a:xfrm>
          <a:prstGeom prst="rect">
            <a:avLst/>
          </a:prstGeom>
        </p:spPr>
      </p:pic>
      <p:pic>
        <p:nvPicPr>
          <p:cNvPr id="44" name="Grafik 83" descr="Internet der Dinge Silhouette">
            <a:extLst>
              <a:ext uri="{FF2B5EF4-FFF2-40B4-BE49-F238E27FC236}">
                <a16:creationId xmlns:a16="http://schemas.microsoft.com/office/drawing/2014/main" id="{02B8F64A-556D-CA7E-4649-E58D463239AC}"/>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0794062" y="2263350"/>
            <a:ext cx="667836" cy="667836"/>
          </a:xfrm>
          <a:prstGeom prst="rect">
            <a:avLst/>
          </a:prstGeom>
        </p:spPr>
      </p:pic>
      <p:pic>
        <p:nvPicPr>
          <p:cNvPr id="2" name="Grafik 1" descr="Hierarchie Silhouette">
            <a:extLst>
              <a:ext uri="{FF2B5EF4-FFF2-40B4-BE49-F238E27FC236}">
                <a16:creationId xmlns:a16="http://schemas.microsoft.com/office/drawing/2014/main" id="{4D7826A4-5DDF-F968-E111-36BB33B81AEE}"/>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3213387" y="4791515"/>
            <a:ext cx="669600" cy="669600"/>
          </a:xfrm>
          <a:prstGeom prst="rect">
            <a:avLst/>
          </a:prstGeom>
        </p:spPr>
      </p:pic>
      <p:pic>
        <p:nvPicPr>
          <p:cNvPr id="45" name="Grafik 44" descr="Volltreffer Silhouette">
            <a:extLst>
              <a:ext uri="{FF2B5EF4-FFF2-40B4-BE49-F238E27FC236}">
                <a16:creationId xmlns:a16="http://schemas.microsoft.com/office/drawing/2014/main" id="{B0FCFAAD-408B-06CA-A4A4-6626F1679855}"/>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2369957" y="4791515"/>
            <a:ext cx="669600" cy="669600"/>
          </a:xfrm>
          <a:prstGeom prst="rect">
            <a:avLst/>
          </a:prstGeom>
        </p:spPr>
      </p:pic>
    </p:spTree>
    <p:extLst>
      <p:ext uri="{BB962C8B-B14F-4D97-AF65-F5344CB8AC3E}">
        <p14:creationId xmlns:p14="http://schemas.microsoft.com/office/powerpoint/2010/main" val="20196386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Benutzerdefiniert 27">
      <a:dk1>
        <a:srgbClr val="000000"/>
      </a:dk1>
      <a:lt1>
        <a:srgbClr val="FFFFFF"/>
      </a:lt1>
      <a:dk2>
        <a:srgbClr val="000000"/>
      </a:dk2>
      <a:lt2>
        <a:srgbClr val="FFFFFF"/>
      </a:lt2>
      <a:accent1>
        <a:srgbClr val="012641"/>
      </a:accent1>
      <a:accent2>
        <a:srgbClr val="3EB9C0"/>
      </a:accent2>
      <a:accent3>
        <a:srgbClr val="00A8B7"/>
      </a:accent3>
      <a:accent4>
        <a:srgbClr val="006174"/>
      </a:accent4>
      <a:accent5>
        <a:srgbClr val="3E3D5E"/>
      </a:accent5>
      <a:accent6>
        <a:srgbClr val="57577C"/>
      </a:accent6>
      <a:hlink>
        <a:srgbClr val="00B7E0"/>
      </a:hlink>
      <a:folHlink>
        <a:srgbClr val="04305C"/>
      </a:folHlink>
    </a:clrScheme>
    <a:fontScheme name="Custom 792">
      <a:majorFont>
        <a:latin typeface="Abadi"/>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rsipaGruppe_PPT-Master_final -IfG-kurz" id="{5B8185FE-A21B-449C-9A61-554DAC59C2B0}" vid="{45326E04-61F0-4A27-8A41-AF7DD36612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b7b675c-3d58-4d1f-9669-e4df94f4eae7">
      <Terms xmlns="http://schemas.microsoft.com/office/infopath/2007/PartnerControls"/>
    </lcf76f155ced4ddcb4097134ff3c332f>
    <Filter xmlns="3b7b675c-3d58-4d1f-9669-e4df94f4eae7">Berater</Filter>
    <TaxCatchAll xmlns="7ed0de4b-4446-4eb0-8b46-9388153effa2" xsi:nil="true"/>
    <ProzessVerantw_x002e_ xmlns="3b7b675c-3d58-4d1f-9669-e4df94f4eae7">
      <UserInfo>
        <DisplayName>Johannes Lange [IfG GmbH]</DisplayName>
        <AccountId>35</AccountId>
        <AccountType/>
      </UserInfo>
    </ProzessVerantw_x002e_>
    <Freigeber xmlns="3b7b675c-3d58-4d1f-9669-e4df94f4eae7">
      <UserInfo>
        <DisplayName>Marco Forster [IfG GmbH]</DisplayName>
        <AccountId>16</AccountId>
        <AccountType/>
      </UserInfo>
    </Freigeber>
    <Dokument xmlns="3b7b675c-3d58-4d1f-9669-e4df94f4eae7">passiv</Dokument>
    <Freigabe_x0020_am xmlns="3b7b675c-3d58-4d1f-9669-e4df94f4eae7">2026-01-08T08:00:00+00:00</Freigabe_x0020_am>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16B37B8223F5B24DBD86BDA86C375700" ma:contentTypeVersion="28" ma:contentTypeDescription="Ein neues Dokument erstellen." ma:contentTypeScope="" ma:versionID="2c617ef6da788be6f18eda4d4f93ac60">
  <xsd:schema xmlns:xsd="http://www.w3.org/2001/XMLSchema" xmlns:xs="http://www.w3.org/2001/XMLSchema" xmlns:p="http://schemas.microsoft.com/office/2006/metadata/properties" xmlns:ns2="3b7b675c-3d58-4d1f-9669-e4df94f4eae7" xmlns:ns3="7ed0de4b-4446-4eb0-8b46-9388153effa2" targetNamespace="http://schemas.microsoft.com/office/2006/metadata/properties" ma:root="true" ma:fieldsID="b13c1f0f99ee6e1e6af55be34704efa6" ns2:_="" ns3:_="">
    <xsd:import namespace="3b7b675c-3d58-4d1f-9669-e4df94f4eae7"/>
    <xsd:import namespace="7ed0de4b-4446-4eb0-8b46-9388153effa2"/>
    <xsd:element name="properties">
      <xsd:complexType>
        <xsd:sequence>
          <xsd:element name="documentManagement">
            <xsd:complexType>
              <xsd:all>
                <xsd:element ref="ns2:Freigeber"/>
                <xsd:element ref="ns2:Freigabe_x0020_am"/>
                <xsd:element ref="ns2:ProzessVerantw_x002e_"/>
                <xsd:element ref="ns2:Dokument" minOccurs="0"/>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Filt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7b675c-3d58-4d1f-9669-e4df94f4eae7" elementFormDefault="qualified">
    <xsd:import namespace="http://schemas.microsoft.com/office/2006/documentManagement/types"/>
    <xsd:import namespace="http://schemas.microsoft.com/office/infopath/2007/PartnerControls"/>
    <xsd:element name="Freigeber" ma:index="2" ma:displayName="Freigeber" ma:list="UserInfo" ma:SharePointGroup="0" ma:internalName="Freigeber"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reigabe_x0020_am" ma:index="3" ma:displayName="Freigabe am" ma:format="DateOnly" ma:internalName="Freigabe_x0020_am">
      <xsd:simpleType>
        <xsd:restriction base="dms:DateTime"/>
      </xsd:simpleType>
    </xsd:element>
    <xsd:element name="ProzessVerantw_x002e_" ma:index="4" ma:displayName="ProzessVerantw." ma:list="UserInfo" ma:SharePointGroup="0" ma:internalName="ProzessVerantw_x002e_"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okument" ma:index="5" nillable="true" ma:displayName="Dokument" ma:format="Dropdown" ma:indexed="true" ma:internalName="Dokument">
      <xsd:simpleType>
        <xsd:restriction base="dms:Choice">
          <xsd:enumeration value="aktiv"/>
          <xsd:enumeration value="passiv"/>
          <xsd:enumeration value="Aufzeichnung"/>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Bildmarkierungen" ma:readOnly="false" ma:fieldId="{5cf76f15-5ced-4ddc-b409-7134ff3c332f}" ma:taxonomyMulti="true" ma:sspId="712ed446-d110-4211-be52-6bf970ca3cd8"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Filter" ma:index="30" nillable="true" ma:displayName="Filter" ma:format="Dropdown" ma:indexed="true" ma:internalName="Filter">
      <xsd:simpleType>
        <xsd:restriction base="dms:Choice">
          <xsd:enumeration value="Berater"/>
        </xsd:restriction>
      </xsd:simpleType>
    </xsd:element>
  </xsd:schema>
  <xsd:schema xmlns:xsd="http://www.w3.org/2001/XMLSchema" xmlns:xs="http://www.w3.org/2001/XMLSchema" xmlns:dms="http://schemas.microsoft.com/office/2006/documentManagement/types" xmlns:pc="http://schemas.microsoft.com/office/infopath/2007/PartnerControls" targetNamespace="7ed0de4b-4446-4eb0-8b46-9388153effa2" elementFormDefault="qualified">
    <xsd:import namespace="http://schemas.microsoft.com/office/2006/documentManagement/types"/>
    <xsd:import namespace="http://schemas.microsoft.com/office/infopath/2007/PartnerControls"/>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element name="TaxCatchAll" ma:index="27" nillable="true" ma:displayName="Taxonomy Catch All Column" ma:hidden="true" ma:list="{9350f128-a153-43ad-8b2d-f9f09a024483}" ma:internalName="TaxCatchAll" ma:showField="CatchAllData" ma:web="7ed0de4b-4446-4eb0-8b46-9388153effa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Inhaltstyp"/>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6818526-5F6F-4565-8F23-586176672541}">
  <ds:schemaRefs>
    <ds:schemaRef ds:uri="http://schemas.openxmlformats.org/package/2006/metadata/core-properties"/>
    <ds:schemaRef ds:uri="http://purl.org/dc/terms/"/>
    <ds:schemaRef ds:uri="http://www.w3.org/XML/1998/namespace"/>
    <ds:schemaRef ds:uri="http://purl.org/dc/elements/1.1/"/>
    <ds:schemaRef ds:uri="http://purl.org/dc/dcmitype/"/>
    <ds:schemaRef ds:uri="http://schemas.microsoft.com/office/infopath/2007/PartnerControls"/>
    <ds:schemaRef ds:uri="http://schemas.microsoft.com/office/2006/documentManagement/types"/>
    <ds:schemaRef ds:uri="7ed0de4b-4446-4eb0-8b46-9388153effa2"/>
    <ds:schemaRef ds:uri="3b7b675c-3d58-4d1f-9669-e4df94f4eae7"/>
    <ds:schemaRef ds:uri="http://schemas.microsoft.com/office/2006/metadata/properties"/>
  </ds:schemaRefs>
</ds:datastoreItem>
</file>

<file path=customXml/itemProps2.xml><?xml version="1.0" encoding="utf-8"?>
<ds:datastoreItem xmlns:ds="http://schemas.openxmlformats.org/officeDocument/2006/customXml" ds:itemID="{30B2B0E8-5C26-4952-8B8C-3556A5545052}"/>
</file>

<file path=customXml/itemProps3.xml><?xml version="1.0" encoding="utf-8"?>
<ds:datastoreItem xmlns:ds="http://schemas.openxmlformats.org/officeDocument/2006/customXml" ds:itemID="{E1A14A10-8605-466E-B5A5-E157F61845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866</Words>
  <Application>Microsoft Office PowerPoint</Application>
  <PresentationFormat>Breitbild</PresentationFormat>
  <Paragraphs>92</Paragraphs>
  <Slides>14</Slides>
  <Notes>10</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14</vt:i4>
      </vt:variant>
    </vt:vector>
  </HeadingPairs>
  <TitlesOfParts>
    <vt:vector size="21" baseType="lpstr">
      <vt:lpstr>☞ABADI MT PRO LIGHT</vt:lpstr>
      <vt:lpstr>Abadi</vt:lpstr>
      <vt:lpstr>Abadi ExtraLight</vt:lpstr>
      <vt:lpstr>Arial</vt:lpstr>
      <vt:lpstr>Segoe UI</vt:lpstr>
      <vt:lpstr>Office Theme</vt:lpstr>
      <vt:lpstr>think-cell Slide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Michaela Herl [IfG GmbH]</cp:lastModifiedBy>
  <cp:revision>112</cp:revision>
  <dcterms:created xsi:type="dcterms:W3CDTF">2022-10-24T06:57:44Z</dcterms:created>
  <dcterms:modified xsi:type="dcterms:W3CDTF">2026-08-26T11:21:02Z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0x01010016B37B8223F5B24DBD86BDA86C375700</vt:lpwstr>
  </property>
  <property fmtid="{D5CDD505-2E9C-101B-9397-08002B2CF9AE}" pid="3" name="MediaServiceImageTags">
    <vt:lpwstr/>
  </property>
</Properties>
</file>