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heme/theme2.xml" ContentType="application/vnd.openxmlformats-officedocument.theme+xml"/>
  <Override PartName="/ppt/tags/tag50.xml" ContentType="application/vnd.openxmlformats-officedocument.presentationml.tags+xml"/>
  <Override PartName="/ppt/notesSlides/notesSlide1.xml" ContentType="application/vnd.openxmlformats-officedocument.presentationml.notesSlide+xml"/>
  <Override PartName="/ppt/tags/tag51.xml" ContentType="application/vnd.openxmlformats-officedocument.presentationml.tags+xml"/>
  <Override PartName="/ppt/notesSlides/notesSlide2.xml" ContentType="application/vnd.openxmlformats-officedocument.presentationml.notesSlide+xml"/>
  <Override PartName="/ppt/tags/tag52.xml" ContentType="application/vnd.openxmlformats-officedocument.presentationml.tags+xml"/>
  <Override PartName="/ppt/notesSlides/notesSlide3.xml" ContentType="application/vnd.openxmlformats-officedocument.presentationml.notesSlide+xml"/>
  <Override PartName="/ppt/tags/tag53.xml" ContentType="application/vnd.openxmlformats-officedocument.presentationml.tags+xml"/>
  <Override PartName="/ppt/notesSlides/notesSlide4.xml" ContentType="application/vnd.openxmlformats-officedocument.presentationml.notesSlide+xml"/>
  <Override PartName="/ppt/tags/tag54.xml" ContentType="application/vnd.openxmlformats-officedocument.presentationml.tags+xml"/>
  <Override PartName="/ppt/notesSlides/notesSlide5.xml" ContentType="application/vnd.openxmlformats-officedocument.presentationml.notesSlide+xml"/>
  <Override PartName="/ppt/tags/tag55.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56.xml" ContentType="application/vnd.openxmlformats-officedocument.presentationml.tags+xml"/>
  <Override PartName="/ppt/notesSlides/notesSlide7.xml" ContentType="application/vnd.openxmlformats-officedocument.presentationml.notesSlide+xml"/>
  <Override PartName="/ppt/tags/tag57.xml" ContentType="application/vnd.openxmlformats-officedocument.presentationml.tags+xml"/>
  <Override PartName="/ppt/notesSlides/notesSlide8.xml" ContentType="application/vnd.openxmlformats-officedocument.presentationml.notesSlide+xml"/>
  <Override PartName="/ppt/tags/tag58.xml" ContentType="application/vnd.openxmlformats-officedocument.presentationml.tags+xml"/>
  <Override PartName="/ppt/notesSlides/notesSlide9.xml" ContentType="application/vnd.openxmlformats-officedocument.presentationml.notesSlide+xml"/>
  <Override PartName="/ppt/tags/tag59.xml" ContentType="application/vnd.openxmlformats-officedocument.presentationml.tags+xml"/>
  <Override PartName="/ppt/notesSlides/notesSlide10.xml" ContentType="application/vnd.openxmlformats-officedocument.presentationml.notesSlide+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notesSlides/notesSlide12.xml" ContentType="application/vnd.openxmlformats-officedocument.presentationml.notesSlide+xml"/>
  <Override PartName="/ppt/tags/tag62.xml" ContentType="application/vnd.openxmlformats-officedocument.presentationml.tags+xml"/>
  <Override PartName="/ppt/notesSlides/notesSlide13.xml" ContentType="application/vnd.openxmlformats-officedocument.presentationml.notesSlide+xml"/>
  <Override PartName="/ppt/tags/tag63.xml" ContentType="application/vnd.openxmlformats-officedocument.presentationml.tags+xml"/>
  <Override PartName="/ppt/notesSlides/notesSlide14.xml" ContentType="application/vnd.openxmlformats-officedocument.presentationml.notesSlide+xml"/>
  <Override PartName="/ppt/tags/tag64.xml" ContentType="application/vnd.openxmlformats-officedocument.presentationml.tags+xml"/>
  <Override PartName="/ppt/notesSlides/notesSlide15.xml" ContentType="application/vnd.openxmlformats-officedocument.presentationml.notesSlide+xml"/>
  <Override PartName="/ppt/tags/tag65.xml" ContentType="application/vnd.openxmlformats-officedocument.presentationml.tags+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tags/tag66.xml" ContentType="application/vnd.openxmlformats-officedocument.presentationml.tags+xml"/>
  <Override PartName="/ppt/notesSlides/notesSlide17.xml" ContentType="application/vnd.openxmlformats-officedocument.presentationml.notesSlide+xml"/>
  <Override PartName="/ppt/tags/tag67.xml" ContentType="application/vnd.openxmlformats-officedocument.presentationml.tags+xml"/>
  <Override PartName="/ppt/notesSlides/notesSlide18.xml" ContentType="application/vnd.openxmlformats-officedocument.presentationml.notesSlide+xml"/>
  <Override PartName="/ppt/tags/tag68.xml" ContentType="application/vnd.openxmlformats-officedocument.presentationml.tags+xml"/>
  <Override PartName="/ppt/notesSlides/notesSlide19.xml" ContentType="application/vnd.openxmlformats-officedocument.presentationml.notesSlide+xml"/>
  <Override PartName="/ppt/tags/tag69.xml" ContentType="application/vnd.openxmlformats-officedocument.presentationml.tags+xml"/>
  <Override PartName="/ppt/notesSlides/notesSlide20.xml" ContentType="application/vnd.openxmlformats-officedocument.presentationml.notesSlid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tags/tag70.xml" ContentType="application/vnd.openxmlformats-officedocument.presentationml.tags+xml"/>
  <Override PartName="/ppt/notesSlides/notesSlide21.xml" ContentType="application/vnd.openxmlformats-officedocument.presentationml.notesSlide+xml"/>
  <Override PartName="/ppt/tags/tag71.xml" ContentType="application/vnd.openxmlformats-officedocument.presentationml.tags+xml"/>
  <Override PartName="/ppt/notesSlides/notesSlide22.xml" ContentType="application/vnd.openxmlformats-officedocument.presentationml.notesSlide+xml"/>
  <Override PartName="/ppt/tags/tag72.xml" ContentType="application/vnd.openxmlformats-officedocument.presentationml.tags+xml"/>
  <Override PartName="/ppt/notesSlides/notesSlide23.xml" ContentType="application/vnd.openxmlformats-officedocument.presentationml.notesSlide+xml"/>
  <Override PartName="/ppt/tags/tag73.xml" ContentType="application/vnd.openxmlformats-officedocument.presentationml.tags+xml"/>
  <Override PartName="/ppt/notesSlides/notesSlide24.xml" ContentType="application/vnd.openxmlformats-officedocument.presentationml.notesSlide+xml"/>
  <Override PartName="/ppt/tags/tag74.xml" ContentType="application/vnd.openxmlformats-officedocument.presentationml.tags+xml"/>
  <Override PartName="/ppt/notesSlides/notesSlide25.xml" ContentType="application/vnd.openxmlformats-officedocument.presentationml.notesSlide+xml"/>
  <Override PartName="/ppt/tags/tag75.xml" ContentType="application/vnd.openxmlformats-officedocument.presentationml.tags+xml"/>
  <Override PartName="/ppt/notesSlides/notesSlide26.xml" ContentType="application/vnd.openxmlformats-officedocument.presentationml.notesSlide+xml"/>
  <Override PartName="/ppt/tags/tag76.xml" ContentType="application/vnd.openxmlformats-officedocument.presentationml.tags+xml"/>
  <Override PartName="/ppt/notesSlides/notesSlide27.xml" ContentType="application/vnd.openxmlformats-officedocument.presentationml.notesSlide+xml"/>
  <Override PartName="/ppt/tags/tag77.xml" ContentType="application/vnd.openxmlformats-officedocument.presentationml.tags+xml"/>
  <Override PartName="/ppt/notesSlides/notesSlide28.xml" ContentType="application/vnd.openxmlformats-officedocument.presentationml.notesSlide+xml"/>
  <Override PartName="/ppt/tags/tag78.xml" ContentType="application/vnd.openxmlformats-officedocument.presentationml.tags+xml"/>
  <Override PartName="/ppt/notesSlides/notesSlide29.xml" ContentType="application/vnd.openxmlformats-officedocument.presentationml.notesSlide+xml"/>
  <Override PartName="/ppt/tags/tag79.xml" ContentType="application/vnd.openxmlformats-officedocument.presentationml.tags+xml"/>
  <Override PartName="/ppt/notesSlides/notesSlide30.xml" ContentType="application/vnd.openxmlformats-officedocument.presentationml.notesSlide+xml"/>
  <Override PartName="/ppt/tags/tag80.xml" ContentType="application/vnd.openxmlformats-officedocument.presentationml.tags+xml"/>
  <Override PartName="/ppt/notesSlides/notesSlide31.xml" ContentType="application/vnd.openxmlformats-officedocument.presentationml.notesSlide+xml"/>
  <Override PartName="/ppt/tags/tag81.xml" ContentType="application/vnd.openxmlformats-officedocument.presentationml.tags+xml"/>
  <Override PartName="/ppt/notesSlides/notesSlide32.xml" ContentType="application/vnd.openxmlformats-officedocument.presentationml.notesSlide+xml"/>
  <Override PartName="/ppt/tags/tag82.xml" ContentType="application/vnd.openxmlformats-officedocument.presentationml.tags+xml"/>
  <Override PartName="/ppt/notesSlides/notesSlide33.xml" ContentType="application/vnd.openxmlformats-officedocument.presentationml.notesSlide+xml"/>
  <Override PartName="/ppt/tags/tag83.xml" ContentType="application/vnd.openxmlformats-officedocument.presentationml.tags+xml"/>
  <Override PartName="/ppt/notesSlides/notesSlide34.xml" ContentType="application/vnd.openxmlformats-officedocument.presentationml.notesSlide+xml"/>
  <Override PartName="/ppt/tags/tag84.xml" ContentType="application/vnd.openxmlformats-officedocument.presentationml.tags+xml"/>
  <Override PartName="/ppt/notesSlides/notesSlide35.xml" ContentType="application/vnd.openxmlformats-officedocument.presentationml.notesSlide+xml"/>
  <Override PartName="/ppt/tags/tag85.xml" ContentType="application/vnd.openxmlformats-officedocument.presentationml.tags+xml"/>
  <Override PartName="/ppt/notesSlides/notesSlide36.xml" ContentType="application/vnd.openxmlformats-officedocument.presentationml.notesSlide+xml"/>
  <Override PartName="/ppt/tags/tag86.xml" ContentType="application/vnd.openxmlformats-officedocument.presentationml.tags+xml"/>
  <Override PartName="/ppt/notesSlides/notesSlide37.xml" ContentType="application/vnd.openxmlformats-officedocument.presentationml.notesSlide+xml"/>
  <Override PartName="/ppt/tags/tag87.xml" ContentType="application/vnd.openxmlformats-officedocument.presentationml.tags+xml"/>
  <Override PartName="/ppt/notesSlides/notesSlide38.xml" ContentType="application/vnd.openxmlformats-officedocument.presentationml.notesSlide+xml"/>
  <Override PartName="/ppt/tags/tag88.xml" ContentType="application/vnd.openxmlformats-officedocument.presentationml.tags+xml"/>
  <Override PartName="/ppt/notesSlides/notesSlide39.xml" ContentType="application/vnd.openxmlformats-officedocument.presentationml.notesSlide+xml"/>
  <Override PartName="/ppt/tags/tag89.xml" ContentType="application/vnd.openxmlformats-officedocument.presentationml.tags+xml"/>
  <Override PartName="/ppt/notesSlides/notesSlide40.xml" ContentType="application/vnd.openxmlformats-officedocument.presentationml.notesSlide+xml"/>
  <Override PartName="/ppt/tags/tag90.xml" ContentType="application/vnd.openxmlformats-officedocument.presentationml.tags+xml"/>
  <Override PartName="/ppt/notesSlides/notesSlide41.xml" ContentType="application/vnd.openxmlformats-officedocument.presentationml.notesSlide+xml"/>
  <Override PartName="/ppt/tags/tag91.xml" ContentType="application/vnd.openxmlformats-officedocument.presentationml.tags+xml"/>
  <Override PartName="/ppt/notesSlides/notesSlide42.xml" ContentType="application/vnd.openxmlformats-officedocument.presentationml.notesSlide+xml"/>
  <Override PartName="/ppt/tags/tag92.xml" ContentType="application/vnd.openxmlformats-officedocument.presentationml.tags+xml"/>
  <Override PartName="/ppt/notesSlides/notesSlide43.xml" ContentType="application/vnd.openxmlformats-officedocument.presentationml.notesSlide+xml"/>
  <Override PartName="/ppt/tags/tag93.xml" ContentType="application/vnd.openxmlformats-officedocument.presentationml.tags+xml"/>
  <Override PartName="/ppt/notesSlides/notesSlide44.xml" ContentType="application/vnd.openxmlformats-officedocument.presentationml.notesSlide+xml"/>
  <Override PartName="/ppt/tags/tag94.xml" ContentType="application/vnd.openxmlformats-officedocument.presentationml.tags+xml"/>
  <Override PartName="/ppt/notesSlides/notesSlide45.xml" ContentType="application/vnd.openxmlformats-officedocument.presentationml.notesSlide+xml"/>
  <Override PartName="/ppt/tags/tag95.xml" ContentType="application/vnd.openxmlformats-officedocument.presentationml.tags+xml"/>
  <Override PartName="/ppt/notesSlides/notesSlide46.xml" ContentType="application/vnd.openxmlformats-officedocument.presentationml.notesSlide+xml"/>
  <Override PartName="/ppt/tags/tag96.xml" ContentType="application/vnd.openxmlformats-officedocument.presentationml.tags+xml"/>
  <Override PartName="/ppt/notesSlides/notesSlide47.xml" ContentType="application/vnd.openxmlformats-officedocument.presentationml.notesSlide+xml"/>
  <Override PartName="/ppt/tags/tag97.xml" ContentType="application/vnd.openxmlformats-officedocument.presentationml.tags+xml"/>
  <Override PartName="/ppt/notesSlides/notesSlide48.xml" ContentType="application/vnd.openxmlformats-officedocument.presentationml.notesSlide+xml"/>
  <Override PartName="/ppt/tags/tag98.xml" ContentType="application/vnd.openxmlformats-officedocument.presentationml.tags+xml"/>
  <Override PartName="/ppt/notesSlides/notesSlide49.xml" ContentType="application/vnd.openxmlformats-officedocument.presentationml.notesSlide+xml"/>
  <Override PartName="/ppt/tags/tag99.xml" ContentType="application/vnd.openxmlformats-officedocument.presentationml.tags+xml"/>
  <Override PartName="/ppt/notesSlides/notesSlide50.xml" ContentType="application/vnd.openxmlformats-officedocument.presentationml.notesSlide+xml"/>
  <Override PartName="/ppt/tags/tag100.xml" ContentType="application/vnd.openxmlformats-officedocument.presentationml.tags+xml"/>
  <Override PartName="/ppt/notesSlides/notesSlide51.xml" ContentType="application/vnd.openxmlformats-officedocument.presentationml.notesSlide+xml"/>
  <Override PartName="/ppt/tags/tag101.xml" ContentType="application/vnd.openxmlformats-officedocument.presentationml.tags+xml"/>
  <Override PartName="/ppt/notesSlides/notesSlide52.xml" ContentType="application/vnd.openxmlformats-officedocument.presentationml.notesSlide+xml"/>
  <Override PartName="/ppt/tags/tag102.xml" ContentType="application/vnd.openxmlformats-officedocument.presentationml.tags+xml"/>
  <Override PartName="/ppt/notesSlides/notesSlide53.xml" ContentType="application/vnd.openxmlformats-officedocument.presentationml.notesSlide+xml"/>
  <Override PartName="/ppt/tags/tag103.xml" ContentType="application/vnd.openxmlformats-officedocument.presentationml.tags+xml"/>
  <Override PartName="/ppt/notesSlides/notesSlide54.xml" ContentType="application/vnd.openxmlformats-officedocument.presentationml.notesSlide+xml"/>
  <Override PartName="/ppt/tags/tag104.xml" ContentType="application/vnd.openxmlformats-officedocument.presentationml.tags+xml"/>
  <Override PartName="/ppt/notesSlides/notesSlide55.xml" ContentType="application/vnd.openxmlformats-officedocument.presentationml.notesSlide+xml"/>
  <Override PartName="/ppt/tags/tag105.xml" ContentType="application/vnd.openxmlformats-officedocument.presentationml.tags+xml"/>
  <Override PartName="/ppt/notesSlides/notesSlide56.xml" ContentType="application/vnd.openxmlformats-officedocument.presentationml.notesSlide+xml"/>
  <Override PartName="/ppt/tags/tag106.xml" ContentType="application/vnd.openxmlformats-officedocument.presentationml.tags+xml"/>
  <Override PartName="/ppt/notesSlides/notesSlide57.xml" ContentType="application/vnd.openxmlformats-officedocument.presentationml.notesSlide+xml"/>
  <Override PartName="/ppt/tags/tag107.xml" ContentType="application/vnd.openxmlformats-officedocument.presentationml.tags+xml"/>
  <Override PartName="/ppt/notesSlides/notesSlide58.xml" ContentType="application/vnd.openxmlformats-officedocument.presentationml.notesSlide+xml"/>
  <Override PartName="/ppt/tags/tag108.xml" ContentType="application/vnd.openxmlformats-officedocument.presentationml.tags+xml"/>
  <Override PartName="/ppt/notesSlides/notesSlide59.xml" ContentType="application/vnd.openxmlformats-officedocument.presentationml.notesSlide+xml"/>
  <Override PartName="/ppt/tags/tag109.xml" ContentType="application/vnd.openxmlformats-officedocument.presentationml.tags+xml"/>
  <Override PartName="/ppt/notesSlides/notesSlide60.xml" ContentType="application/vnd.openxmlformats-officedocument.presentationml.notesSlide+xml"/>
  <Override PartName="/ppt/tags/tag110.xml" ContentType="application/vnd.openxmlformats-officedocument.presentationml.tags+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8"/>
  </p:notesMasterIdLst>
  <p:sldIdLst>
    <p:sldId id="374" r:id="rId5"/>
    <p:sldId id="318" r:id="rId6"/>
    <p:sldId id="322" r:id="rId7"/>
    <p:sldId id="370" r:id="rId8"/>
    <p:sldId id="372" r:id="rId9"/>
    <p:sldId id="326" r:id="rId10"/>
    <p:sldId id="327" r:id="rId11"/>
    <p:sldId id="328" r:id="rId12"/>
    <p:sldId id="371" r:id="rId13"/>
    <p:sldId id="331" r:id="rId14"/>
    <p:sldId id="332" r:id="rId15"/>
    <p:sldId id="333" r:id="rId16"/>
    <p:sldId id="334" r:id="rId17"/>
    <p:sldId id="335" r:id="rId18"/>
    <p:sldId id="375" r:id="rId19"/>
    <p:sldId id="336" r:id="rId20"/>
    <p:sldId id="337" r:id="rId21"/>
    <p:sldId id="338" r:id="rId22"/>
    <p:sldId id="339" r:id="rId23"/>
    <p:sldId id="340" r:id="rId24"/>
    <p:sldId id="341" r:id="rId25"/>
    <p:sldId id="342" r:id="rId26"/>
    <p:sldId id="343" r:id="rId27"/>
    <p:sldId id="324" r:id="rId28"/>
    <p:sldId id="345" r:id="rId29"/>
    <p:sldId id="346" r:id="rId30"/>
    <p:sldId id="347" r:id="rId31"/>
    <p:sldId id="348" r:id="rId32"/>
    <p:sldId id="349" r:id="rId33"/>
    <p:sldId id="350" r:id="rId34"/>
    <p:sldId id="351" r:id="rId35"/>
    <p:sldId id="352" r:id="rId36"/>
    <p:sldId id="256" r:id="rId37"/>
    <p:sldId id="261" r:id="rId38"/>
    <p:sldId id="266" r:id="rId39"/>
    <p:sldId id="315" r:id="rId40"/>
    <p:sldId id="314" r:id="rId41"/>
    <p:sldId id="316" r:id="rId42"/>
    <p:sldId id="258" r:id="rId43"/>
    <p:sldId id="259" r:id="rId44"/>
    <p:sldId id="294" r:id="rId45"/>
    <p:sldId id="257" r:id="rId46"/>
    <p:sldId id="262" r:id="rId47"/>
    <p:sldId id="263" r:id="rId48"/>
    <p:sldId id="267" r:id="rId49"/>
    <p:sldId id="268" r:id="rId50"/>
    <p:sldId id="295" r:id="rId51"/>
    <p:sldId id="292" r:id="rId52"/>
    <p:sldId id="269" r:id="rId53"/>
    <p:sldId id="270" r:id="rId54"/>
    <p:sldId id="271" r:id="rId55"/>
    <p:sldId id="272" r:id="rId56"/>
    <p:sldId id="273" r:id="rId57"/>
    <p:sldId id="274" r:id="rId58"/>
    <p:sldId id="275" r:id="rId59"/>
    <p:sldId id="276" r:id="rId60"/>
    <p:sldId id="296" r:id="rId61"/>
    <p:sldId id="277" r:id="rId62"/>
    <p:sldId id="304" r:id="rId63"/>
    <p:sldId id="309" r:id="rId64"/>
    <p:sldId id="278" r:id="rId65"/>
    <p:sldId id="279" r:id="rId66"/>
    <p:sldId id="280" r:id="rId67"/>
    <p:sldId id="281" r:id="rId68"/>
    <p:sldId id="264" r:id="rId69"/>
    <p:sldId id="311" r:id="rId70"/>
    <p:sldId id="265" r:id="rId71"/>
    <p:sldId id="282" r:id="rId72"/>
    <p:sldId id="305" r:id="rId73"/>
    <p:sldId id="288" r:id="rId74"/>
    <p:sldId id="312" r:id="rId75"/>
    <p:sldId id="300" r:id="rId76"/>
    <p:sldId id="301" r:id="rId77"/>
    <p:sldId id="364" r:id="rId78"/>
    <p:sldId id="365" r:id="rId79"/>
    <p:sldId id="366" r:id="rId80"/>
    <p:sldId id="357" r:id="rId81"/>
    <p:sldId id="367" r:id="rId82"/>
    <p:sldId id="359" r:id="rId83"/>
    <p:sldId id="368" r:id="rId84"/>
    <p:sldId id="369" r:id="rId85"/>
    <p:sldId id="310" r:id="rId86"/>
    <p:sldId id="313" r:id="rId87"/>
  </p:sldIdLst>
  <p:sldSz cx="12192000" cy="6858000"/>
  <p:notesSz cx="6858000" cy="9144000"/>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terbedienung" id="{257136C9-C4CA-CF4A-9721-F89EFF547BDC}">
          <p14:sldIdLst/>
        </p14:section>
        <p14:section name="Beispielinhalt" id="{59C3D385-63B4-5049-98C6-6B1B3E5CBD94}">
          <p14:sldIdLst>
            <p14:sldId id="374"/>
            <p14:sldId id="318"/>
            <p14:sldId id="322"/>
            <p14:sldId id="370"/>
            <p14:sldId id="372"/>
            <p14:sldId id="326"/>
            <p14:sldId id="327"/>
            <p14:sldId id="328"/>
            <p14:sldId id="371"/>
            <p14:sldId id="331"/>
            <p14:sldId id="332"/>
            <p14:sldId id="333"/>
            <p14:sldId id="334"/>
            <p14:sldId id="335"/>
            <p14:sldId id="375"/>
            <p14:sldId id="336"/>
            <p14:sldId id="337"/>
            <p14:sldId id="338"/>
            <p14:sldId id="339"/>
            <p14:sldId id="340"/>
            <p14:sldId id="341"/>
            <p14:sldId id="342"/>
            <p14:sldId id="343"/>
            <p14:sldId id="324"/>
            <p14:sldId id="345"/>
            <p14:sldId id="346"/>
            <p14:sldId id="347"/>
            <p14:sldId id="348"/>
            <p14:sldId id="349"/>
            <p14:sldId id="350"/>
            <p14:sldId id="351"/>
            <p14:sldId id="352"/>
          </p14:sldIdLst>
        </p14:section>
        <p14:section name="Leere Masterlayouts" id="{D42CC807-84B5-3A49-AB57-49F809F37C4E}">
          <p14:sldIdLst>
            <p14:sldId id="256"/>
            <p14:sldId id="261"/>
            <p14:sldId id="266"/>
            <p14:sldId id="315"/>
            <p14:sldId id="314"/>
            <p14:sldId id="316"/>
            <p14:sldId id="258"/>
            <p14:sldId id="259"/>
            <p14:sldId id="294"/>
            <p14:sldId id="257"/>
            <p14:sldId id="262"/>
            <p14:sldId id="263"/>
            <p14:sldId id="267"/>
            <p14:sldId id="268"/>
            <p14:sldId id="295"/>
            <p14:sldId id="292"/>
            <p14:sldId id="269"/>
            <p14:sldId id="270"/>
            <p14:sldId id="271"/>
            <p14:sldId id="272"/>
            <p14:sldId id="273"/>
            <p14:sldId id="274"/>
            <p14:sldId id="275"/>
            <p14:sldId id="276"/>
            <p14:sldId id="296"/>
            <p14:sldId id="277"/>
            <p14:sldId id="304"/>
            <p14:sldId id="309"/>
            <p14:sldId id="278"/>
            <p14:sldId id="279"/>
            <p14:sldId id="280"/>
            <p14:sldId id="281"/>
            <p14:sldId id="264"/>
            <p14:sldId id="311"/>
            <p14:sldId id="265"/>
          </p14:sldIdLst>
        </p14:section>
        <p14:section name="Event Layouts Beispielinhalt" id="{6A808DD6-74F8-8441-B51A-880CE3D021D9}">
          <p14:sldIdLst>
            <p14:sldId id="282"/>
            <p14:sldId id="305"/>
            <p14:sldId id="288"/>
            <p14:sldId id="312"/>
            <p14:sldId id="300"/>
            <p14:sldId id="301"/>
          </p14:sldIdLst>
        </p14:section>
        <p14:section name="Eventlayouts leer" id="{5AD43AF5-4049-A44D-8941-6D90C9DC8E59}">
          <p14:sldIdLst>
            <p14:sldId id="364"/>
            <p14:sldId id="365"/>
            <p14:sldId id="366"/>
            <p14:sldId id="357"/>
            <p14:sldId id="367"/>
            <p14:sldId id="359"/>
            <p14:sldId id="368"/>
            <p14:sldId id="369"/>
          </p14:sldIdLst>
        </p14:section>
        <p14:section name="Iconbibliothek" id="{B53356D8-2E46-F74A-A6FF-692897B4DBD5}">
          <p14:sldIdLst>
            <p14:sldId id="310"/>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B9C0"/>
    <a:srgbClr val="7FD0D7"/>
    <a:srgbClr val="008694"/>
    <a:srgbClr val="009B97"/>
    <a:srgbClr val="F2F6F7"/>
    <a:srgbClr val="E0E2E3"/>
    <a:srgbClr val="D9DDE3"/>
    <a:srgbClr val="D9DDDD"/>
    <a:srgbClr val="DCDD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04DD0-9480-4B0D-C520-B6B49B55D596}" v="2" dt="2026-09-11T05:34:56.25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4" autoAdjust="0"/>
    <p:restoredTop sz="94660"/>
  </p:normalViewPr>
  <p:slideViewPr>
    <p:cSldViewPr snapToGrid="0" showGuides="1">
      <p:cViewPr varScale="1">
        <p:scale>
          <a:sx n="111" d="100"/>
          <a:sy n="111" d="100"/>
        </p:scale>
        <p:origin x="138" y="1170"/>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ags" Target="tags/tag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Kürpick [IfG GmbH]" userId="064c997b-42c1-4bea-ab4b-5950aca3df0e" providerId="ADAL" clId="{72EEB7E0-C7DD-436D-8D91-4127294E5DB7}"/>
    <pc:docChg chg="delSld modSld modSection">
      <pc:chgData name="Andrea Kürpick [IfG GmbH]" userId="064c997b-42c1-4bea-ab4b-5950aca3df0e" providerId="ADAL" clId="{72EEB7E0-C7DD-436D-8D91-4127294E5DB7}" dt="2026-09-07T05:36:58.245" v="10" actId="47"/>
      <pc:docMkLst>
        <pc:docMk/>
      </pc:docMkLst>
      <pc:sldChg chg="addSp modSp mod">
        <pc:chgData name="Andrea Kürpick [IfG GmbH]" userId="064c997b-42c1-4bea-ab4b-5950aca3df0e" providerId="ADAL" clId="{72EEB7E0-C7DD-436D-8D91-4127294E5DB7}" dt="2026-09-07T05:35:53.423" v="5" actId="14100"/>
        <pc:sldMkLst>
          <pc:docMk/>
          <pc:sldMk cId="2474681185" sldId="374"/>
        </pc:sldMkLst>
        <pc:spChg chg="mod">
          <ac:chgData name="Andrea Kürpick [IfG GmbH]" userId="064c997b-42c1-4bea-ab4b-5950aca3df0e" providerId="ADAL" clId="{72EEB7E0-C7DD-436D-8D91-4127294E5DB7}" dt="2026-09-07T05:35:53.423" v="5" actId="14100"/>
          <ac:spMkLst>
            <pc:docMk/>
            <pc:sldMk cId="2474681185" sldId="374"/>
            <ac:spMk id="17" creationId="{410D1841-E493-86F4-E5B2-2D9E91969162}"/>
          </ac:spMkLst>
        </pc:spChg>
      </pc:sldChg>
    </pc:docChg>
  </pc:docChgLst>
  <pc:docChgLst>
    <pc:chgData name="Andrea Kürpick [IfG GmbH]" userId="S::kuerpick@gesundheitsmanagement.com::064c997b-42c1-4bea-ab4b-5950aca3df0e" providerId="AD" clId="Web-{00C04DD0-9480-4B0D-C520-B6B49B55D596}"/>
    <pc:docChg chg="modSld">
      <pc:chgData name="Andrea Kürpick [IfG GmbH]" userId="S::kuerpick@gesundheitsmanagement.com::064c997b-42c1-4bea-ab4b-5950aca3df0e" providerId="AD" clId="Web-{00C04DD0-9480-4B0D-C520-B6B49B55D596}" dt="2026-09-11T05:34:56.254" v="1" actId="20577"/>
      <pc:docMkLst>
        <pc:docMk/>
      </pc:docMkLst>
      <pc:sldChg chg="delSp modSp">
        <pc:chgData name="Andrea Kürpick [IfG GmbH]" userId="S::kuerpick@gesundheitsmanagement.com::064c997b-42c1-4bea-ab4b-5950aca3df0e" providerId="AD" clId="Web-{00C04DD0-9480-4B0D-C520-B6B49B55D596}" dt="2026-09-11T05:34:56.254" v="1" actId="20577"/>
        <pc:sldMkLst>
          <pc:docMk/>
          <pc:sldMk cId="2474681185" sldId="374"/>
        </pc:sldMkLst>
        <pc:spChg chg="mod">
          <ac:chgData name="Andrea Kürpick [IfG GmbH]" userId="S::kuerpick@gesundheitsmanagement.com::064c997b-42c1-4bea-ab4b-5950aca3df0e" providerId="AD" clId="Web-{00C04DD0-9480-4B0D-C520-B6B49B55D596}" dt="2026-09-11T05:34:56.254" v="1" actId="20577"/>
          <ac:spMkLst>
            <pc:docMk/>
            <pc:sldMk cId="2474681185" sldId="374"/>
            <ac:spMk id="17" creationId="{410D1841-E493-86F4-E5B2-2D9E91969162}"/>
          </ac:spMkLst>
        </pc:spChg>
        <pc:picChg chg="del">
          <ac:chgData name="Andrea Kürpick [IfG GmbH]" userId="S::kuerpick@gesundheitsmanagement.com::064c997b-42c1-4bea-ab4b-5950aca3df0e" providerId="AD" clId="Web-{00C04DD0-9480-4B0D-C520-B6B49B55D596}" dt="2026-09-11T05:34:52.488" v="0"/>
          <ac:picMkLst>
            <pc:docMk/>
            <pc:sldMk cId="2474681185" sldId="374"/>
            <ac:picMk id="3" creationId="{E2BB3DA8-272C-D2FF-EEEB-EB0926983897}"/>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4FA-714B-8669-E9743A7AC958}"/>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4FA-714B-8669-E9743A7AC958}"/>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4FA-714B-8669-E9743A7AC958}"/>
            </c:ext>
          </c:extLst>
        </c:ser>
        <c:dLbls>
          <c:showLegendKey val="0"/>
          <c:showVal val="0"/>
          <c:showCatName val="0"/>
          <c:showSerName val="0"/>
          <c:showPercent val="0"/>
          <c:showBubbleSize val="0"/>
        </c:dLbls>
        <c:gapWidth val="219"/>
        <c:overlap val="-27"/>
        <c:axId val="2034359055"/>
        <c:axId val="2084511167"/>
      </c:barChart>
      <c:catAx>
        <c:axId val="2034359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2084511167"/>
        <c:crosses val="autoZero"/>
        <c:auto val="1"/>
        <c:lblAlgn val="ctr"/>
        <c:lblOffset val="100"/>
        <c:noMultiLvlLbl val="0"/>
      </c:catAx>
      <c:valAx>
        <c:axId val="20845111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2034359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Tabelle1!$B$1</c:f>
              <c:strCache>
                <c:ptCount val="1"/>
                <c:pt idx="0">
                  <c:v>Datenreihe 1</c:v>
                </c:pt>
              </c:strCache>
            </c:strRef>
          </c:tx>
          <c:spPr>
            <a:ln w="28575" cap="rnd">
              <a:solidFill>
                <a:schemeClr val="accent1"/>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1FE7-0044-AEAE-C69192EA7FE0}"/>
            </c:ext>
          </c:extLst>
        </c:ser>
        <c:ser>
          <c:idx val="1"/>
          <c:order val="1"/>
          <c:tx>
            <c:strRef>
              <c:f>Tabelle1!$C$1</c:f>
              <c:strCache>
                <c:ptCount val="1"/>
                <c:pt idx="0">
                  <c:v>Datenreihe 2</c:v>
                </c:pt>
              </c:strCache>
            </c:strRef>
          </c:tx>
          <c:spPr>
            <a:ln w="28575" cap="rnd">
              <a:solidFill>
                <a:schemeClr val="accent2"/>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1FE7-0044-AEAE-C69192EA7FE0}"/>
            </c:ext>
          </c:extLst>
        </c:ser>
        <c:ser>
          <c:idx val="2"/>
          <c:order val="2"/>
          <c:tx>
            <c:strRef>
              <c:f>Tabelle1!$D$1</c:f>
              <c:strCache>
                <c:ptCount val="1"/>
                <c:pt idx="0">
                  <c:v>Datenreihe 3</c:v>
                </c:pt>
              </c:strCache>
            </c:strRef>
          </c:tx>
          <c:spPr>
            <a:ln w="28575" cap="rnd">
              <a:solidFill>
                <a:schemeClr val="accent3"/>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1FE7-0044-AEAE-C69192EA7FE0}"/>
            </c:ext>
          </c:extLst>
        </c:ser>
        <c:dLbls>
          <c:showLegendKey val="0"/>
          <c:showVal val="0"/>
          <c:showCatName val="0"/>
          <c:showSerName val="0"/>
          <c:showPercent val="0"/>
          <c:showBubbleSize val="0"/>
        </c:dLbls>
        <c:smooth val="0"/>
        <c:axId val="518702256"/>
        <c:axId val="713658351"/>
      </c:lineChart>
      <c:catAx>
        <c:axId val="51870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713658351"/>
        <c:crosses val="autoZero"/>
        <c:auto val="1"/>
        <c:lblAlgn val="ctr"/>
        <c:lblOffset val="100"/>
        <c:noMultiLvlLbl val="0"/>
      </c:catAx>
      <c:valAx>
        <c:axId val="713658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518702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de-DE" dirty="0"/>
              <a:t>Diagrammtitel</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BD1-DC4E-8877-64933612DEE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BD1-DC4E-8877-64933612DEE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BD1-DC4E-8877-64933612DEE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BD1-DC4E-8877-64933612DEEE}"/>
              </c:ext>
            </c:extLst>
          </c:dPt>
          <c:cat>
            <c:strRef>
              <c:f>Tabelle1!$A$2:$A$5</c:f>
              <c:strCache>
                <c:ptCount val="4"/>
                <c:pt idx="0">
                  <c:v>1. Quartal</c:v>
                </c:pt>
                <c:pt idx="1">
                  <c:v>2. Quartal</c:v>
                </c:pt>
                <c:pt idx="2">
                  <c:v>3. Quartal</c:v>
                </c:pt>
                <c:pt idx="3">
                  <c:v>4. Quartal</c:v>
                </c:pt>
              </c:strCache>
            </c:strRef>
          </c:cat>
          <c:val>
            <c:numRef>
              <c:f>Tabelle1!$B$2:$B$5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034A-E341-9804-6076F9A8E3A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lineChart>
        <c:grouping val="stacked"/>
        <c:varyColors val="0"/>
        <c:ser>
          <c:idx val="0"/>
          <c:order val="0"/>
          <c:tx>
            <c:strRef>
              <c:f>Tabelle1!$B$1</c:f>
              <c:strCache>
                <c:ptCount val="1"/>
                <c:pt idx="0">
                  <c:v>Datenreihe 1</c:v>
                </c:pt>
              </c:strCache>
            </c:strRef>
          </c:tx>
          <c:spPr>
            <a:ln w="28575" cap="rnd">
              <a:solidFill>
                <a:schemeClr val="accent1"/>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FD2-CE4E-A2E1-3E583707058C}"/>
            </c:ext>
          </c:extLst>
        </c:ser>
        <c:ser>
          <c:idx val="1"/>
          <c:order val="1"/>
          <c:tx>
            <c:strRef>
              <c:f>Tabelle1!$C$1</c:f>
              <c:strCache>
                <c:ptCount val="1"/>
                <c:pt idx="0">
                  <c:v>Datenreihe 2</c:v>
                </c:pt>
              </c:strCache>
            </c:strRef>
          </c:tx>
          <c:spPr>
            <a:ln w="28575" cap="rnd">
              <a:solidFill>
                <a:schemeClr val="accent2"/>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FFD2-CE4E-A2E1-3E583707058C}"/>
            </c:ext>
          </c:extLst>
        </c:ser>
        <c:ser>
          <c:idx val="2"/>
          <c:order val="2"/>
          <c:tx>
            <c:strRef>
              <c:f>Tabelle1!$D$1</c:f>
              <c:strCache>
                <c:ptCount val="1"/>
                <c:pt idx="0">
                  <c:v>Datenreihe 3</c:v>
                </c:pt>
              </c:strCache>
            </c:strRef>
          </c:tx>
          <c:spPr>
            <a:ln w="28575" cap="rnd">
              <a:solidFill>
                <a:schemeClr val="accent3"/>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FFD2-CE4E-A2E1-3E583707058C}"/>
            </c:ext>
          </c:extLst>
        </c:ser>
        <c:dLbls>
          <c:showLegendKey val="0"/>
          <c:showVal val="0"/>
          <c:showCatName val="0"/>
          <c:showSerName val="0"/>
          <c:showPercent val="0"/>
          <c:showBubbleSize val="0"/>
        </c:dLbls>
        <c:smooth val="0"/>
        <c:axId val="1005694367"/>
        <c:axId val="1005696079"/>
      </c:lineChart>
      <c:catAx>
        <c:axId val="10056943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crossAx val="1005696079"/>
        <c:crosses val="autoZero"/>
        <c:auto val="1"/>
        <c:lblAlgn val="ctr"/>
        <c:lblOffset val="100"/>
        <c:noMultiLvlLbl val="0"/>
      </c:catAx>
      <c:valAx>
        <c:axId val="10056960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crossAx val="10056943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AFE-F44C-AD16-67BA533B26BB}"/>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AFE-F44C-AD16-67BA533B26BB}"/>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AFE-F44C-AD16-67BA533B26BB}"/>
            </c:ext>
          </c:extLst>
        </c:ser>
        <c:dLbls>
          <c:showLegendKey val="0"/>
          <c:showVal val="0"/>
          <c:showCatName val="0"/>
          <c:showSerName val="0"/>
          <c:showPercent val="0"/>
          <c:showBubbleSize val="0"/>
        </c:dLbls>
        <c:gapWidth val="219"/>
        <c:overlap val="-27"/>
        <c:axId val="396803040"/>
        <c:axId val="397114944"/>
      </c:barChart>
      <c:catAx>
        <c:axId val="3968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397114944"/>
        <c:crosses val="autoZero"/>
        <c:auto val="1"/>
        <c:lblAlgn val="ctr"/>
        <c:lblOffset val="100"/>
        <c:noMultiLvlLbl val="0"/>
      </c:catAx>
      <c:valAx>
        <c:axId val="397114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396803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A5C-9D43-A5DD-871636B2904A}"/>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A5C-9D43-A5DD-871636B2904A}"/>
            </c:ext>
          </c:extLst>
        </c:ser>
        <c:dLbls>
          <c:showLegendKey val="0"/>
          <c:showVal val="0"/>
          <c:showCatName val="0"/>
          <c:showSerName val="0"/>
          <c:showPercent val="0"/>
          <c:showBubbleSize val="0"/>
        </c:dLbls>
        <c:gapWidth val="150"/>
        <c:axId val="443445760"/>
        <c:axId val="443447472"/>
      </c:barChart>
      <c:lineChart>
        <c:grouping val="standard"/>
        <c:varyColors val="0"/>
        <c:ser>
          <c:idx val="2"/>
          <c:order val="2"/>
          <c:tx>
            <c:strRef>
              <c:f>Tabelle1!$D$1</c:f>
              <c:strCache>
                <c:ptCount val="1"/>
                <c:pt idx="0">
                  <c:v>Datenreihe 3</c:v>
                </c:pt>
              </c:strCache>
            </c:strRef>
          </c:tx>
          <c:spPr>
            <a:ln w="28575" cap="rnd">
              <a:solidFill>
                <a:schemeClr val="accent3"/>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EA5C-9D43-A5DD-871636B2904A}"/>
            </c:ext>
          </c:extLst>
        </c:ser>
        <c:dLbls>
          <c:showLegendKey val="0"/>
          <c:showVal val="0"/>
          <c:showCatName val="0"/>
          <c:showSerName val="0"/>
          <c:showPercent val="0"/>
          <c:showBubbleSize val="0"/>
        </c:dLbls>
        <c:marker val="1"/>
        <c:smooth val="0"/>
        <c:axId val="443445760"/>
        <c:axId val="443447472"/>
      </c:lineChart>
      <c:catAx>
        <c:axId val="44344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43447472"/>
        <c:crosses val="autoZero"/>
        <c:auto val="1"/>
        <c:lblAlgn val="ctr"/>
        <c:lblOffset val="100"/>
        <c:noMultiLvlLbl val="0"/>
      </c:catAx>
      <c:valAx>
        <c:axId val="443447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43445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Tabelle1!$A$2:$A$77</cx:f>
        <cx:lvl ptCount="76" formatCode="Standard">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title pos="t" align="ctr" overlay="0">
      <cx:tx>
        <cx:txData>
          <cx:v>Diagrammtitel</cx:v>
        </cx:txData>
      </cx:tx>
      <cx:txPr>
        <a:bodyPr spcFirstLastPara="1" vertOverflow="ellipsis" horzOverflow="overflow" wrap="square" lIns="0" tIns="0" rIns="0" bIns="0" anchor="ctr" anchorCtr="1"/>
        <a:lstStyle/>
        <a:p>
          <a:pPr algn="ctr" rtl="0">
            <a:defRPr sz="1600"/>
          </a:pPr>
          <a:r>
            <a:rPr lang="de-DE" sz="1600" b="0" i="0" u="none" strike="noStrike" baseline="0">
              <a:solidFill>
                <a:srgbClr val="000000">
                  <a:lumMod val="65000"/>
                  <a:lumOff val="35000"/>
                </a:srgbClr>
              </a:solidFill>
              <a:latin typeface="Abadi"/>
            </a:rPr>
            <a:t>Diagrammtitel</a:t>
          </a:r>
        </a:p>
      </cx:txPr>
    </cx:title>
    <cx:plotArea>
      <cx:plotAreaRegion>
        <cx:series layoutId="clusteredColumn" uniqueId="{94955A67-3077-474A-81E6-38DF2B6BDB0D}">
          <cx:tx>
            <cx:txData>
              <cx:f>Tabelle1!$A$1</cx:f>
              <cx:v>Datenreihe1</cx:v>
            </cx:txData>
          </cx:tx>
          <cx:dataId val="0"/>
          <cx:layoutPr>
            <cx:binning intervalClosed="r"/>
          </cx:layoutPr>
        </cx:series>
      </cx:plotAreaRegion>
      <cx:axis id="0">
        <cx:catScaling gapWidth="0"/>
        <cx:tickLabels/>
        <cx:txPr>
          <a:bodyPr spcFirstLastPara="1" vertOverflow="ellipsis" horzOverflow="overflow" wrap="square" lIns="0" tIns="0" rIns="0" bIns="0" anchor="ctr" anchorCtr="1"/>
          <a:lstStyle/>
          <a:p>
            <a:pPr algn="ctr" rtl="0">
              <a:defRPr sz="800"/>
            </a:pPr>
            <a:endParaRPr lang="de-DE" sz="800" b="0" i="0" u="none" strike="noStrike" baseline="0">
              <a:solidFill>
                <a:srgbClr val="000000">
                  <a:lumMod val="65000"/>
                  <a:lumOff val="35000"/>
                </a:srgbClr>
              </a:solidFill>
              <a:latin typeface="Abadi"/>
            </a:endParaRPr>
          </a:p>
        </cx:txPr>
      </cx:axis>
      <cx:axis id="1">
        <cx:valScaling/>
        <cx:majorGridlines/>
        <cx:tickLabels/>
        <cx:txPr>
          <a:bodyPr spcFirstLastPara="1" vertOverflow="ellipsis" horzOverflow="overflow" wrap="square" lIns="0" tIns="0" rIns="0" bIns="0" anchor="ctr" anchorCtr="1"/>
          <a:lstStyle/>
          <a:p>
            <a:pPr algn="ctr" rtl="0">
              <a:defRPr sz="800"/>
            </a:pPr>
            <a:endParaRPr lang="de-DE" sz="800" b="0" i="0" u="none" strike="noStrike" baseline="0">
              <a:solidFill>
                <a:srgbClr val="000000">
                  <a:lumMod val="65000"/>
                  <a:lumOff val="35000"/>
                </a:srgbClr>
              </a:solidFill>
              <a:latin typeface="Abadi"/>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egoe UI" panose="020B0502040204020203" pitchFamily="34" charset="0"/>
                <a:cs typeface="Segoe UI" panose="020B0502040204020203" pitchFamily="34" charset="0"/>
                <a:sym typeface="Segoe UI" panose="020B0502040204020203" pitchFamily="34" charset="0"/>
              </a:defRPr>
            </a:lvl1pPr>
          </a:lstStyle>
          <a:p>
            <a:endParaRPr lang="en-US">
              <a:latin typeface="Abadi" panose="020B0604020104020204" pitchFamily="34" charset="0"/>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egoe UI" panose="020B0502040204020203" pitchFamily="34" charset="0"/>
                <a:cs typeface="Segoe UI" panose="020B0502040204020203" pitchFamily="34" charset="0"/>
                <a:sym typeface="Segoe UI" panose="020B0502040204020203" pitchFamily="34" charset="0"/>
              </a:defRPr>
            </a:lvl1pPr>
          </a:lstStyle>
          <a:p>
            <a:fld id="{3CDFE222-915F-4076-A64C-FCD84141A6B5}" type="datetimeFigureOut">
              <a:rPr lang="en-US" smtClean="0">
                <a:latin typeface="Abadi" panose="020B0604020104020204" pitchFamily="34" charset="0"/>
              </a:rPr>
              <a:pPr/>
              <a:t>9/10/2026</a:t>
            </a:fld>
            <a:endParaRPr lang="en-US">
              <a:latin typeface="Abadi" panose="020B0604020104020204" pitchFamily="34" charset="0"/>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latin typeface="Abadi" panose="020B0604020104020204" pitchFamily="34" charset="0"/>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egoe UI" panose="020B0502040204020203" pitchFamily="34" charset="0"/>
                <a:cs typeface="Segoe UI" panose="020B0502040204020203" pitchFamily="34" charset="0"/>
                <a:sym typeface="Segoe UI" panose="020B0502040204020203" pitchFamily="34" charset="0"/>
              </a:defRPr>
            </a:lvl1pPr>
          </a:lstStyle>
          <a:p>
            <a:endParaRPr lang="en-US">
              <a:latin typeface="Abadi" panose="020B0604020104020204" pitchFamily="34" charset="0"/>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egoe UI" panose="020B0502040204020203" pitchFamily="34" charset="0"/>
                <a:cs typeface="Segoe UI" panose="020B0502040204020203" pitchFamily="34" charset="0"/>
                <a:sym typeface="Segoe UI" panose="020B0502040204020203" pitchFamily="34" charset="0"/>
              </a:defRPr>
            </a:lvl1pPr>
          </a:lstStyle>
          <a:p>
            <a:fld id="{0116A731-5E76-4190-B805-4A9AC832BFD5}" type="slidenum">
              <a:rPr lang="en-US" smtClean="0">
                <a:latin typeface="Abadi" panose="020B0604020104020204" pitchFamily="34" charset="0"/>
              </a:rPr>
              <a:pPr/>
              <a:t>‹#›</a:t>
            </a:fld>
            <a:endParaRPr lang="en-US">
              <a:latin typeface="Abadi" panose="020B0604020104020204" pitchFamily="34" charset="0"/>
            </a:endParaRPr>
          </a:p>
        </p:txBody>
      </p:sp>
    </p:spTree>
    <p:extLst>
      <p:ext uri="{BB962C8B-B14F-4D97-AF65-F5344CB8AC3E}">
        <p14:creationId xmlns:p14="http://schemas.microsoft.com/office/powerpoint/2010/main" val="1694097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1pPr>
    <a:lvl2pPr marL="4572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2pPr>
    <a:lvl3pPr marL="9144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3pPr>
    <a:lvl4pPr marL="13716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4pPr>
    <a:lvl5pPr marL="18288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969F-DE0A-7A8B-3A7A-CCE45B5AF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A95A7-684F-798D-C41C-2255E7610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E7140-1813-8F61-0D8B-86DBEDA18A4E}"/>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DDF12935-CE8E-C1E9-8F63-9B81399118C9}"/>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a:t>
            </a:fld>
            <a:endParaRPr lang="en-US">
              <a:latin typeface="Abadi" panose="020B0604020104020204" pitchFamily="34" charset="0"/>
            </a:endParaRPr>
          </a:p>
        </p:txBody>
      </p:sp>
    </p:spTree>
    <p:extLst>
      <p:ext uri="{BB962C8B-B14F-4D97-AF65-F5344CB8AC3E}">
        <p14:creationId xmlns:p14="http://schemas.microsoft.com/office/powerpoint/2010/main" val="3151172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A909-BF34-598D-6F16-B42A9C2DF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03484-90EC-5E3C-94C3-5AE136C64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322EE-882F-2D97-AE29-B6A8F78FAEB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9D2B81F0-7755-D2E8-EF74-0CE21F813958}"/>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a:t>
            </a:fld>
            <a:endParaRPr lang="en-US">
              <a:latin typeface="Abadi" panose="020B0604020104020204" pitchFamily="34" charset="0"/>
            </a:endParaRPr>
          </a:p>
        </p:txBody>
      </p:sp>
    </p:spTree>
    <p:extLst>
      <p:ext uri="{BB962C8B-B14F-4D97-AF65-F5344CB8AC3E}">
        <p14:creationId xmlns:p14="http://schemas.microsoft.com/office/powerpoint/2010/main" val="1524071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E565B-3933-E099-7FFA-D358A5E77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4EDF9-9732-8CBB-8A1E-94FFD82C0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6FA93-FF91-713D-D037-517A37FEBB58}"/>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9D2A187B-DC47-37F9-CFFF-2B286E963D4C}"/>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a:t>
            </a:fld>
            <a:endParaRPr lang="en-US">
              <a:latin typeface="Abadi" panose="020B0604020104020204" pitchFamily="34" charset="0"/>
            </a:endParaRPr>
          </a:p>
        </p:txBody>
      </p:sp>
    </p:spTree>
    <p:extLst>
      <p:ext uri="{BB962C8B-B14F-4D97-AF65-F5344CB8AC3E}">
        <p14:creationId xmlns:p14="http://schemas.microsoft.com/office/powerpoint/2010/main" val="3810761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42E5-A911-CD62-6BA2-7DFDB2A94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77AD3-CB8E-CC30-7391-F53FC2DB44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F116F-C733-8640-FF8F-E10CB9D4B51A}"/>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F0C67A25-07AD-772E-FBF5-EF69DA0DC3B5}"/>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7</a:t>
            </a:fld>
            <a:endParaRPr lang="en-US">
              <a:latin typeface="Abadi" panose="020B0604020104020204" pitchFamily="34" charset="0"/>
            </a:endParaRPr>
          </a:p>
        </p:txBody>
      </p:sp>
    </p:spTree>
    <p:extLst>
      <p:ext uri="{BB962C8B-B14F-4D97-AF65-F5344CB8AC3E}">
        <p14:creationId xmlns:p14="http://schemas.microsoft.com/office/powerpoint/2010/main" val="2666178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9AD9-1B2E-517D-4B13-E61360235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F432F-5D6E-22E5-BE20-9133BEDAD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EE76F-C630-4CC9-8782-94726EEADE26}"/>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67E77E66-A71D-CAAE-8941-D47F000FAD15}"/>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8</a:t>
            </a:fld>
            <a:endParaRPr lang="en-US">
              <a:latin typeface="Abadi" panose="020B0604020104020204" pitchFamily="34" charset="0"/>
            </a:endParaRPr>
          </a:p>
        </p:txBody>
      </p:sp>
    </p:spTree>
    <p:extLst>
      <p:ext uri="{BB962C8B-B14F-4D97-AF65-F5344CB8AC3E}">
        <p14:creationId xmlns:p14="http://schemas.microsoft.com/office/powerpoint/2010/main" val="3064962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96F10-37CD-5659-905A-9AEA53687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6903C-CBD2-D641-06E5-55601A63C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7CCF2-FFCA-1430-F2B7-C7ED0A94B6D3}"/>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0B4CA01A-96EA-0A06-5B2C-748708DB862F}"/>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10</a:t>
            </a:fld>
            <a:endParaRPr lang="en-US">
              <a:latin typeface="Abadi" panose="020B0604020104020204" pitchFamily="34" charset="0"/>
            </a:endParaRPr>
          </a:p>
        </p:txBody>
      </p:sp>
    </p:spTree>
    <p:extLst>
      <p:ext uri="{BB962C8B-B14F-4D97-AF65-F5344CB8AC3E}">
        <p14:creationId xmlns:p14="http://schemas.microsoft.com/office/powerpoint/2010/main" val="3124883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50E1-3C35-B22A-D770-819B8A3AF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03F18-0CC2-4088-9F10-90F823C5F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7731D-2AC7-2FCA-BC4F-3122063B06F3}"/>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CB922640-7BD1-7C20-9A71-290838B284A2}"/>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11</a:t>
            </a:fld>
            <a:endParaRPr lang="en-US">
              <a:latin typeface="Abadi" panose="020B0604020104020204" pitchFamily="34" charset="0"/>
            </a:endParaRPr>
          </a:p>
        </p:txBody>
      </p:sp>
    </p:spTree>
    <p:extLst>
      <p:ext uri="{BB962C8B-B14F-4D97-AF65-F5344CB8AC3E}">
        <p14:creationId xmlns:p14="http://schemas.microsoft.com/office/powerpoint/2010/main" val="4226768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0451-AEA9-31B9-A3C1-0AF9122B5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F798B-0B7F-79E8-2473-CAF61652D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95159-A02D-FC10-F510-A379ECACF64B}"/>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D2CA8B20-ED76-0D65-3CB8-BD81961682EB}"/>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12</a:t>
            </a:fld>
            <a:endParaRPr lang="en-US">
              <a:latin typeface="Abadi" panose="020B0604020104020204" pitchFamily="34" charset="0"/>
            </a:endParaRPr>
          </a:p>
        </p:txBody>
      </p:sp>
    </p:spTree>
    <p:extLst>
      <p:ext uri="{BB962C8B-B14F-4D97-AF65-F5344CB8AC3E}">
        <p14:creationId xmlns:p14="http://schemas.microsoft.com/office/powerpoint/2010/main" val="2849641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D106A-DA9A-9ACE-66ED-8285859FB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24C07-AEEB-AAAF-9221-AAFEB7469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3274D-E9ED-46FC-8B50-4BC85CA35E4F}"/>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A3AD11C9-E79C-B1D1-4009-0F4A2ADD8740}"/>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13</a:t>
            </a:fld>
            <a:endParaRPr lang="en-US">
              <a:latin typeface="Abadi" panose="020B0604020104020204" pitchFamily="34" charset="0"/>
            </a:endParaRPr>
          </a:p>
        </p:txBody>
      </p:sp>
    </p:spTree>
    <p:extLst>
      <p:ext uri="{BB962C8B-B14F-4D97-AF65-F5344CB8AC3E}">
        <p14:creationId xmlns:p14="http://schemas.microsoft.com/office/powerpoint/2010/main" val="73294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B92D-CF02-D5DC-7710-3C5274DAE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8F81E-C3D8-5CAE-E01B-95CCE4E86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67B43-2423-CD4B-CBA7-6342F54145BB}"/>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C1C2EA18-0735-A2E4-ADEF-16EB7E75B535}"/>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14</a:t>
            </a:fld>
            <a:endParaRPr lang="en-US">
              <a:latin typeface="Abadi" panose="020B0604020104020204" pitchFamily="34" charset="0"/>
            </a:endParaRPr>
          </a:p>
        </p:txBody>
      </p:sp>
    </p:spTree>
    <p:extLst>
      <p:ext uri="{BB962C8B-B14F-4D97-AF65-F5344CB8AC3E}">
        <p14:creationId xmlns:p14="http://schemas.microsoft.com/office/powerpoint/2010/main" val="1505250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C875-39D7-84B7-F416-090BC67EE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D789D-1F73-B6F1-05D5-457366F76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EB729-41BE-5FAE-B58B-11F0D924016D}"/>
              </a:ext>
            </a:extLst>
          </p:cNvPr>
          <p:cNvSpPr>
            <a:spLocks noGrp="1"/>
          </p:cNvSpPr>
          <p:nvPr>
            <p:ph type="body" idx="1"/>
          </p:nvPr>
        </p:nvSpPr>
        <p:spPr/>
        <p:txBody>
          <a:bodyPr/>
          <a:lstStyle/>
          <a:p>
            <a:endParaRPr lang="en-US" dirty="0">
              <a:latin typeface="Abadi" panose="020B0604020104020204" pitchFamily="34" charset="0"/>
            </a:endParaRPr>
          </a:p>
        </p:txBody>
      </p:sp>
      <p:sp>
        <p:nvSpPr>
          <p:cNvPr id="4" name="Slide Number Placeholder 3">
            <a:extLst>
              <a:ext uri="{FF2B5EF4-FFF2-40B4-BE49-F238E27FC236}">
                <a16:creationId xmlns:a16="http://schemas.microsoft.com/office/drawing/2014/main" id="{0A83A586-E234-0759-1FC8-F0DDEC7F0C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16A731-5E76-4190-B805-4A9AC832BFD5}" type="slidenum">
              <a:rPr kumimoji="0" lang="en-US" sz="1200" b="0" i="0" u="none" strike="noStrike" kern="1200" cap="none" spc="0" normalizeH="0" baseline="0" noProof="0" smtClean="0">
                <a:ln>
                  <a:noFill/>
                </a:ln>
                <a:solidFill>
                  <a:prstClr val="black"/>
                </a:solidFill>
                <a:effectLst/>
                <a:uLnTx/>
                <a:uFillTx/>
                <a:latin typeface="Abadi" panose="020B0604020104020204" pitchFamily="34" charset="0"/>
                <a:ea typeface="+mn-ea"/>
                <a:cs typeface="Segoe UI" panose="020B0502040204020203" pitchFamily="34" charset="0"/>
                <a:sym typeface="Segoe UI" panose="020B050204020402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badi" panose="020B0604020104020204" pitchFamily="34" charset="0"/>
              <a:ea typeface="+mn-ea"/>
              <a:cs typeface="Segoe UI" panose="020B0502040204020203" pitchFamily="34" charset="0"/>
              <a:sym typeface="Segoe UI" panose="020B0502040204020203" pitchFamily="34" charset="0"/>
            </a:endParaRPr>
          </a:p>
        </p:txBody>
      </p:sp>
    </p:spTree>
    <p:extLst>
      <p:ext uri="{BB962C8B-B14F-4D97-AF65-F5344CB8AC3E}">
        <p14:creationId xmlns:p14="http://schemas.microsoft.com/office/powerpoint/2010/main" val="310304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C875-39D7-84B7-F416-090BC67EE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D789D-1F73-B6F1-05D5-457366F76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EB729-41BE-5FAE-B58B-11F0D924016D}"/>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0A83A586-E234-0759-1FC8-F0DDEC7F0C58}"/>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16</a:t>
            </a:fld>
            <a:endParaRPr lang="en-US">
              <a:latin typeface="Abadi" panose="020B0604020104020204" pitchFamily="34" charset="0"/>
            </a:endParaRPr>
          </a:p>
        </p:txBody>
      </p:sp>
    </p:spTree>
    <p:extLst>
      <p:ext uri="{BB962C8B-B14F-4D97-AF65-F5344CB8AC3E}">
        <p14:creationId xmlns:p14="http://schemas.microsoft.com/office/powerpoint/2010/main" val="310304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85563-362A-F506-EDBC-2A6F67DD3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05855-2A7A-E41A-A1A1-D05444C6F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18BB3-B6DB-FF13-1C7F-D916938C020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02A4DE52-663A-90F3-F81D-36867BE11B43}"/>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17</a:t>
            </a:fld>
            <a:endParaRPr lang="en-US">
              <a:latin typeface="Abadi" panose="020B0604020104020204" pitchFamily="34" charset="0"/>
            </a:endParaRPr>
          </a:p>
        </p:txBody>
      </p:sp>
    </p:spTree>
    <p:extLst>
      <p:ext uri="{BB962C8B-B14F-4D97-AF65-F5344CB8AC3E}">
        <p14:creationId xmlns:p14="http://schemas.microsoft.com/office/powerpoint/2010/main" val="260472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2AA7-AB0F-FE15-4CAA-EE03D08CD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E2CF6-275A-7FC4-FBE5-E531DE9B1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7CF8C-125E-3A1B-B44F-CA0BC786FBB3}"/>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550FD7CF-71FF-FCF4-B1DD-379391042D9E}"/>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18</a:t>
            </a:fld>
            <a:endParaRPr lang="en-US">
              <a:latin typeface="Abadi" panose="020B0604020104020204" pitchFamily="34" charset="0"/>
            </a:endParaRPr>
          </a:p>
        </p:txBody>
      </p:sp>
    </p:spTree>
    <p:extLst>
      <p:ext uri="{BB962C8B-B14F-4D97-AF65-F5344CB8AC3E}">
        <p14:creationId xmlns:p14="http://schemas.microsoft.com/office/powerpoint/2010/main" val="3193161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932D3-86F5-63E8-38D5-B142F7D1E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74B49-82ED-C273-CDFB-2D2C5DEB5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FA7C6-0D73-13D8-6A4D-750897E79B9A}"/>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2C542561-0CF0-07EB-C6B8-1277860EA1AB}"/>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19</a:t>
            </a:fld>
            <a:endParaRPr lang="en-US">
              <a:latin typeface="Abadi" panose="020B0604020104020204" pitchFamily="34" charset="0"/>
            </a:endParaRPr>
          </a:p>
        </p:txBody>
      </p:sp>
    </p:spTree>
    <p:extLst>
      <p:ext uri="{BB962C8B-B14F-4D97-AF65-F5344CB8AC3E}">
        <p14:creationId xmlns:p14="http://schemas.microsoft.com/office/powerpoint/2010/main" val="753887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F19B-84C0-AAFF-7287-071A7FAC5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FE78D-A047-95BC-6282-EC87F7B0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0E2DE-2920-9A46-5DDC-6B0E78A6ACF8}"/>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2A980094-4EE3-440E-DC67-D4B85A40D0C1}"/>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20</a:t>
            </a:fld>
            <a:endParaRPr lang="en-US">
              <a:latin typeface="Abadi" panose="020B0604020104020204" pitchFamily="34" charset="0"/>
            </a:endParaRPr>
          </a:p>
        </p:txBody>
      </p:sp>
    </p:spTree>
    <p:extLst>
      <p:ext uri="{BB962C8B-B14F-4D97-AF65-F5344CB8AC3E}">
        <p14:creationId xmlns:p14="http://schemas.microsoft.com/office/powerpoint/2010/main" val="990541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DB50D-D872-69AC-2524-7E61C658A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04FE2-8469-D076-B3CE-91C8086A8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FC4B4-FCCB-C3B2-7C3F-96199DE7621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E8D5824E-4DB2-88C4-7D4C-A96393F6E57C}"/>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21</a:t>
            </a:fld>
            <a:endParaRPr lang="en-US">
              <a:latin typeface="Abadi" panose="020B0604020104020204" pitchFamily="34" charset="0"/>
            </a:endParaRPr>
          </a:p>
        </p:txBody>
      </p:sp>
    </p:spTree>
    <p:extLst>
      <p:ext uri="{BB962C8B-B14F-4D97-AF65-F5344CB8AC3E}">
        <p14:creationId xmlns:p14="http://schemas.microsoft.com/office/powerpoint/2010/main" val="1537952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C4E03-B608-79E1-9631-667CDC539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92D1-7953-85A1-CA7F-AFE69ECB5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20585-4066-04DD-A8C6-B1C16F6EB3FB}"/>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8AE81F55-838A-D91B-AD58-776925C04F38}"/>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22</a:t>
            </a:fld>
            <a:endParaRPr lang="en-US">
              <a:latin typeface="Abadi" panose="020B0604020104020204" pitchFamily="34" charset="0"/>
            </a:endParaRPr>
          </a:p>
        </p:txBody>
      </p:sp>
    </p:spTree>
    <p:extLst>
      <p:ext uri="{BB962C8B-B14F-4D97-AF65-F5344CB8AC3E}">
        <p14:creationId xmlns:p14="http://schemas.microsoft.com/office/powerpoint/2010/main" val="36332458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9CFC4-58D4-5B0A-7F88-9F00CB756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48305-B5B7-E015-D057-B1C00E5CF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E509A-9532-855D-8858-1D7A0CB0C3E9}"/>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27AA5AF5-A50E-7421-79E4-1126EFEABA20}"/>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23</a:t>
            </a:fld>
            <a:endParaRPr lang="en-US">
              <a:latin typeface="Abadi" panose="020B0604020104020204" pitchFamily="34" charset="0"/>
            </a:endParaRPr>
          </a:p>
        </p:txBody>
      </p:sp>
    </p:spTree>
    <p:extLst>
      <p:ext uri="{BB962C8B-B14F-4D97-AF65-F5344CB8AC3E}">
        <p14:creationId xmlns:p14="http://schemas.microsoft.com/office/powerpoint/2010/main" val="3694930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12A70-B2E8-E3E7-E898-60E266A4E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D5F58-63DA-4051-3808-5C24F9DC5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FB0A1-D17A-161C-6A9D-0D24B8DA3F96}"/>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A595FFCC-0AF9-7FF1-7F0B-A447F303D34F}"/>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24</a:t>
            </a:fld>
            <a:endParaRPr lang="en-US">
              <a:latin typeface="Abadi" panose="020B0604020104020204" pitchFamily="34" charset="0"/>
            </a:endParaRPr>
          </a:p>
        </p:txBody>
      </p:sp>
    </p:spTree>
    <p:extLst>
      <p:ext uri="{BB962C8B-B14F-4D97-AF65-F5344CB8AC3E}">
        <p14:creationId xmlns:p14="http://schemas.microsoft.com/office/powerpoint/2010/main" val="2436078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7D7EF-905A-F3A6-6EFB-F2668E312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8941A-9D81-89EF-DA29-913411968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A9D1D-31BE-2E83-1A6B-32D25E08D61F}"/>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5C2F72D8-21B1-F7B4-DED2-25D26B2AE1D5}"/>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26</a:t>
            </a:fld>
            <a:endParaRPr lang="en-US">
              <a:latin typeface="Abadi" panose="020B0604020104020204" pitchFamily="34" charset="0"/>
            </a:endParaRPr>
          </a:p>
        </p:txBody>
      </p:sp>
    </p:spTree>
    <p:extLst>
      <p:ext uri="{BB962C8B-B14F-4D97-AF65-F5344CB8AC3E}">
        <p14:creationId xmlns:p14="http://schemas.microsoft.com/office/powerpoint/2010/main" val="1735355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8B16D-4F38-BB5E-4BF2-39FDEFB5B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68477-72E1-E841-C218-0FE84ACC5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DA501-BEE9-5CA2-7D59-6FC0864CDB87}"/>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F0A85F2C-EEC0-A5AA-8C5C-9AD1BD5A1E45}"/>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27</a:t>
            </a:fld>
            <a:endParaRPr lang="en-US">
              <a:latin typeface="Abadi" panose="020B0604020104020204" pitchFamily="34" charset="0"/>
            </a:endParaRPr>
          </a:p>
        </p:txBody>
      </p:sp>
    </p:spTree>
    <p:extLst>
      <p:ext uri="{BB962C8B-B14F-4D97-AF65-F5344CB8AC3E}">
        <p14:creationId xmlns:p14="http://schemas.microsoft.com/office/powerpoint/2010/main" val="1258294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3B99F-A6FC-6B3F-3E4E-1C4A1AD61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0D874-2294-2727-92BD-1A6410930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3EA1B-8324-31B5-3B40-542892A20B22}"/>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7D1DFA38-AB15-832D-D400-C0DA17AC9389}"/>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28</a:t>
            </a:fld>
            <a:endParaRPr lang="en-US">
              <a:latin typeface="Abadi" panose="020B0604020104020204" pitchFamily="34" charset="0"/>
            </a:endParaRPr>
          </a:p>
        </p:txBody>
      </p:sp>
    </p:spTree>
    <p:extLst>
      <p:ext uri="{BB962C8B-B14F-4D97-AF65-F5344CB8AC3E}">
        <p14:creationId xmlns:p14="http://schemas.microsoft.com/office/powerpoint/2010/main" val="3437939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C0926-A743-3D04-B0C3-39895EB98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0CC72-AB51-2B2D-3DB8-27E2D32A7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BCF32-B2E0-8FC4-A228-4FC5A45ADF79}"/>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511634CE-A183-DEA3-BC53-1278C59BEEB1}"/>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29</a:t>
            </a:fld>
            <a:endParaRPr lang="en-US">
              <a:latin typeface="Abadi" panose="020B0604020104020204" pitchFamily="34" charset="0"/>
            </a:endParaRPr>
          </a:p>
        </p:txBody>
      </p:sp>
    </p:spTree>
    <p:extLst>
      <p:ext uri="{BB962C8B-B14F-4D97-AF65-F5344CB8AC3E}">
        <p14:creationId xmlns:p14="http://schemas.microsoft.com/office/powerpoint/2010/main" val="2259854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B719A-1C3C-6415-887D-F075C5AC8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46252-382B-BD89-DE12-A3C1624C7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50AD7-BCE7-A2D6-F9A4-D9BC3B3598D6}"/>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78947877-A5CF-CB4C-421C-89C1A5D49E90}"/>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30</a:t>
            </a:fld>
            <a:endParaRPr lang="en-US">
              <a:latin typeface="Abadi" panose="020B0604020104020204" pitchFamily="34" charset="0"/>
            </a:endParaRPr>
          </a:p>
        </p:txBody>
      </p:sp>
    </p:spTree>
    <p:extLst>
      <p:ext uri="{BB962C8B-B14F-4D97-AF65-F5344CB8AC3E}">
        <p14:creationId xmlns:p14="http://schemas.microsoft.com/office/powerpoint/2010/main" val="3560070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67828-52B4-EF9A-8459-03D0AB8A0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73287-9F38-F2B0-0A4C-84CFB4E3B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C3CA5-4D57-FDAE-D7F2-AFD28119BCF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1476E7CC-233A-2B10-06D7-D2AEB546CE12}"/>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32</a:t>
            </a:fld>
            <a:endParaRPr lang="en-US">
              <a:latin typeface="Abadi" panose="020B0604020104020204" pitchFamily="34" charset="0"/>
            </a:endParaRPr>
          </a:p>
        </p:txBody>
      </p:sp>
    </p:spTree>
    <p:extLst>
      <p:ext uri="{BB962C8B-B14F-4D97-AF65-F5344CB8AC3E}">
        <p14:creationId xmlns:p14="http://schemas.microsoft.com/office/powerpoint/2010/main" val="849860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33</a:t>
            </a:fld>
            <a:endParaRPr lang="en-US">
              <a:latin typeface="Abadi" panose="020B0604020104020204" pitchFamily="34" charset="0"/>
            </a:endParaRPr>
          </a:p>
        </p:txBody>
      </p:sp>
    </p:spTree>
    <p:extLst>
      <p:ext uri="{BB962C8B-B14F-4D97-AF65-F5344CB8AC3E}">
        <p14:creationId xmlns:p14="http://schemas.microsoft.com/office/powerpoint/2010/main" val="27032801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34</a:t>
            </a:fld>
            <a:endParaRPr lang="en-US">
              <a:latin typeface="Abadi" panose="020B0604020104020204" pitchFamily="34" charset="0"/>
            </a:endParaRPr>
          </a:p>
        </p:txBody>
      </p:sp>
    </p:spTree>
    <p:extLst>
      <p:ext uri="{BB962C8B-B14F-4D97-AF65-F5344CB8AC3E}">
        <p14:creationId xmlns:p14="http://schemas.microsoft.com/office/powerpoint/2010/main" val="3571340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35</a:t>
            </a:fld>
            <a:endParaRPr lang="en-US">
              <a:latin typeface="Abadi" panose="020B0604020104020204" pitchFamily="34" charset="0"/>
            </a:endParaRPr>
          </a:p>
        </p:txBody>
      </p:sp>
    </p:spTree>
    <p:extLst>
      <p:ext uri="{BB962C8B-B14F-4D97-AF65-F5344CB8AC3E}">
        <p14:creationId xmlns:p14="http://schemas.microsoft.com/office/powerpoint/2010/main" val="21848526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39</a:t>
            </a:fld>
            <a:endParaRPr lang="en-US">
              <a:latin typeface="Abadi" panose="020B0604020104020204" pitchFamily="34" charset="0"/>
            </a:endParaRPr>
          </a:p>
        </p:txBody>
      </p:sp>
    </p:spTree>
    <p:extLst>
      <p:ext uri="{BB962C8B-B14F-4D97-AF65-F5344CB8AC3E}">
        <p14:creationId xmlns:p14="http://schemas.microsoft.com/office/powerpoint/2010/main" val="21871457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40</a:t>
            </a:fld>
            <a:endParaRPr lang="en-US">
              <a:latin typeface="Abadi" panose="020B0604020104020204" pitchFamily="34" charset="0"/>
            </a:endParaRPr>
          </a:p>
        </p:txBody>
      </p:sp>
    </p:spTree>
    <p:extLst>
      <p:ext uri="{BB962C8B-B14F-4D97-AF65-F5344CB8AC3E}">
        <p14:creationId xmlns:p14="http://schemas.microsoft.com/office/powerpoint/2010/main" val="40896502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41</a:t>
            </a:fld>
            <a:endParaRPr lang="en-US">
              <a:latin typeface="Abadi" panose="020B0604020104020204" pitchFamily="34" charset="0"/>
            </a:endParaRPr>
          </a:p>
        </p:txBody>
      </p:sp>
    </p:spTree>
    <p:extLst>
      <p:ext uri="{BB962C8B-B14F-4D97-AF65-F5344CB8AC3E}">
        <p14:creationId xmlns:p14="http://schemas.microsoft.com/office/powerpoint/2010/main" val="22985052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42</a:t>
            </a:fld>
            <a:endParaRPr lang="en-US">
              <a:latin typeface="Abadi" panose="020B0604020104020204" pitchFamily="34" charset="0"/>
            </a:endParaRPr>
          </a:p>
        </p:txBody>
      </p:sp>
    </p:spTree>
    <p:extLst>
      <p:ext uri="{BB962C8B-B14F-4D97-AF65-F5344CB8AC3E}">
        <p14:creationId xmlns:p14="http://schemas.microsoft.com/office/powerpoint/2010/main" val="38267831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43</a:t>
            </a:fld>
            <a:endParaRPr lang="en-US">
              <a:latin typeface="Abadi" panose="020B0604020104020204" pitchFamily="34" charset="0"/>
            </a:endParaRPr>
          </a:p>
        </p:txBody>
      </p:sp>
    </p:spTree>
    <p:extLst>
      <p:ext uri="{BB962C8B-B14F-4D97-AF65-F5344CB8AC3E}">
        <p14:creationId xmlns:p14="http://schemas.microsoft.com/office/powerpoint/2010/main" val="2914310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44</a:t>
            </a:fld>
            <a:endParaRPr lang="en-US">
              <a:latin typeface="Abadi" panose="020B0604020104020204" pitchFamily="34" charset="0"/>
            </a:endParaRPr>
          </a:p>
        </p:txBody>
      </p:sp>
    </p:spTree>
    <p:extLst>
      <p:ext uri="{BB962C8B-B14F-4D97-AF65-F5344CB8AC3E}">
        <p14:creationId xmlns:p14="http://schemas.microsoft.com/office/powerpoint/2010/main" val="3076612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45</a:t>
            </a:fld>
            <a:endParaRPr lang="en-US">
              <a:latin typeface="Abadi" panose="020B0604020104020204" pitchFamily="34" charset="0"/>
            </a:endParaRPr>
          </a:p>
        </p:txBody>
      </p:sp>
    </p:spTree>
    <p:extLst>
      <p:ext uri="{BB962C8B-B14F-4D97-AF65-F5344CB8AC3E}">
        <p14:creationId xmlns:p14="http://schemas.microsoft.com/office/powerpoint/2010/main" val="9042938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46</a:t>
            </a:fld>
            <a:endParaRPr lang="en-US">
              <a:latin typeface="Abadi" panose="020B0604020104020204" pitchFamily="34" charset="0"/>
            </a:endParaRPr>
          </a:p>
        </p:txBody>
      </p:sp>
    </p:spTree>
    <p:extLst>
      <p:ext uri="{BB962C8B-B14F-4D97-AF65-F5344CB8AC3E}">
        <p14:creationId xmlns:p14="http://schemas.microsoft.com/office/powerpoint/2010/main" val="28498510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47</a:t>
            </a:fld>
            <a:endParaRPr lang="en-US">
              <a:latin typeface="Abadi" panose="020B0604020104020204" pitchFamily="34" charset="0"/>
            </a:endParaRPr>
          </a:p>
        </p:txBody>
      </p:sp>
    </p:spTree>
    <p:extLst>
      <p:ext uri="{BB962C8B-B14F-4D97-AF65-F5344CB8AC3E}">
        <p14:creationId xmlns:p14="http://schemas.microsoft.com/office/powerpoint/2010/main" val="25496299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48</a:t>
            </a:fld>
            <a:endParaRPr lang="en-US">
              <a:latin typeface="Abadi" panose="020B0604020104020204" pitchFamily="34" charset="0"/>
            </a:endParaRPr>
          </a:p>
        </p:txBody>
      </p:sp>
    </p:spTree>
    <p:extLst>
      <p:ext uri="{BB962C8B-B14F-4D97-AF65-F5344CB8AC3E}">
        <p14:creationId xmlns:p14="http://schemas.microsoft.com/office/powerpoint/2010/main" val="9113233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49</a:t>
            </a:fld>
            <a:endParaRPr lang="en-US">
              <a:latin typeface="Abadi" panose="020B0604020104020204" pitchFamily="34" charset="0"/>
            </a:endParaRPr>
          </a:p>
        </p:txBody>
      </p:sp>
    </p:spTree>
    <p:extLst>
      <p:ext uri="{BB962C8B-B14F-4D97-AF65-F5344CB8AC3E}">
        <p14:creationId xmlns:p14="http://schemas.microsoft.com/office/powerpoint/2010/main" val="2904916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50</a:t>
            </a:fld>
            <a:endParaRPr lang="en-US">
              <a:latin typeface="Abadi" panose="020B0604020104020204" pitchFamily="34" charset="0"/>
            </a:endParaRPr>
          </a:p>
        </p:txBody>
      </p:sp>
    </p:spTree>
    <p:extLst>
      <p:ext uri="{BB962C8B-B14F-4D97-AF65-F5344CB8AC3E}">
        <p14:creationId xmlns:p14="http://schemas.microsoft.com/office/powerpoint/2010/main" val="2070172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51</a:t>
            </a:fld>
            <a:endParaRPr lang="en-US">
              <a:latin typeface="Abadi" panose="020B0604020104020204" pitchFamily="34" charset="0"/>
            </a:endParaRPr>
          </a:p>
        </p:txBody>
      </p:sp>
    </p:spTree>
    <p:extLst>
      <p:ext uri="{BB962C8B-B14F-4D97-AF65-F5344CB8AC3E}">
        <p14:creationId xmlns:p14="http://schemas.microsoft.com/office/powerpoint/2010/main" val="38344822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52</a:t>
            </a:fld>
            <a:endParaRPr lang="en-US">
              <a:latin typeface="Abadi" panose="020B0604020104020204" pitchFamily="34" charset="0"/>
            </a:endParaRPr>
          </a:p>
        </p:txBody>
      </p:sp>
    </p:spTree>
    <p:extLst>
      <p:ext uri="{BB962C8B-B14F-4D97-AF65-F5344CB8AC3E}">
        <p14:creationId xmlns:p14="http://schemas.microsoft.com/office/powerpoint/2010/main" val="14667582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53</a:t>
            </a:fld>
            <a:endParaRPr lang="en-US">
              <a:latin typeface="Abadi" panose="020B0604020104020204" pitchFamily="34" charset="0"/>
            </a:endParaRPr>
          </a:p>
        </p:txBody>
      </p:sp>
    </p:spTree>
    <p:extLst>
      <p:ext uri="{BB962C8B-B14F-4D97-AF65-F5344CB8AC3E}">
        <p14:creationId xmlns:p14="http://schemas.microsoft.com/office/powerpoint/2010/main" val="17616858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54</a:t>
            </a:fld>
            <a:endParaRPr lang="en-US">
              <a:latin typeface="Abadi" panose="020B0604020104020204" pitchFamily="34" charset="0"/>
            </a:endParaRPr>
          </a:p>
        </p:txBody>
      </p:sp>
    </p:spTree>
    <p:extLst>
      <p:ext uri="{BB962C8B-B14F-4D97-AF65-F5344CB8AC3E}">
        <p14:creationId xmlns:p14="http://schemas.microsoft.com/office/powerpoint/2010/main" val="5080137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55</a:t>
            </a:fld>
            <a:endParaRPr lang="en-US">
              <a:latin typeface="Abadi" panose="020B0604020104020204" pitchFamily="34" charset="0"/>
            </a:endParaRPr>
          </a:p>
        </p:txBody>
      </p:sp>
    </p:spTree>
    <p:extLst>
      <p:ext uri="{BB962C8B-B14F-4D97-AF65-F5344CB8AC3E}">
        <p14:creationId xmlns:p14="http://schemas.microsoft.com/office/powerpoint/2010/main" val="19702181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56</a:t>
            </a:fld>
            <a:endParaRPr lang="en-US">
              <a:latin typeface="Abadi" panose="020B0604020104020204" pitchFamily="34" charset="0"/>
            </a:endParaRPr>
          </a:p>
        </p:txBody>
      </p:sp>
    </p:spTree>
    <p:extLst>
      <p:ext uri="{BB962C8B-B14F-4D97-AF65-F5344CB8AC3E}">
        <p14:creationId xmlns:p14="http://schemas.microsoft.com/office/powerpoint/2010/main" val="8765649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57</a:t>
            </a:fld>
            <a:endParaRPr lang="en-US">
              <a:latin typeface="Abadi" panose="020B0604020104020204" pitchFamily="34" charset="0"/>
            </a:endParaRPr>
          </a:p>
        </p:txBody>
      </p:sp>
    </p:spTree>
    <p:extLst>
      <p:ext uri="{BB962C8B-B14F-4D97-AF65-F5344CB8AC3E}">
        <p14:creationId xmlns:p14="http://schemas.microsoft.com/office/powerpoint/2010/main" val="15194846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58</a:t>
            </a:fld>
            <a:endParaRPr lang="en-US">
              <a:latin typeface="Abadi" panose="020B0604020104020204" pitchFamily="34" charset="0"/>
            </a:endParaRPr>
          </a:p>
        </p:txBody>
      </p:sp>
    </p:spTree>
    <p:extLst>
      <p:ext uri="{BB962C8B-B14F-4D97-AF65-F5344CB8AC3E}">
        <p14:creationId xmlns:p14="http://schemas.microsoft.com/office/powerpoint/2010/main" val="39498399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CBF3-459D-AF20-DD89-C071FD462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806B4-792F-1E69-4C9C-F99E36DD5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5E4C9-D322-864A-22A1-5D986D9EF00B}"/>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6B1224A9-A8F2-E481-2503-38B9A897BD06}"/>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59</a:t>
            </a:fld>
            <a:endParaRPr lang="en-US">
              <a:latin typeface="Abadi" panose="020B0604020104020204" pitchFamily="34" charset="0"/>
            </a:endParaRPr>
          </a:p>
        </p:txBody>
      </p:sp>
    </p:spTree>
    <p:extLst>
      <p:ext uri="{BB962C8B-B14F-4D97-AF65-F5344CB8AC3E}">
        <p14:creationId xmlns:p14="http://schemas.microsoft.com/office/powerpoint/2010/main" val="515639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61</a:t>
            </a:fld>
            <a:endParaRPr lang="en-US">
              <a:latin typeface="Abadi" panose="020B0604020104020204" pitchFamily="34" charset="0"/>
            </a:endParaRPr>
          </a:p>
        </p:txBody>
      </p:sp>
    </p:spTree>
    <p:extLst>
      <p:ext uri="{BB962C8B-B14F-4D97-AF65-F5344CB8AC3E}">
        <p14:creationId xmlns:p14="http://schemas.microsoft.com/office/powerpoint/2010/main" val="36002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62</a:t>
            </a:fld>
            <a:endParaRPr lang="en-US">
              <a:latin typeface="Abadi" panose="020B0604020104020204" pitchFamily="34" charset="0"/>
            </a:endParaRPr>
          </a:p>
        </p:txBody>
      </p:sp>
    </p:spTree>
    <p:extLst>
      <p:ext uri="{BB962C8B-B14F-4D97-AF65-F5344CB8AC3E}">
        <p14:creationId xmlns:p14="http://schemas.microsoft.com/office/powerpoint/2010/main" val="20171526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63</a:t>
            </a:fld>
            <a:endParaRPr lang="en-US">
              <a:latin typeface="Abadi" panose="020B0604020104020204" pitchFamily="34" charset="0"/>
            </a:endParaRPr>
          </a:p>
        </p:txBody>
      </p:sp>
    </p:spTree>
    <p:extLst>
      <p:ext uri="{BB962C8B-B14F-4D97-AF65-F5344CB8AC3E}">
        <p14:creationId xmlns:p14="http://schemas.microsoft.com/office/powerpoint/2010/main" val="4178317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64</a:t>
            </a:fld>
            <a:endParaRPr lang="en-US">
              <a:latin typeface="Abadi" panose="020B0604020104020204" pitchFamily="34" charset="0"/>
            </a:endParaRPr>
          </a:p>
        </p:txBody>
      </p:sp>
    </p:spTree>
    <p:extLst>
      <p:ext uri="{BB962C8B-B14F-4D97-AF65-F5344CB8AC3E}">
        <p14:creationId xmlns:p14="http://schemas.microsoft.com/office/powerpoint/2010/main" val="36015961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65</a:t>
            </a:fld>
            <a:endParaRPr lang="en-US">
              <a:latin typeface="Abadi" panose="020B0604020104020204" pitchFamily="34" charset="0"/>
            </a:endParaRPr>
          </a:p>
        </p:txBody>
      </p:sp>
    </p:spTree>
    <p:extLst>
      <p:ext uri="{BB962C8B-B14F-4D97-AF65-F5344CB8AC3E}">
        <p14:creationId xmlns:p14="http://schemas.microsoft.com/office/powerpoint/2010/main" val="29622511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67</a:t>
            </a:fld>
            <a:endParaRPr lang="en-US">
              <a:latin typeface="Abadi" panose="020B0604020104020204" pitchFamily="34" charset="0"/>
            </a:endParaRPr>
          </a:p>
        </p:txBody>
      </p:sp>
    </p:spTree>
    <p:extLst>
      <p:ext uri="{BB962C8B-B14F-4D97-AF65-F5344CB8AC3E}">
        <p14:creationId xmlns:p14="http://schemas.microsoft.com/office/powerpoint/2010/main" val="6646526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68</a:t>
            </a:fld>
            <a:endParaRPr lang="en-US">
              <a:latin typeface="Abadi" panose="020B0604020104020204" pitchFamily="34" charset="0"/>
            </a:endParaRPr>
          </a:p>
        </p:txBody>
      </p:sp>
    </p:spTree>
    <p:extLst>
      <p:ext uri="{BB962C8B-B14F-4D97-AF65-F5344CB8AC3E}">
        <p14:creationId xmlns:p14="http://schemas.microsoft.com/office/powerpoint/2010/main" val="9643011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70</a:t>
            </a:fld>
            <a:endParaRPr lang="en-US">
              <a:latin typeface="Abadi" panose="020B0604020104020204" pitchFamily="34" charset="0"/>
            </a:endParaRPr>
          </a:p>
        </p:txBody>
      </p:sp>
    </p:spTree>
    <p:extLst>
      <p:ext uri="{BB962C8B-B14F-4D97-AF65-F5344CB8AC3E}">
        <p14:creationId xmlns:p14="http://schemas.microsoft.com/office/powerpoint/2010/main" val="1084618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13E6A-713B-6F1C-AEB0-C1E43D79D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97BC5-8790-C6B8-3669-E96D14540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471B1-5170-413F-5569-0B403EA7D4A6}"/>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945AE227-9983-A9C6-A085-20D38B5F1669}"/>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71</a:t>
            </a:fld>
            <a:endParaRPr lang="en-US">
              <a:latin typeface="Abadi" panose="020B0604020104020204" pitchFamily="34" charset="0"/>
            </a:endParaRPr>
          </a:p>
        </p:txBody>
      </p:sp>
    </p:spTree>
    <p:extLst>
      <p:ext uri="{BB962C8B-B14F-4D97-AF65-F5344CB8AC3E}">
        <p14:creationId xmlns:p14="http://schemas.microsoft.com/office/powerpoint/2010/main" val="33368130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72</a:t>
            </a:fld>
            <a:endParaRPr lang="en-US">
              <a:latin typeface="Abadi" panose="020B0604020104020204" pitchFamily="34" charset="0"/>
            </a:endParaRPr>
          </a:p>
        </p:txBody>
      </p:sp>
    </p:spTree>
    <p:extLst>
      <p:ext uri="{BB962C8B-B14F-4D97-AF65-F5344CB8AC3E}">
        <p14:creationId xmlns:p14="http://schemas.microsoft.com/office/powerpoint/2010/main" val="118382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73</a:t>
            </a:fld>
            <a:endParaRPr lang="en-US">
              <a:latin typeface="Abadi" panose="020B0604020104020204" pitchFamily="34" charset="0"/>
            </a:endParaRPr>
          </a:p>
        </p:txBody>
      </p:sp>
    </p:spTree>
    <p:extLst>
      <p:ext uri="{BB962C8B-B14F-4D97-AF65-F5344CB8AC3E}">
        <p14:creationId xmlns:p14="http://schemas.microsoft.com/office/powerpoint/2010/main" val="1038841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pn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1.png"/><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5.png"/><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6.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7.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38.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3.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44.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45.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46.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47.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6.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svg"/><Relationship Id="rId26" Type="http://schemas.openxmlformats.org/officeDocument/2006/relationships/image" Target="../media/image26.svg"/><Relationship Id="rId39" Type="http://schemas.openxmlformats.org/officeDocument/2006/relationships/image" Target="../media/image39.svg"/><Relationship Id="rId21" Type="http://schemas.openxmlformats.org/officeDocument/2006/relationships/image" Target="../media/image21.svg"/><Relationship Id="rId34" Type="http://schemas.openxmlformats.org/officeDocument/2006/relationships/image" Target="../media/image34.svg"/><Relationship Id="rId42" Type="http://schemas.openxmlformats.org/officeDocument/2006/relationships/image" Target="../media/image42.svg"/><Relationship Id="rId47" Type="http://schemas.openxmlformats.org/officeDocument/2006/relationships/image" Target="../media/image47.svg"/><Relationship Id="rId7" Type="http://schemas.openxmlformats.org/officeDocument/2006/relationships/image" Target="../media/image7.svg"/><Relationship Id="rId2" Type="http://schemas.openxmlformats.org/officeDocument/2006/relationships/slideMaster" Target="../slideMasters/slideMaster1.xml"/><Relationship Id="rId16" Type="http://schemas.openxmlformats.org/officeDocument/2006/relationships/image" Target="../media/image16.svg"/><Relationship Id="rId29" Type="http://schemas.openxmlformats.org/officeDocument/2006/relationships/image" Target="../media/image29.svg"/><Relationship Id="rId1" Type="http://schemas.openxmlformats.org/officeDocument/2006/relationships/tags" Target="../tags/tag48.xml"/><Relationship Id="rId6" Type="http://schemas.microsoft.com/office/2007/relationships/hdphoto" Target="../media/hdphoto2.wdp"/><Relationship Id="rId11" Type="http://schemas.openxmlformats.org/officeDocument/2006/relationships/image" Target="../media/image11.svg"/><Relationship Id="rId24" Type="http://schemas.openxmlformats.org/officeDocument/2006/relationships/image" Target="../media/image24.svg"/><Relationship Id="rId32" Type="http://schemas.openxmlformats.org/officeDocument/2006/relationships/image" Target="../media/image32.svg"/><Relationship Id="rId37" Type="http://schemas.openxmlformats.org/officeDocument/2006/relationships/image" Target="../media/image37.svg"/><Relationship Id="rId40" Type="http://schemas.openxmlformats.org/officeDocument/2006/relationships/image" Target="../media/image40.svg"/><Relationship Id="rId45" Type="http://schemas.openxmlformats.org/officeDocument/2006/relationships/image" Target="../media/image45.svg"/><Relationship Id="rId5" Type="http://schemas.openxmlformats.org/officeDocument/2006/relationships/image" Target="../media/image6.png"/><Relationship Id="rId15" Type="http://schemas.openxmlformats.org/officeDocument/2006/relationships/image" Target="../media/image15.svg"/><Relationship Id="rId23" Type="http://schemas.openxmlformats.org/officeDocument/2006/relationships/image" Target="../media/image23.svg"/><Relationship Id="rId28" Type="http://schemas.openxmlformats.org/officeDocument/2006/relationships/image" Target="../media/image28.svg"/><Relationship Id="rId36" Type="http://schemas.openxmlformats.org/officeDocument/2006/relationships/image" Target="../media/image36.svg"/><Relationship Id="rId10" Type="http://schemas.openxmlformats.org/officeDocument/2006/relationships/image" Target="../media/image10.svg"/><Relationship Id="rId19" Type="http://schemas.openxmlformats.org/officeDocument/2006/relationships/image" Target="../media/image19.svg"/><Relationship Id="rId31" Type="http://schemas.openxmlformats.org/officeDocument/2006/relationships/image" Target="../media/image31.svg"/><Relationship Id="rId44" Type="http://schemas.openxmlformats.org/officeDocument/2006/relationships/image" Target="../media/image44.svg"/><Relationship Id="rId4" Type="http://schemas.openxmlformats.org/officeDocument/2006/relationships/image" Target="../media/image4.emf"/><Relationship Id="rId9" Type="http://schemas.openxmlformats.org/officeDocument/2006/relationships/image" Target="../media/image9.svg"/><Relationship Id="rId14" Type="http://schemas.openxmlformats.org/officeDocument/2006/relationships/image" Target="../media/image14.svg"/><Relationship Id="rId22" Type="http://schemas.openxmlformats.org/officeDocument/2006/relationships/image" Target="../media/image22.svg"/><Relationship Id="rId27" Type="http://schemas.openxmlformats.org/officeDocument/2006/relationships/image" Target="../media/image27.svg"/><Relationship Id="rId30" Type="http://schemas.openxmlformats.org/officeDocument/2006/relationships/image" Target="../media/image30.svg"/><Relationship Id="rId35" Type="http://schemas.openxmlformats.org/officeDocument/2006/relationships/image" Target="../media/image35.svg"/><Relationship Id="rId43" Type="http://schemas.openxmlformats.org/officeDocument/2006/relationships/image" Target="../media/image43.svg"/><Relationship Id="rId8" Type="http://schemas.openxmlformats.org/officeDocument/2006/relationships/image" Target="../media/image8.svg"/><Relationship Id="rId3" Type="http://schemas.openxmlformats.org/officeDocument/2006/relationships/oleObject" Target="../embeddings/oleObject43.bin"/><Relationship Id="rId12" Type="http://schemas.openxmlformats.org/officeDocument/2006/relationships/image" Target="../media/image12.svg"/><Relationship Id="rId17" Type="http://schemas.openxmlformats.org/officeDocument/2006/relationships/image" Target="../media/image17.svg"/><Relationship Id="rId25" Type="http://schemas.openxmlformats.org/officeDocument/2006/relationships/image" Target="../media/image25.svg"/><Relationship Id="rId33" Type="http://schemas.openxmlformats.org/officeDocument/2006/relationships/image" Target="../media/image33.svg"/><Relationship Id="rId38" Type="http://schemas.openxmlformats.org/officeDocument/2006/relationships/image" Target="../media/image38.svg"/><Relationship Id="rId46" Type="http://schemas.openxmlformats.org/officeDocument/2006/relationships/image" Target="../media/image46.svg"/><Relationship Id="rId20" Type="http://schemas.openxmlformats.org/officeDocument/2006/relationships/image" Target="../media/image20.svg"/><Relationship Id="rId41" Type="http://schemas.openxmlformats.org/officeDocument/2006/relationships/image" Target="../media/image41.svg"/></Relationships>
</file>

<file path=ppt/slideLayouts/_rels/slideLayout47.xml.rels><?xml version="1.0" encoding="UTF-8" standalone="yes"?>
<Relationships xmlns="http://schemas.openxmlformats.org/package/2006/relationships"><Relationship Id="rId13" Type="http://schemas.openxmlformats.org/officeDocument/2006/relationships/image" Target="../media/image56.svg"/><Relationship Id="rId18" Type="http://schemas.openxmlformats.org/officeDocument/2006/relationships/image" Target="../media/image61.svg"/><Relationship Id="rId26" Type="http://schemas.openxmlformats.org/officeDocument/2006/relationships/image" Target="../media/image69.svg"/><Relationship Id="rId39" Type="http://schemas.openxmlformats.org/officeDocument/2006/relationships/image" Target="../media/image82.svg"/><Relationship Id="rId21" Type="http://schemas.openxmlformats.org/officeDocument/2006/relationships/image" Target="../media/image64.svg"/><Relationship Id="rId34" Type="http://schemas.openxmlformats.org/officeDocument/2006/relationships/image" Target="../media/image77.svg"/><Relationship Id="rId42" Type="http://schemas.openxmlformats.org/officeDocument/2006/relationships/image" Target="../media/image85.svg"/><Relationship Id="rId7" Type="http://schemas.openxmlformats.org/officeDocument/2006/relationships/image" Target="../media/image50.svg"/><Relationship Id="rId2" Type="http://schemas.openxmlformats.org/officeDocument/2006/relationships/slideMaster" Target="../slideMasters/slideMaster1.xml"/><Relationship Id="rId16" Type="http://schemas.openxmlformats.org/officeDocument/2006/relationships/image" Target="../media/image59.svg"/><Relationship Id="rId29" Type="http://schemas.openxmlformats.org/officeDocument/2006/relationships/image" Target="../media/image72.svg"/><Relationship Id="rId1" Type="http://schemas.openxmlformats.org/officeDocument/2006/relationships/tags" Target="../tags/tag49.xml"/><Relationship Id="rId6" Type="http://schemas.openxmlformats.org/officeDocument/2006/relationships/image" Target="../media/image49.svg"/><Relationship Id="rId11" Type="http://schemas.openxmlformats.org/officeDocument/2006/relationships/image" Target="../media/image54.svg"/><Relationship Id="rId24" Type="http://schemas.openxmlformats.org/officeDocument/2006/relationships/image" Target="../media/image67.svg"/><Relationship Id="rId32" Type="http://schemas.openxmlformats.org/officeDocument/2006/relationships/image" Target="../media/image75.svg"/><Relationship Id="rId37" Type="http://schemas.openxmlformats.org/officeDocument/2006/relationships/image" Target="../media/image80.svg"/><Relationship Id="rId40" Type="http://schemas.openxmlformats.org/officeDocument/2006/relationships/image" Target="../media/image83.svg"/><Relationship Id="rId45" Type="http://schemas.openxmlformats.org/officeDocument/2006/relationships/image" Target="../media/image88.svg"/><Relationship Id="rId5" Type="http://schemas.openxmlformats.org/officeDocument/2006/relationships/image" Target="../media/image48.svg"/><Relationship Id="rId15" Type="http://schemas.openxmlformats.org/officeDocument/2006/relationships/image" Target="../media/image58.svg"/><Relationship Id="rId23" Type="http://schemas.openxmlformats.org/officeDocument/2006/relationships/image" Target="../media/image66.svg"/><Relationship Id="rId28" Type="http://schemas.openxmlformats.org/officeDocument/2006/relationships/image" Target="../media/image71.svg"/><Relationship Id="rId36" Type="http://schemas.openxmlformats.org/officeDocument/2006/relationships/image" Target="../media/image79.svg"/><Relationship Id="rId10" Type="http://schemas.openxmlformats.org/officeDocument/2006/relationships/image" Target="../media/image53.svg"/><Relationship Id="rId19" Type="http://schemas.openxmlformats.org/officeDocument/2006/relationships/image" Target="../media/image62.svg"/><Relationship Id="rId31" Type="http://schemas.openxmlformats.org/officeDocument/2006/relationships/image" Target="../media/image74.svg"/><Relationship Id="rId44" Type="http://schemas.openxmlformats.org/officeDocument/2006/relationships/image" Target="../media/image87.svg"/><Relationship Id="rId4" Type="http://schemas.openxmlformats.org/officeDocument/2006/relationships/image" Target="../media/image2.emf"/><Relationship Id="rId9" Type="http://schemas.openxmlformats.org/officeDocument/2006/relationships/image" Target="../media/image52.svg"/><Relationship Id="rId14" Type="http://schemas.openxmlformats.org/officeDocument/2006/relationships/image" Target="../media/image57.svg"/><Relationship Id="rId22" Type="http://schemas.openxmlformats.org/officeDocument/2006/relationships/image" Target="../media/image65.svg"/><Relationship Id="rId27" Type="http://schemas.openxmlformats.org/officeDocument/2006/relationships/image" Target="../media/image70.svg"/><Relationship Id="rId30" Type="http://schemas.openxmlformats.org/officeDocument/2006/relationships/image" Target="../media/image73.svg"/><Relationship Id="rId35" Type="http://schemas.openxmlformats.org/officeDocument/2006/relationships/image" Target="../media/image78.svg"/><Relationship Id="rId43" Type="http://schemas.openxmlformats.org/officeDocument/2006/relationships/image" Target="../media/image86.svg"/><Relationship Id="rId8" Type="http://schemas.openxmlformats.org/officeDocument/2006/relationships/image" Target="../media/image51.svg"/><Relationship Id="rId3" Type="http://schemas.openxmlformats.org/officeDocument/2006/relationships/oleObject" Target="../embeddings/oleObject32.bin"/><Relationship Id="rId12" Type="http://schemas.openxmlformats.org/officeDocument/2006/relationships/image" Target="../media/image55.svg"/><Relationship Id="rId17" Type="http://schemas.openxmlformats.org/officeDocument/2006/relationships/image" Target="../media/image60.svg"/><Relationship Id="rId25" Type="http://schemas.openxmlformats.org/officeDocument/2006/relationships/image" Target="../media/image68.svg"/><Relationship Id="rId33" Type="http://schemas.openxmlformats.org/officeDocument/2006/relationships/image" Target="../media/image76.svg"/><Relationship Id="rId38" Type="http://schemas.openxmlformats.org/officeDocument/2006/relationships/image" Target="../media/image81.svg"/><Relationship Id="rId20" Type="http://schemas.openxmlformats.org/officeDocument/2006/relationships/image" Target="../media/image63.svg"/><Relationship Id="rId41" Type="http://schemas.openxmlformats.org/officeDocument/2006/relationships/image" Target="../media/image8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ere Foli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338040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accent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8">
            <a:extLst>
              <a:ext uri="{FF2B5EF4-FFF2-40B4-BE49-F238E27FC236}">
                <a16:creationId xmlns:a16="http://schemas.microsoft.com/office/drawing/2014/main" id="{4135E2FC-DBB7-FA2D-F7F7-7BB38D229F27}"/>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3921940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Kapitel mit großem Bi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349185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61E107C8-1674-ABB0-E068-CBA26FBFFCF7}"/>
              </a:ext>
            </a:extLst>
          </p:cNvPr>
          <p:cNvSpPr/>
          <p:nvPr userDrawn="1"/>
        </p:nvSpPr>
        <p:spPr>
          <a:xfrm>
            <a:off x="-1" y="-1"/>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13" name="Picture 12" descr="A black background with a black square&#10;&#10;AI-generated content may be incorrect.">
            <a:extLst>
              <a:ext uri="{FF2B5EF4-FFF2-40B4-BE49-F238E27FC236}">
                <a16:creationId xmlns:a16="http://schemas.microsoft.com/office/drawing/2014/main" id="{3E297101-D811-C648-3B4D-A059E60DF84C}"/>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934995" y="-1143000"/>
            <a:ext cx="6858000" cy="6858000"/>
          </a:xfrm>
          <a:prstGeom prst="rect">
            <a:avLst/>
          </a:prstGeom>
        </p:spPr>
      </p:pic>
      <p:sp>
        <p:nvSpPr>
          <p:cNvPr id="14" name="Text Placeholder 5">
            <a:extLst>
              <a:ext uri="{FF2B5EF4-FFF2-40B4-BE49-F238E27FC236}">
                <a16:creationId xmlns:a16="http://schemas.microsoft.com/office/drawing/2014/main" id="{B58D0131-D415-90A8-D070-322A940FBF04}"/>
              </a:ext>
            </a:extLst>
          </p:cNvPr>
          <p:cNvSpPr>
            <a:spLocks noGrp="1"/>
          </p:cNvSpPr>
          <p:nvPr>
            <p:ph type="body" sz="quarter" idx="10" hasCustomPrompt="1"/>
          </p:nvPr>
        </p:nvSpPr>
        <p:spPr>
          <a:xfrm>
            <a:off x="690605" y="3242373"/>
            <a:ext cx="4714789" cy="603883"/>
          </a:xfrm>
          <a:prstGeom prst="rect">
            <a:avLst/>
          </a:prstGeom>
        </p:spPr>
        <p:txBody>
          <a:bodyPr wrap="square" lIns="0" rIns="0">
            <a:noAutofit/>
          </a:bodyPr>
          <a:lstStyle>
            <a:lvl1pPr marL="0" indent="0" algn="l" defTabSz="914400" rtl="0" eaLnBrk="1" latinLnBrk="0" hangingPunct="1">
              <a:buNone/>
              <a:defRPr lang="en-GB" sz="36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Titel</a:t>
            </a:r>
            <a:endParaRPr lang="en-GB" dirty="0"/>
          </a:p>
        </p:txBody>
      </p:sp>
      <p:sp>
        <p:nvSpPr>
          <p:cNvPr id="17" name="Text Placeholder 5">
            <a:extLst>
              <a:ext uri="{FF2B5EF4-FFF2-40B4-BE49-F238E27FC236}">
                <a16:creationId xmlns:a16="http://schemas.microsoft.com/office/drawing/2014/main" id="{C1DB5746-190E-73CB-8FBE-0B7644680FB0}"/>
              </a:ext>
            </a:extLst>
          </p:cNvPr>
          <p:cNvSpPr>
            <a:spLocks noGrp="1"/>
          </p:cNvSpPr>
          <p:nvPr>
            <p:ph type="body" sz="quarter" idx="11" hasCustomPrompt="1"/>
          </p:nvPr>
        </p:nvSpPr>
        <p:spPr>
          <a:xfrm>
            <a:off x="690605" y="5170027"/>
            <a:ext cx="4714789" cy="341632"/>
          </a:xfrm>
          <a:prstGeom prst="rect">
            <a:avLst/>
          </a:prstGeom>
        </p:spPr>
        <p:txBody>
          <a:bodyPr wrap="square" lIns="0" rIns="0">
            <a:noAutofit/>
          </a:bodyPr>
          <a:lstStyle>
            <a:lvl1pPr marL="0" indent="0" algn="l" defTabSz="914400" rtl="0" eaLnBrk="1" latinLnBrk="0" hangingPunct="1">
              <a:buNone/>
              <a:defRPr lang="en-GB" sz="18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www.website.com</a:t>
            </a:r>
            <a:endParaRPr lang="en-GB" dirty="0"/>
          </a:p>
        </p:txBody>
      </p:sp>
      <p:sp>
        <p:nvSpPr>
          <p:cNvPr id="22" name="Picture Placeholder 21">
            <a:extLst>
              <a:ext uri="{FF2B5EF4-FFF2-40B4-BE49-F238E27FC236}">
                <a16:creationId xmlns:a16="http://schemas.microsoft.com/office/drawing/2014/main" id="{B108B397-E077-8D00-4299-2C96B3137440}"/>
              </a:ext>
            </a:extLst>
          </p:cNvPr>
          <p:cNvSpPr>
            <a:spLocks noGrp="1"/>
          </p:cNvSpPr>
          <p:nvPr>
            <p:ph type="pic" sz="quarter" idx="12"/>
          </p:nvPr>
        </p:nvSpPr>
        <p:spPr>
          <a:xfrm>
            <a:off x="690605" y="1346342"/>
            <a:ext cx="3493878" cy="1223318"/>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25" name="Picture Placeholder 24">
            <a:extLst>
              <a:ext uri="{FF2B5EF4-FFF2-40B4-BE49-F238E27FC236}">
                <a16:creationId xmlns:a16="http://schemas.microsoft.com/office/drawing/2014/main" id="{CB491C6C-F32A-AFF9-5EB9-D7A595BB6336}"/>
              </a:ext>
            </a:extLst>
          </p:cNvPr>
          <p:cNvSpPr>
            <a:spLocks noGrp="1"/>
          </p:cNvSpPr>
          <p:nvPr>
            <p:ph type="pic" sz="quarter" idx="13"/>
          </p:nvPr>
        </p:nvSpPr>
        <p:spPr>
          <a:xfrm>
            <a:off x="6095998" y="-1"/>
            <a:ext cx="6096001" cy="6858000"/>
          </a:xfrm>
          <a:pattFill prst="pct5">
            <a:fgClr>
              <a:schemeClr val="bg1">
                <a:lumMod val="75000"/>
              </a:schemeClr>
            </a:fgClr>
            <a:bgClr>
              <a:schemeClr val="bg1"/>
            </a:bgClr>
          </a:pattFill>
        </p:spPr>
        <p:txBody>
          <a:bodyPr>
            <a:noAutofit/>
          </a:bodyPr>
          <a:lstStyle/>
          <a:p>
            <a:endParaRPr lang="en-GB"/>
          </a:p>
        </p:txBody>
      </p:sp>
      <p:sp>
        <p:nvSpPr>
          <p:cNvPr id="26" name="Rectangle 25">
            <a:extLst>
              <a:ext uri="{FF2B5EF4-FFF2-40B4-BE49-F238E27FC236}">
                <a16:creationId xmlns:a16="http://schemas.microsoft.com/office/drawing/2014/main" id="{9617F1BD-8C54-CCD7-267E-BC5A0B3FC550}"/>
              </a:ext>
            </a:extLst>
          </p:cNvPr>
          <p:cNvSpPr/>
          <p:nvPr userDrawn="1"/>
        </p:nvSpPr>
        <p:spPr>
          <a:xfrm rot="16200000">
            <a:off x="83345" y="33723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50163411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3160836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16" name="Circle: Hollow 15">
            <a:extLst>
              <a:ext uri="{FF2B5EF4-FFF2-40B4-BE49-F238E27FC236}">
                <a16:creationId xmlns:a16="http://schemas.microsoft.com/office/drawing/2014/main" id="{CBE08881-E042-B25B-8B94-E94B4D3D423A}"/>
              </a:ext>
            </a:extLst>
          </p:cNvPr>
          <p:cNvSpPr/>
          <p:nvPr userDrawn="1"/>
        </p:nvSpPr>
        <p:spPr>
          <a:xfrm>
            <a:off x="-5196841" y="1661160"/>
            <a:ext cx="10393680" cy="10393680"/>
          </a:xfrm>
          <a:prstGeom prst="donut">
            <a:avLst>
              <a:gd name="adj" fmla="val 21545"/>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solidFill>
                <a:schemeClr val="tx1"/>
              </a:solidFill>
            </a:endParaRPr>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770255" y="2154832"/>
            <a:ext cx="3185162" cy="111522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770255" y="3733523"/>
            <a:ext cx="8759190" cy="1588127"/>
          </a:xfrm>
        </p:spPr>
        <p:txBody>
          <a:bodyPr>
            <a:noAutofit/>
          </a:bodyPr>
          <a:lstStyle>
            <a:lvl1pPr marL="0" indent="0" algn="l">
              <a:buNone/>
              <a:defRPr sz="54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770256" y="5580737"/>
            <a:ext cx="8759189" cy="341632"/>
          </a:xfrm>
        </p:spPr>
        <p:txBody>
          <a:bodyPr anchor="ctr">
            <a:noAutofit/>
          </a:bodyPr>
          <a:lstStyle>
            <a:lvl1pPr marL="0" indent="0" algn="l">
              <a:buNone/>
              <a:defRPr sz="1800">
                <a:solidFill>
                  <a:schemeClr val="bg2"/>
                </a:solidFill>
              </a:defRPr>
            </a:lvl1pPr>
          </a:lstStyle>
          <a:p>
            <a:pPr lvl="0"/>
            <a:r>
              <a:rPr lang="en-US" dirty="0"/>
              <a:t>Lorem ipsum dolor </a:t>
            </a:r>
          </a:p>
        </p:txBody>
      </p:sp>
      <p:sp>
        <p:nvSpPr>
          <p:cNvPr id="17" name="Rectangle 16">
            <a:extLst>
              <a:ext uri="{FF2B5EF4-FFF2-40B4-BE49-F238E27FC236}">
                <a16:creationId xmlns:a16="http://schemas.microsoft.com/office/drawing/2014/main" id="{BE9CB645-7585-3980-08F3-8714FFC9872F}"/>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73703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apitel ohne Bi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1361354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6" name="Text Placeholder 5">
            <a:extLst>
              <a:ext uri="{FF2B5EF4-FFF2-40B4-BE49-F238E27FC236}">
                <a16:creationId xmlns:a16="http://schemas.microsoft.com/office/drawing/2014/main" id="{C3B758A6-7D2E-CBDE-99DC-B5E2CA1B38EA}"/>
              </a:ext>
            </a:extLst>
          </p:cNvPr>
          <p:cNvSpPr>
            <a:spLocks noGrp="1"/>
          </p:cNvSpPr>
          <p:nvPr>
            <p:ph type="body" sz="quarter" idx="10" hasCustomPrompt="1"/>
          </p:nvPr>
        </p:nvSpPr>
        <p:spPr>
          <a:xfrm>
            <a:off x="943918" y="3526579"/>
            <a:ext cx="6111790" cy="660758"/>
          </a:xfrm>
          <a:prstGeom prst="rect">
            <a:avLst/>
          </a:prstGeom>
        </p:spPr>
        <p:txBody>
          <a:bodyPr wrap="square" lIns="0" rIns="0">
            <a:noAutofit/>
          </a:bodyPr>
          <a:lstStyle>
            <a:lvl1pPr marL="0" indent="0" algn="l" defTabSz="914400" rtl="0" eaLnBrk="1" latinLnBrk="0" hangingPunct="1">
              <a:buNone/>
              <a:defRPr lang="en-GB" sz="40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Titel</a:t>
            </a:r>
            <a:endParaRPr lang="en-GB" dirty="0"/>
          </a:p>
        </p:txBody>
      </p:sp>
      <p:sp>
        <p:nvSpPr>
          <p:cNvPr id="7" name="Text Placeholder 5">
            <a:extLst>
              <a:ext uri="{FF2B5EF4-FFF2-40B4-BE49-F238E27FC236}">
                <a16:creationId xmlns:a16="http://schemas.microsoft.com/office/drawing/2014/main" id="{B86F2886-3316-70C6-D8BC-F45B81909644}"/>
              </a:ext>
            </a:extLst>
          </p:cNvPr>
          <p:cNvSpPr>
            <a:spLocks noGrp="1"/>
          </p:cNvSpPr>
          <p:nvPr>
            <p:ph type="body" sz="quarter" idx="11" hasCustomPrompt="1"/>
          </p:nvPr>
        </p:nvSpPr>
        <p:spPr>
          <a:xfrm>
            <a:off x="943918" y="2914920"/>
            <a:ext cx="4714789" cy="348109"/>
          </a:xfrm>
          <a:prstGeom prst="rect">
            <a:avLst/>
          </a:prstGeom>
        </p:spPr>
        <p:txBody>
          <a:bodyPr wrap="square" lIns="0" rIns="0">
            <a:noAutofit/>
          </a:bodyPr>
          <a:lstStyle>
            <a:lvl1pPr marL="0" indent="0" algn="l" defTabSz="914400" rtl="0" eaLnBrk="1" latinLnBrk="0" hangingPunct="1">
              <a:buNone/>
              <a:defRPr lang="en-GB" sz="1800" b="0" kern="1200" dirty="0">
                <a:solidFill>
                  <a:schemeClr val="accent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err="1"/>
              <a:t>Abschnitt</a:t>
            </a:r>
            <a:endParaRPr lang="en-GB" dirty="0"/>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43918" y="5476906"/>
            <a:ext cx="1904194" cy="666719"/>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9" name="Rectangle 8">
            <a:extLst>
              <a:ext uri="{FF2B5EF4-FFF2-40B4-BE49-F238E27FC236}">
                <a16:creationId xmlns:a16="http://schemas.microsoft.com/office/drawing/2014/main" id="{F1FD5997-B537-7BD8-0398-9FD96E751E3A}"/>
              </a:ext>
            </a:extLst>
          </p:cNvPr>
          <p:cNvSpPr/>
          <p:nvPr userDrawn="1"/>
        </p:nvSpPr>
        <p:spPr>
          <a:xfrm rot="16200000">
            <a:off x="83345" y="3662736"/>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118013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8 Agendapunkte + Unterpunkt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139927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4" name="Text Placeholder 43">
            <a:extLst>
              <a:ext uri="{FF2B5EF4-FFF2-40B4-BE49-F238E27FC236}">
                <a16:creationId xmlns:a16="http://schemas.microsoft.com/office/drawing/2014/main" id="{8FFA0FAB-1EB2-34EA-D784-F84FFEAF63C9}"/>
              </a:ext>
            </a:extLst>
          </p:cNvPr>
          <p:cNvSpPr>
            <a:spLocks noGrp="1"/>
          </p:cNvSpPr>
          <p:nvPr>
            <p:ph type="body" sz="quarter" idx="56"/>
          </p:nvPr>
        </p:nvSpPr>
        <p:spPr>
          <a:xfrm>
            <a:off x="8348562"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5" name="Text Placeholder 44">
            <a:extLst>
              <a:ext uri="{FF2B5EF4-FFF2-40B4-BE49-F238E27FC236}">
                <a16:creationId xmlns:a16="http://schemas.microsoft.com/office/drawing/2014/main" id="{DCEE6936-9BCD-E0AC-CF24-48D0E6F4A4CD}"/>
              </a:ext>
            </a:extLst>
          </p:cNvPr>
          <p:cNvSpPr>
            <a:spLocks noGrp="1"/>
          </p:cNvSpPr>
          <p:nvPr>
            <p:ph type="body" sz="quarter" idx="57"/>
          </p:nvPr>
        </p:nvSpPr>
        <p:spPr>
          <a:xfrm>
            <a:off x="8348562"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6" name="Text Placeholder 45">
            <a:extLst>
              <a:ext uri="{FF2B5EF4-FFF2-40B4-BE49-F238E27FC236}">
                <a16:creationId xmlns:a16="http://schemas.microsoft.com/office/drawing/2014/main" id="{4D94D953-98BB-6DF8-6B12-E4DEF1C8F98B}"/>
              </a:ext>
            </a:extLst>
          </p:cNvPr>
          <p:cNvSpPr>
            <a:spLocks noGrp="1"/>
          </p:cNvSpPr>
          <p:nvPr>
            <p:ph type="body" sz="quarter" idx="58"/>
          </p:nvPr>
        </p:nvSpPr>
        <p:spPr>
          <a:xfrm>
            <a:off x="8348562"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7" name="Text Placeholder 46">
            <a:extLst>
              <a:ext uri="{FF2B5EF4-FFF2-40B4-BE49-F238E27FC236}">
                <a16:creationId xmlns:a16="http://schemas.microsoft.com/office/drawing/2014/main" id="{88975DAF-B54A-2D2F-CDC5-6D7FA91D00BE}"/>
              </a:ext>
            </a:extLst>
          </p:cNvPr>
          <p:cNvSpPr>
            <a:spLocks noGrp="1"/>
          </p:cNvSpPr>
          <p:nvPr>
            <p:ph type="body" sz="quarter" idx="59"/>
          </p:nvPr>
        </p:nvSpPr>
        <p:spPr>
          <a:xfrm>
            <a:off x="8348562"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240F3344-3A1D-0A57-36FB-0BB60B662456}"/>
              </a:ext>
            </a:extLst>
          </p:cNvPr>
          <p:cNvSpPr>
            <a:spLocks noGrp="1"/>
          </p:cNvSpPr>
          <p:nvPr>
            <p:ph type="body" sz="quarter" idx="52"/>
          </p:nvPr>
        </p:nvSpPr>
        <p:spPr>
          <a:xfrm>
            <a:off x="4670565"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854E2587-C5C8-6AEC-7271-C8FC9ABE1D5C}"/>
              </a:ext>
            </a:extLst>
          </p:cNvPr>
          <p:cNvSpPr>
            <a:spLocks noGrp="1"/>
          </p:cNvSpPr>
          <p:nvPr>
            <p:ph type="body" sz="quarter" idx="53"/>
          </p:nvPr>
        </p:nvSpPr>
        <p:spPr>
          <a:xfrm>
            <a:off x="4670565"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2" name="Text Placeholder 41">
            <a:extLst>
              <a:ext uri="{FF2B5EF4-FFF2-40B4-BE49-F238E27FC236}">
                <a16:creationId xmlns:a16="http://schemas.microsoft.com/office/drawing/2014/main" id="{1AB84A7C-E871-57DE-22A0-0B9761BE6840}"/>
              </a:ext>
            </a:extLst>
          </p:cNvPr>
          <p:cNvSpPr>
            <a:spLocks noGrp="1"/>
          </p:cNvSpPr>
          <p:nvPr>
            <p:ph type="body" sz="quarter" idx="54"/>
          </p:nvPr>
        </p:nvSpPr>
        <p:spPr>
          <a:xfrm>
            <a:off x="4670565"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3" name="Text Placeholder 42">
            <a:extLst>
              <a:ext uri="{FF2B5EF4-FFF2-40B4-BE49-F238E27FC236}">
                <a16:creationId xmlns:a16="http://schemas.microsoft.com/office/drawing/2014/main" id="{4211705B-AC80-3E50-D9BD-B05FE51A5142}"/>
              </a:ext>
            </a:extLst>
          </p:cNvPr>
          <p:cNvSpPr>
            <a:spLocks noGrp="1"/>
          </p:cNvSpPr>
          <p:nvPr>
            <p:ph type="body" sz="quarter" idx="55"/>
          </p:nvPr>
        </p:nvSpPr>
        <p:spPr>
          <a:xfrm>
            <a:off x="4670565"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836864"/>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16" name="Textplatzhalter 14">
            <a:extLst>
              <a:ext uri="{FF2B5EF4-FFF2-40B4-BE49-F238E27FC236}">
                <a16:creationId xmlns:a16="http://schemas.microsoft.com/office/drawing/2014/main" id="{E6C848D4-E918-26BA-380C-CFBEF2DDCCEA}"/>
              </a:ext>
            </a:extLst>
          </p:cNvPr>
          <p:cNvSpPr>
            <a:spLocks noGrp="1"/>
          </p:cNvSpPr>
          <p:nvPr>
            <p:ph type="body" sz="quarter" idx="37" hasCustomPrompt="1"/>
          </p:nvPr>
        </p:nvSpPr>
        <p:spPr>
          <a:xfrm>
            <a:off x="5174565" y="1190334"/>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17" name="Textplatzhalter 14">
            <a:extLst>
              <a:ext uri="{FF2B5EF4-FFF2-40B4-BE49-F238E27FC236}">
                <a16:creationId xmlns:a16="http://schemas.microsoft.com/office/drawing/2014/main" id="{694367A9-FA80-977C-EFED-BFA658BA3A21}"/>
              </a:ext>
            </a:extLst>
          </p:cNvPr>
          <p:cNvSpPr>
            <a:spLocks noGrp="1"/>
          </p:cNvSpPr>
          <p:nvPr>
            <p:ph type="body" sz="quarter" idx="38" hasCustomPrompt="1"/>
          </p:nvPr>
        </p:nvSpPr>
        <p:spPr>
          <a:xfrm>
            <a:off x="8885790" y="836242"/>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18" name="Textplatzhalter 14">
            <a:extLst>
              <a:ext uri="{FF2B5EF4-FFF2-40B4-BE49-F238E27FC236}">
                <a16:creationId xmlns:a16="http://schemas.microsoft.com/office/drawing/2014/main" id="{7511AC7E-A82B-DB4F-7258-080B3395135D}"/>
              </a:ext>
            </a:extLst>
          </p:cNvPr>
          <p:cNvSpPr>
            <a:spLocks noGrp="1"/>
          </p:cNvSpPr>
          <p:nvPr>
            <p:ph type="body" sz="quarter" idx="39" hasCustomPrompt="1"/>
          </p:nvPr>
        </p:nvSpPr>
        <p:spPr>
          <a:xfrm>
            <a:off x="8885790" y="1189712"/>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229035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0" name="Textplatzhalter 14">
            <a:extLst>
              <a:ext uri="{FF2B5EF4-FFF2-40B4-BE49-F238E27FC236}">
                <a16:creationId xmlns:a16="http://schemas.microsoft.com/office/drawing/2014/main" id="{C29C9D9D-4619-BC6C-17A9-9256CACDF789}"/>
              </a:ext>
            </a:extLst>
          </p:cNvPr>
          <p:cNvSpPr>
            <a:spLocks noGrp="1"/>
          </p:cNvSpPr>
          <p:nvPr>
            <p:ph type="body" sz="quarter" idx="41" hasCustomPrompt="1"/>
          </p:nvPr>
        </p:nvSpPr>
        <p:spPr>
          <a:xfrm>
            <a:off x="5174565" y="264382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375782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2" name="Textplatzhalter 14">
            <a:extLst>
              <a:ext uri="{FF2B5EF4-FFF2-40B4-BE49-F238E27FC236}">
                <a16:creationId xmlns:a16="http://schemas.microsoft.com/office/drawing/2014/main" id="{9BECD1F4-F796-6BF7-8EA7-CB888A7C3067}"/>
              </a:ext>
            </a:extLst>
          </p:cNvPr>
          <p:cNvSpPr>
            <a:spLocks noGrp="1"/>
          </p:cNvSpPr>
          <p:nvPr>
            <p:ph type="body" sz="quarter" idx="43" hasCustomPrompt="1"/>
          </p:nvPr>
        </p:nvSpPr>
        <p:spPr>
          <a:xfrm>
            <a:off x="5172246" y="411129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3" name="Textplatzhalter 14">
            <a:extLst>
              <a:ext uri="{FF2B5EF4-FFF2-40B4-BE49-F238E27FC236}">
                <a16:creationId xmlns:a16="http://schemas.microsoft.com/office/drawing/2014/main" id="{77B7BF23-5D20-4A7B-BD1F-F63BDFDEFFAB}"/>
              </a:ext>
            </a:extLst>
          </p:cNvPr>
          <p:cNvSpPr>
            <a:spLocks noGrp="1"/>
          </p:cNvSpPr>
          <p:nvPr>
            <p:ph type="body" sz="quarter" idx="44" hasCustomPrompt="1"/>
          </p:nvPr>
        </p:nvSpPr>
        <p:spPr>
          <a:xfrm>
            <a:off x="5172246" y="5218575"/>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4" name="Textplatzhalter 14">
            <a:extLst>
              <a:ext uri="{FF2B5EF4-FFF2-40B4-BE49-F238E27FC236}">
                <a16:creationId xmlns:a16="http://schemas.microsoft.com/office/drawing/2014/main" id="{AB331D77-4D35-C034-9E2F-9857011A2B99}"/>
              </a:ext>
            </a:extLst>
          </p:cNvPr>
          <p:cNvSpPr>
            <a:spLocks noGrp="1"/>
          </p:cNvSpPr>
          <p:nvPr>
            <p:ph type="body" sz="quarter" idx="45" hasCustomPrompt="1"/>
          </p:nvPr>
        </p:nvSpPr>
        <p:spPr>
          <a:xfrm>
            <a:off x="5172246" y="5572045"/>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5" name="Textplatzhalter 14">
            <a:extLst>
              <a:ext uri="{FF2B5EF4-FFF2-40B4-BE49-F238E27FC236}">
                <a16:creationId xmlns:a16="http://schemas.microsoft.com/office/drawing/2014/main" id="{5128863B-D7E2-17D6-FFC4-B7DE71378117}"/>
              </a:ext>
            </a:extLst>
          </p:cNvPr>
          <p:cNvSpPr>
            <a:spLocks noGrp="1"/>
          </p:cNvSpPr>
          <p:nvPr>
            <p:ph type="body" sz="quarter" idx="46" hasCustomPrompt="1"/>
          </p:nvPr>
        </p:nvSpPr>
        <p:spPr>
          <a:xfrm>
            <a:off x="8885790" y="229035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6" name="Textplatzhalter 14">
            <a:extLst>
              <a:ext uri="{FF2B5EF4-FFF2-40B4-BE49-F238E27FC236}">
                <a16:creationId xmlns:a16="http://schemas.microsoft.com/office/drawing/2014/main" id="{2A45C55B-83FC-E695-255E-38F3D2BB76AA}"/>
              </a:ext>
            </a:extLst>
          </p:cNvPr>
          <p:cNvSpPr>
            <a:spLocks noGrp="1"/>
          </p:cNvSpPr>
          <p:nvPr>
            <p:ph type="body" sz="quarter" idx="47" hasCustomPrompt="1"/>
          </p:nvPr>
        </p:nvSpPr>
        <p:spPr>
          <a:xfrm>
            <a:off x="8885790" y="264382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7" name="Textplatzhalter 14">
            <a:extLst>
              <a:ext uri="{FF2B5EF4-FFF2-40B4-BE49-F238E27FC236}">
                <a16:creationId xmlns:a16="http://schemas.microsoft.com/office/drawing/2014/main" id="{019049ED-310C-EF93-CF7B-D5B4F7CF98A3}"/>
              </a:ext>
            </a:extLst>
          </p:cNvPr>
          <p:cNvSpPr>
            <a:spLocks noGrp="1"/>
          </p:cNvSpPr>
          <p:nvPr>
            <p:ph type="body" sz="quarter" idx="48" hasCustomPrompt="1"/>
          </p:nvPr>
        </p:nvSpPr>
        <p:spPr>
          <a:xfrm>
            <a:off x="8883471" y="375782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8" name="Textplatzhalter 14">
            <a:extLst>
              <a:ext uri="{FF2B5EF4-FFF2-40B4-BE49-F238E27FC236}">
                <a16:creationId xmlns:a16="http://schemas.microsoft.com/office/drawing/2014/main" id="{48C9FA92-BA99-E4FD-87F6-3D14631E182A}"/>
              </a:ext>
            </a:extLst>
          </p:cNvPr>
          <p:cNvSpPr>
            <a:spLocks noGrp="1"/>
          </p:cNvSpPr>
          <p:nvPr>
            <p:ph type="body" sz="quarter" idx="49" hasCustomPrompt="1"/>
          </p:nvPr>
        </p:nvSpPr>
        <p:spPr>
          <a:xfrm>
            <a:off x="8883471" y="411129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9" name="Textplatzhalter 14">
            <a:extLst>
              <a:ext uri="{FF2B5EF4-FFF2-40B4-BE49-F238E27FC236}">
                <a16:creationId xmlns:a16="http://schemas.microsoft.com/office/drawing/2014/main" id="{883EC8D8-817B-C098-DDA1-1A4A2A2DD9BE}"/>
              </a:ext>
            </a:extLst>
          </p:cNvPr>
          <p:cNvSpPr>
            <a:spLocks noGrp="1"/>
          </p:cNvSpPr>
          <p:nvPr>
            <p:ph type="body" sz="quarter" idx="50" hasCustomPrompt="1"/>
          </p:nvPr>
        </p:nvSpPr>
        <p:spPr>
          <a:xfrm>
            <a:off x="8883471" y="5218575"/>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30" name="Textplatzhalter 14">
            <a:extLst>
              <a:ext uri="{FF2B5EF4-FFF2-40B4-BE49-F238E27FC236}">
                <a16:creationId xmlns:a16="http://schemas.microsoft.com/office/drawing/2014/main" id="{B162B786-8DD9-06BA-578D-80B47A88EAA8}"/>
              </a:ext>
            </a:extLst>
          </p:cNvPr>
          <p:cNvSpPr>
            <a:spLocks noGrp="1"/>
          </p:cNvSpPr>
          <p:nvPr>
            <p:ph type="body" sz="quarter" idx="51" hasCustomPrompt="1"/>
          </p:nvPr>
        </p:nvSpPr>
        <p:spPr>
          <a:xfrm>
            <a:off x="8883471" y="5572045"/>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Tree>
    <p:extLst>
      <p:ext uri="{BB962C8B-B14F-4D97-AF65-F5344CB8AC3E}">
        <p14:creationId xmlns:p14="http://schemas.microsoft.com/office/powerpoint/2010/main" val="17523919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8 Agendapunkte nur Tite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139927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4" name="Text Placeholder 43">
            <a:extLst>
              <a:ext uri="{FF2B5EF4-FFF2-40B4-BE49-F238E27FC236}">
                <a16:creationId xmlns:a16="http://schemas.microsoft.com/office/drawing/2014/main" id="{8FFA0FAB-1EB2-34EA-D784-F84FFEAF63C9}"/>
              </a:ext>
            </a:extLst>
          </p:cNvPr>
          <p:cNvSpPr>
            <a:spLocks noGrp="1"/>
          </p:cNvSpPr>
          <p:nvPr>
            <p:ph type="body" sz="quarter" idx="56"/>
          </p:nvPr>
        </p:nvSpPr>
        <p:spPr>
          <a:xfrm>
            <a:off x="8348562"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5" name="Text Placeholder 44">
            <a:extLst>
              <a:ext uri="{FF2B5EF4-FFF2-40B4-BE49-F238E27FC236}">
                <a16:creationId xmlns:a16="http://schemas.microsoft.com/office/drawing/2014/main" id="{DCEE6936-9BCD-E0AC-CF24-48D0E6F4A4CD}"/>
              </a:ext>
            </a:extLst>
          </p:cNvPr>
          <p:cNvSpPr>
            <a:spLocks noGrp="1"/>
          </p:cNvSpPr>
          <p:nvPr>
            <p:ph type="body" sz="quarter" idx="57"/>
          </p:nvPr>
        </p:nvSpPr>
        <p:spPr>
          <a:xfrm>
            <a:off x="8348562"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6" name="Text Placeholder 45">
            <a:extLst>
              <a:ext uri="{FF2B5EF4-FFF2-40B4-BE49-F238E27FC236}">
                <a16:creationId xmlns:a16="http://schemas.microsoft.com/office/drawing/2014/main" id="{4D94D953-98BB-6DF8-6B12-E4DEF1C8F98B}"/>
              </a:ext>
            </a:extLst>
          </p:cNvPr>
          <p:cNvSpPr>
            <a:spLocks noGrp="1"/>
          </p:cNvSpPr>
          <p:nvPr>
            <p:ph type="body" sz="quarter" idx="58"/>
          </p:nvPr>
        </p:nvSpPr>
        <p:spPr>
          <a:xfrm>
            <a:off x="8348562"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7" name="Text Placeholder 46">
            <a:extLst>
              <a:ext uri="{FF2B5EF4-FFF2-40B4-BE49-F238E27FC236}">
                <a16:creationId xmlns:a16="http://schemas.microsoft.com/office/drawing/2014/main" id="{88975DAF-B54A-2D2F-CDC5-6D7FA91D00BE}"/>
              </a:ext>
            </a:extLst>
          </p:cNvPr>
          <p:cNvSpPr>
            <a:spLocks noGrp="1"/>
          </p:cNvSpPr>
          <p:nvPr>
            <p:ph type="body" sz="quarter" idx="59"/>
          </p:nvPr>
        </p:nvSpPr>
        <p:spPr>
          <a:xfrm>
            <a:off x="8348562"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240F3344-3A1D-0A57-36FB-0BB60B662456}"/>
              </a:ext>
            </a:extLst>
          </p:cNvPr>
          <p:cNvSpPr>
            <a:spLocks noGrp="1"/>
          </p:cNvSpPr>
          <p:nvPr>
            <p:ph type="body" sz="quarter" idx="52"/>
          </p:nvPr>
        </p:nvSpPr>
        <p:spPr>
          <a:xfrm>
            <a:off x="4670565"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854E2587-C5C8-6AEC-7271-C8FC9ABE1D5C}"/>
              </a:ext>
            </a:extLst>
          </p:cNvPr>
          <p:cNvSpPr>
            <a:spLocks noGrp="1"/>
          </p:cNvSpPr>
          <p:nvPr>
            <p:ph type="body" sz="quarter" idx="53"/>
          </p:nvPr>
        </p:nvSpPr>
        <p:spPr>
          <a:xfrm>
            <a:off x="4670565"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2" name="Text Placeholder 41">
            <a:extLst>
              <a:ext uri="{FF2B5EF4-FFF2-40B4-BE49-F238E27FC236}">
                <a16:creationId xmlns:a16="http://schemas.microsoft.com/office/drawing/2014/main" id="{1AB84A7C-E871-57DE-22A0-0B9761BE6840}"/>
              </a:ext>
            </a:extLst>
          </p:cNvPr>
          <p:cNvSpPr>
            <a:spLocks noGrp="1"/>
          </p:cNvSpPr>
          <p:nvPr>
            <p:ph type="body" sz="quarter" idx="54"/>
          </p:nvPr>
        </p:nvSpPr>
        <p:spPr>
          <a:xfrm>
            <a:off x="4670565"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3" name="Text Placeholder 42">
            <a:extLst>
              <a:ext uri="{FF2B5EF4-FFF2-40B4-BE49-F238E27FC236}">
                <a16:creationId xmlns:a16="http://schemas.microsoft.com/office/drawing/2014/main" id="{4211705B-AC80-3E50-D9BD-B05FE51A5142}"/>
              </a:ext>
            </a:extLst>
          </p:cNvPr>
          <p:cNvSpPr>
            <a:spLocks noGrp="1"/>
          </p:cNvSpPr>
          <p:nvPr>
            <p:ph type="body" sz="quarter" idx="55"/>
          </p:nvPr>
        </p:nvSpPr>
        <p:spPr>
          <a:xfrm>
            <a:off x="4670565"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1086588"/>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17" name="Textplatzhalter 14">
            <a:extLst>
              <a:ext uri="{FF2B5EF4-FFF2-40B4-BE49-F238E27FC236}">
                <a16:creationId xmlns:a16="http://schemas.microsoft.com/office/drawing/2014/main" id="{694367A9-FA80-977C-EFED-BFA658BA3A21}"/>
              </a:ext>
            </a:extLst>
          </p:cNvPr>
          <p:cNvSpPr>
            <a:spLocks noGrp="1"/>
          </p:cNvSpPr>
          <p:nvPr>
            <p:ph type="body" sz="quarter" idx="38" hasCustomPrompt="1"/>
          </p:nvPr>
        </p:nvSpPr>
        <p:spPr>
          <a:xfrm>
            <a:off x="8885790" y="1086588"/>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2550636"/>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4014684"/>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3" name="Textplatzhalter 14">
            <a:extLst>
              <a:ext uri="{FF2B5EF4-FFF2-40B4-BE49-F238E27FC236}">
                <a16:creationId xmlns:a16="http://schemas.microsoft.com/office/drawing/2014/main" id="{77B7BF23-5D20-4A7B-BD1F-F63BDFDEFFAB}"/>
              </a:ext>
            </a:extLst>
          </p:cNvPr>
          <p:cNvSpPr>
            <a:spLocks noGrp="1"/>
          </p:cNvSpPr>
          <p:nvPr>
            <p:ph type="body" sz="quarter" idx="44" hasCustomPrompt="1"/>
          </p:nvPr>
        </p:nvSpPr>
        <p:spPr>
          <a:xfrm>
            <a:off x="5172246" y="5478733"/>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5" name="Textplatzhalter 14">
            <a:extLst>
              <a:ext uri="{FF2B5EF4-FFF2-40B4-BE49-F238E27FC236}">
                <a16:creationId xmlns:a16="http://schemas.microsoft.com/office/drawing/2014/main" id="{5128863B-D7E2-17D6-FFC4-B7DE71378117}"/>
              </a:ext>
            </a:extLst>
          </p:cNvPr>
          <p:cNvSpPr>
            <a:spLocks noGrp="1"/>
          </p:cNvSpPr>
          <p:nvPr>
            <p:ph type="body" sz="quarter" idx="46" hasCustomPrompt="1"/>
          </p:nvPr>
        </p:nvSpPr>
        <p:spPr>
          <a:xfrm>
            <a:off x="8885790" y="2550636"/>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7" name="Textplatzhalter 14">
            <a:extLst>
              <a:ext uri="{FF2B5EF4-FFF2-40B4-BE49-F238E27FC236}">
                <a16:creationId xmlns:a16="http://schemas.microsoft.com/office/drawing/2014/main" id="{019049ED-310C-EF93-CF7B-D5B4F7CF98A3}"/>
              </a:ext>
            </a:extLst>
          </p:cNvPr>
          <p:cNvSpPr>
            <a:spLocks noGrp="1"/>
          </p:cNvSpPr>
          <p:nvPr>
            <p:ph type="body" sz="quarter" idx="48" hasCustomPrompt="1"/>
          </p:nvPr>
        </p:nvSpPr>
        <p:spPr>
          <a:xfrm>
            <a:off x="8883471" y="4014684"/>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9" name="Textplatzhalter 14">
            <a:extLst>
              <a:ext uri="{FF2B5EF4-FFF2-40B4-BE49-F238E27FC236}">
                <a16:creationId xmlns:a16="http://schemas.microsoft.com/office/drawing/2014/main" id="{883EC8D8-817B-C098-DDA1-1A4A2A2DD9BE}"/>
              </a:ext>
            </a:extLst>
          </p:cNvPr>
          <p:cNvSpPr>
            <a:spLocks noGrp="1"/>
          </p:cNvSpPr>
          <p:nvPr>
            <p:ph type="body" sz="quarter" idx="50" hasCustomPrompt="1"/>
          </p:nvPr>
        </p:nvSpPr>
        <p:spPr>
          <a:xfrm>
            <a:off x="8883471" y="5478733"/>
            <a:ext cx="2425643" cy="296511"/>
          </a:xfrm>
        </p:spPr>
        <p:txBody>
          <a:bodyPr anchor="ctr">
            <a:noAutofit/>
          </a:bodyPr>
          <a:lstStyle>
            <a:lvl1pPr>
              <a:buNone/>
              <a:defRPr sz="1800">
                <a:solidFill>
                  <a:schemeClr val="accent1"/>
                </a:solidFill>
              </a:defRPr>
            </a:lvl1pPr>
          </a:lstStyle>
          <a:p>
            <a:pPr lvl="0"/>
            <a:r>
              <a:rPr lang="de-DE" dirty="0"/>
              <a:t>Titel</a:t>
            </a:r>
          </a:p>
        </p:txBody>
      </p:sp>
    </p:spTree>
    <p:extLst>
      <p:ext uri="{BB962C8B-B14F-4D97-AF65-F5344CB8AC3E}">
        <p14:creationId xmlns:p14="http://schemas.microsoft.com/office/powerpoint/2010/main" val="3361490346"/>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 Agendapunkte mit Unterpunkte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59984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 name="Text Placeholder 38">
            <a:extLst>
              <a:ext uri="{FF2B5EF4-FFF2-40B4-BE49-F238E27FC236}">
                <a16:creationId xmlns:a16="http://schemas.microsoft.com/office/drawing/2014/main" id="{A9DF3CBC-B5F4-95C0-BBD6-C818D4D1DF28}"/>
              </a:ext>
            </a:extLst>
          </p:cNvPr>
          <p:cNvSpPr>
            <a:spLocks noGrp="1"/>
          </p:cNvSpPr>
          <p:nvPr>
            <p:ph type="body" sz="quarter" idx="52"/>
          </p:nvPr>
        </p:nvSpPr>
        <p:spPr>
          <a:xfrm>
            <a:off x="4670564" y="61775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6889918C-B7F5-261E-3FE3-E4C08565807E}"/>
              </a:ext>
            </a:extLst>
          </p:cNvPr>
          <p:cNvSpPr>
            <a:spLocks noGrp="1"/>
          </p:cNvSpPr>
          <p:nvPr>
            <p:ph type="body" sz="quarter" idx="53"/>
          </p:nvPr>
        </p:nvSpPr>
        <p:spPr>
          <a:xfrm>
            <a:off x="4670564" y="2522202"/>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55C187A2-22A6-E3FA-A86B-D7345FA5BA92}"/>
              </a:ext>
            </a:extLst>
          </p:cNvPr>
          <p:cNvSpPr>
            <a:spLocks noGrp="1"/>
          </p:cNvSpPr>
          <p:nvPr>
            <p:ph type="body" sz="quarter" idx="54"/>
          </p:nvPr>
        </p:nvSpPr>
        <p:spPr>
          <a:xfrm>
            <a:off x="4670564" y="442664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1057984"/>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16" name="Textplatzhalter 14">
            <a:extLst>
              <a:ext uri="{FF2B5EF4-FFF2-40B4-BE49-F238E27FC236}">
                <a16:creationId xmlns:a16="http://schemas.microsoft.com/office/drawing/2014/main" id="{E6C848D4-E918-26BA-380C-CFBEF2DDCCEA}"/>
              </a:ext>
            </a:extLst>
          </p:cNvPr>
          <p:cNvSpPr>
            <a:spLocks noGrp="1"/>
          </p:cNvSpPr>
          <p:nvPr>
            <p:ph type="body" sz="quarter" idx="37" hasCustomPrompt="1"/>
          </p:nvPr>
        </p:nvSpPr>
        <p:spPr>
          <a:xfrm>
            <a:off x="5174565" y="1388894"/>
            <a:ext cx="6341975"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2963236"/>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20" name="Textplatzhalter 14">
            <a:extLst>
              <a:ext uri="{FF2B5EF4-FFF2-40B4-BE49-F238E27FC236}">
                <a16:creationId xmlns:a16="http://schemas.microsoft.com/office/drawing/2014/main" id="{C29C9D9D-4619-BC6C-17A9-9256CACDF789}"/>
              </a:ext>
            </a:extLst>
          </p:cNvPr>
          <p:cNvSpPr>
            <a:spLocks noGrp="1"/>
          </p:cNvSpPr>
          <p:nvPr>
            <p:ph type="body" sz="quarter" idx="41" hasCustomPrompt="1"/>
          </p:nvPr>
        </p:nvSpPr>
        <p:spPr>
          <a:xfrm>
            <a:off x="5174565" y="3294146"/>
            <a:ext cx="6341975"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4867681"/>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22" name="Textplatzhalter 14">
            <a:extLst>
              <a:ext uri="{FF2B5EF4-FFF2-40B4-BE49-F238E27FC236}">
                <a16:creationId xmlns:a16="http://schemas.microsoft.com/office/drawing/2014/main" id="{9BECD1F4-F796-6BF7-8EA7-CB888A7C3067}"/>
              </a:ext>
            </a:extLst>
          </p:cNvPr>
          <p:cNvSpPr>
            <a:spLocks noGrp="1"/>
          </p:cNvSpPr>
          <p:nvPr>
            <p:ph type="body" sz="quarter" idx="43" hasCustomPrompt="1"/>
          </p:nvPr>
        </p:nvSpPr>
        <p:spPr>
          <a:xfrm>
            <a:off x="5172246" y="5198591"/>
            <a:ext cx="6341975"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Tree>
    <p:extLst>
      <p:ext uri="{BB962C8B-B14F-4D97-AF65-F5344CB8AC3E}">
        <p14:creationId xmlns:p14="http://schemas.microsoft.com/office/powerpoint/2010/main" val="19834794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 Agendapunkte nur Tite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59984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 name="Text Placeholder 38">
            <a:extLst>
              <a:ext uri="{FF2B5EF4-FFF2-40B4-BE49-F238E27FC236}">
                <a16:creationId xmlns:a16="http://schemas.microsoft.com/office/drawing/2014/main" id="{A9DF3CBC-B5F4-95C0-BBD6-C818D4D1DF28}"/>
              </a:ext>
            </a:extLst>
          </p:cNvPr>
          <p:cNvSpPr>
            <a:spLocks noGrp="1"/>
          </p:cNvSpPr>
          <p:nvPr>
            <p:ph type="body" sz="quarter" idx="52"/>
          </p:nvPr>
        </p:nvSpPr>
        <p:spPr>
          <a:xfrm>
            <a:off x="4670564" y="61775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6889918C-B7F5-261E-3FE3-E4C08565807E}"/>
              </a:ext>
            </a:extLst>
          </p:cNvPr>
          <p:cNvSpPr>
            <a:spLocks noGrp="1"/>
          </p:cNvSpPr>
          <p:nvPr>
            <p:ph type="body" sz="quarter" idx="53"/>
          </p:nvPr>
        </p:nvSpPr>
        <p:spPr>
          <a:xfrm>
            <a:off x="4670564" y="2522202"/>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55C187A2-22A6-E3FA-A86B-D7345FA5BA92}"/>
              </a:ext>
            </a:extLst>
          </p:cNvPr>
          <p:cNvSpPr>
            <a:spLocks noGrp="1"/>
          </p:cNvSpPr>
          <p:nvPr>
            <p:ph type="body" sz="quarter" idx="54"/>
          </p:nvPr>
        </p:nvSpPr>
        <p:spPr>
          <a:xfrm>
            <a:off x="4670564" y="442664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1327991"/>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3232436"/>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5136881"/>
            <a:ext cx="6341975" cy="296511"/>
          </a:xfrm>
        </p:spPr>
        <p:txBody>
          <a:bodyPr anchor="ctr">
            <a:noAutofit/>
          </a:bodyPr>
          <a:lstStyle>
            <a:lvl1pPr>
              <a:buNone/>
              <a:defRPr sz="1800">
                <a:solidFill>
                  <a:schemeClr val="accent1"/>
                </a:solidFill>
              </a:defRPr>
            </a:lvl1pPr>
          </a:lstStyle>
          <a:p>
            <a:pPr lvl="0"/>
            <a:r>
              <a:rPr lang="de-DE" dirty="0"/>
              <a:t>Titel</a:t>
            </a:r>
          </a:p>
        </p:txBody>
      </p:sp>
    </p:spTree>
    <p:extLst>
      <p:ext uri="{BB962C8B-B14F-4D97-AF65-F5344CB8AC3E}">
        <p14:creationId xmlns:p14="http://schemas.microsoft.com/office/powerpoint/2010/main" val="138352297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 Themen mit Icon/Zah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66835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7">
            <a:extLst>
              <a:ext uri="{FF2B5EF4-FFF2-40B4-BE49-F238E27FC236}">
                <a16:creationId xmlns:a16="http://schemas.microsoft.com/office/drawing/2014/main" id="{81C72DB1-BC26-8BD4-0A85-427C06185F4E}"/>
              </a:ext>
            </a:extLst>
          </p:cNvPr>
          <p:cNvSpPr>
            <a:spLocks noGrp="1"/>
          </p:cNvSpPr>
          <p:nvPr>
            <p:ph type="body" sz="quarter" idx="20"/>
          </p:nvPr>
        </p:nvSpPr>
        <p:spPr>
          <a:xfrm>
            <a:off x="431799" y="1875453"/>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5" name="Text Placeholder 10">
            <a:extLst>
              <a:ext uri="{FF2B5EF4-FFF2-40B4-BE49-F238E27FC236}">
                <a16:creationId xmlns:a16="http://schemas.microsoft.com/office/drawing/2014/main" id="{669CB813-57AE-41DB-794F-8DA9DA270FBB}"/>
              </a:ext>
            </a:extLst>
          </p:cNvPr>
          <p:cNvSpPr>
            <a:spLocks noGrp="1"/>
          </p:cNvSpPr>
          <p:nvPr>
            <p:ph type="body" sz="quarter" idx="26" hasCustomPrompt="1"/>
          </p:nvPr>
        </p:nvSpPr>
        <p:spPr>
          <a:xfrm>
            <a:off x="3267075" y="1580651"/>
            <a:ext cx="553261" cy="553261"/>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noAutofit/>
          </a:bodyPr>
          <a:lstStyle>
            <a:lvl1pPr marL="0" indent="0" algn="ctr">
              <a:lnSpc>
                <a:spcPct val="100000"/>
              </a:lnSpc>
              <a:spcBef>
                <a:spcPts val="0"/>
              </a:spcBef>
              <a:buNone/>
              <a:defRPr lang="en-US" sz="1400" smtClean="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8" name="Text Placeholder 17">
            <a:extLst>
              <a:ext uri="{FF2B5EF4-FFF2-40B4-BE49-F238E27FC236}">
                <a16:creationId xmlns:a16="http://schemas.microsoft.com/office/drawing/2014/main" id="{D3D84BD9-EBBA-4579-1F37-D2A167276E5F}"/>
              </a:ext>
            </a:extLst>
          </p:cNvPr>
          <p:cNvSpPr>
            <a:spLocks noGrp="1"/>
          </p:cNvSpPr>
          <p:nvPr>
            <p:ph type="body" sz="quarter" idx="31"/>
          </p:nvPr>
        </p:nvSpPr>
        <p:spPr>
          <a:xfrm>
            <a:off x="431799" y="4222090"/>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0" name="Text Placeholder 10">
            <a:extLst>
              <a:ext uri="{FF2B5EF4-FFF2-40B4-BE49-F238E27FC236}">
                <a16:creationId xmlns:a16="http://schemas.microsoft.com/office/drawing/2014/main" id="{A9B98E2E-4FF7-E5A0-6EC8-23F282E94318}"/>
              </a:ext>
            </a:extLst>
          </p:cNvPr>
          <p:cNvSpPr>
            <a:spLocks noGrp="1"/>
          </p:cNvSpPr>
          <p:nvPr>
            <p:ph type="body" sz="quarter" idx="32" hasCustomPrompt="1"/>
          </p:nvPr>
        </p:nvSpPr>
        <p:spPr>
          <a:xfrm>
            <a:off x="3267075" y="3927288"/>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2" name="Text Placeholder 17">
            <a:extLst>
              <a:ext uri="{FF2B5EF4-FFF2-40B4-BE49-F238E27FC236}">
                <a16:creationId xmlns:a16="http://schemas.microsoft.com/office/drawing/2014/main" id="{0FEA6644-01FA-112A-E4AE-888A00111999}"/>
              </a:ext>
            </a:extLst>
          </p:cNvPr>
          <p:cNvSpPr>
            <a:spLocks noGrp="1"/>
          </p:cNvSpPr>
          <p:nvPr>
            <p:ph type="body" sz="quarter" idx="34"/>
          </p:nvPr>
        </p:nvSpPr>
        <p:spPr>
          <a:xfrm>
            <a:off x="4270482" y="1875453"/>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3" name="Text Placeholder 10">
            <a:extLst>
              <a:ext uri="{FF2B5EF4-FFF2-40B4-BE49-F238E27FC236}">
                <a16:creationId xmlns:a16="http://schemas.microsoft.com/office/drawing/2014/main" id="{7CD05733-EE02-3419-3334-09A1B09380C1}"/>
              </a:ext>
            </a:extLst>
          </p:cNvPr>
          <p:cNvSpPr>
            <a:spLocks noGrp="1"/>
          </p:cNvSpPr>
          <p:nvPr>
            <p:ph type="body" sz="quarter" idx="35" hasCustomPrompt="1"/>
          </p:nvPr>
        </p:nvSpPr>
        <p:spPr>
          <a:xfrm>
            <a:off x="7105758" y="1580651"/>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5" name="Text Placeholder 17">
            <a:extLst>
              <a:ext uri="{FF2B5EF4-FFF2-40B4-BE49-F238E27FC236}">
                <a16:creationId xmlns:a16="http://schemas.microsoft.com/office/drawing/2014/main" id="{A3BBC502-50B4-8628-FDAD-0CE3C67B8137}"/>
              </a:ext>
            </a:extLst>
          </p:cNvPr>
          <p:cNvSpPr>
            <a:spLocks noGrp="1"/>
          </p:cNvSpPr>
          <p:nvPr>
            <p:ph type="body" sz="quarter" idx="37"/>
          </p:nvPr>
        </p:nvSpPr>
        <p:spPr>
          <a:xfrm>
            <a:off x="4270482" y="4222090"/>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6" name="Text Placeholder 10">
            <a:extLst>
              <a:ext uri="{FF2B5EF4-FFF2-40B4-BE49-F238E27FC236}">
                <a16:creationId xmlns:a16="http://schemas.microsoft.com/office/drawing/2014/main" id="{8B5C8C4C-FA06-3D26-842C-EDDE3098B991}"/>
              </a:ext>
            </a:extLst>
          </p:cNvPr>
          <p:cNvSpPr>
            <a:spLocks noGrp="1"/>
          </p:cNvSpPr>
          <p:nvPr>
            <p:ph type="body" sz="quarter" idx="38" hasCustomPrompt="1"/>
          </p:nvPr>
        </p:nvSpPr>
        <p:spPr>
          <a:xfrm>
            <a:off x="7105758" y="3927288"/>
            <a:ext cx="553261" cy="553261"/>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8" name="Text Placeholder 17">
            <a:extLst>
              <a:ext uri="{FF2B5EF4-FFF2-40B4-BE49-F238E27FC236}">
                <a16:creationId xmlns:a16="http://schemas.microsoft.com/office/drawing/2014/main" id="{648FBF16-B467-365D-346D-E149B42B18D1}"/>
              </a:ext>
            </a:extLst>
          </p:cNvPr>
          <p:cNvSpPr>
            <a:spLocks noGrp="1"/>
          </p:cNvSpPr>
          <p:nvPr>
            <p:ph type="body" sz="quarter" idx="40"/>
          </p:nvPr>
        </p:nvSpPr>
        <p:spPr>
          <a:xfrm>
            <a:off x="8109165" y="1875453"/>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9" name="Text Placeholder 10">
            <a:extLst>
              <a:ext uri="{FF2B5EF4-FFF2-40B4-BE49-F238E27FC236}">
                <a16:creationId xmlns:a16="http://schemas.microsoft.com/office/drawing/2014/main" id="{196502F4-2C4D-314D-891C-27AECACE6395}"/>
              </a:ext>
            </a:extLst>
          </p:cNvPr>
          <p:cNvSpPr>
            <a:spLocks noGrp="1"/>
          </p:cNvSpPr>
          <p:nvPr>
            <p:ph type="body" sz="quarter" idx="41" hasCustomPrompt="1"/>
          </p:nvPr>
        </p:nvSpPr>
        <p:spPr>
          <a:xfrm>
            <a:off x="10944441" y="1580651"/>
            <a:ext cx="553261" cy="553261"/>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1" name="Text Placeholder 17">
            <a:extLst>
              <a:ext uri="{FF2B5EF4-FFF2-40B4-BE49-F238E27FC236}">
                <a16:creationId xmlns:a16="http://schemas.microsoft.com/office/drawing/2014/main" id="{6DB11B1B-09B9-407C-F0F6-9E3CC16AC625}"/>
              </a:ext>
            </a:extLst>
          </p:cNvPr>
          <p:cNvSpPr>
            <a:spLocks noGrp="1"/>
          </p:cNvSpPr>
          <p:nvPr>
            <p:ph type="body" sz="quarter" idx="43"/>
          </p:nvPr>
        </p:nvSpPr>
        <p:spPr>
          <a:xfrm>
            <a:off x="8109165" y="4222090"/>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22" name="Text Placeholder 10">
            <a:extLst>
              <a:ext uri="{FF2B5EF4-FFF2-40B4-BE49-F238E27FC236}">
                <a16:creationId xmlns:a16="http://schemas.microsoft.com/office/drawing/2014/main" id="{11ACE51A-96AA-FA05-F861-01B0C90304B1}"/>
              </a:ext>
            </a:extLst>
          </p:cNvPr>
          <p:cNvSpPr>
            <a:spLocks noGrp="1"/>
          </p:cNvSpPr>
          <p:nvPr>
            <p:ph type="body" sz="quarter" idx="44" hasCustomPrompt="1"/>
          </p:nvPr>
        </p:nvSpPr>
        <p:spPr>
          <a:xfrm>
            <a:off x="10944441" y="3927288"/>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 name="Text Placeholder 8">
            <a:extLst>
              <a:ext uri="{FF2B5EF4-FFF2-40B4-BE49-F238E27FC236}">
                <a16:creationId xmlns:a16="http://schemas.microsoft.com/office/drawing/2014/main" id="{AC347211-769A-4210-BBA6-C02E4C63350E}"/>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33869470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zess 8 Step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529190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1" name="Text Placeholder 10">
            <a:extLst>
              <a:ext uri="{FF2B5EF4-FFF2-40B4-BE49-F238E27FC236}">
                <a16:creationId xmlns:a16="http://schemas.microsoft.com/office/drawing/2014/main" id="{E7565E42-36DC-F314-4D17-7E98C51473C7}"/>
              </a:ext>
            </a:extLst>
          </p:cNvPr>
          <p:cNvSpPr>
            <a:spLocks noGrp="1"/>
          </p:cNvSpPr>
          <p:nvPr>
            <p:ph type="body" sz="quarter" idx="11" hasCustomPrompt="1"/>
          </p:nvPr>
        </p:nvSpPr>
        <p:spPr>
          <a:xfrm>
            <a:off x="431799"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2" name="Text Placeholder 17">
            <a:extLst>
              <a:ext uri="{FF2B5EF4-FFF2-40B4-BE49-F238E27FC236}">
                <a16:creationId xmlns:a16="http://schemas.microsoft.com/office/drawing/2014/main" id="{9CE82C9B-3C9E-D87A-3067-E4CFBF48E0B3}"/>
              </a:ext>
            </a:extLst>
          </p:cNvPr>
          <p:cNvSpPr>
            <a:spLocks noGrp="1"/>
          </p:cNvSpPr>
          <p:nvPr>
            <p:ph type="body" sz="quarter" idx="20"/>
          </p:nvPr>
        </p:nvSpPr>
        <p:spPr>
          <a:xfrm>
            <a:off x="431799"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1" name="Text Placeholder 10">
            <a:extLst>
              <a:ext uri="{FF2B5EF4-FFF2-40B4-BE49-F238E27FC236}">
                <a16:creationId xmlns:a16="http://schemas.microsoft.com/office/drawing/2014/main" id="{DC379399-6B80-6A33-7483-617CCD2A867D}"/>
              </a:ext>
            </a:extLst>
          </p:cNvPr>
          <p:cNvSpPr>
            <a:spLocks noGrp="1"/>
          </p:cNvSpPr>
          <p:nvPr>
            <p:ph type="body" sz="quarter" idx="21" hasCustomPrompt="1"/>
          </p:nvPr>
        </p:nvSpPr>
        <p:spPr>
          <a:xfrm>
            <a:off x="431799"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62" name="Text Placeholder 17">
            <a:extLst>
              <a:ext uri="{FF2B5EF4-FFF2-40B4-BE49-F238E27FC236}">
                <a16:creationId xmlns:a16="http://schemas.microsoft.com/office/drawing/2014/main" id="{BB86899B-39B2-8E8C-6285-31AA56C02AA1}"/>
              </a:ext>
            </a:extLst>
          </p:cNvPr>
          <p:cNvSpPr>
            <a:spLocks noGrp="1"/>
          </p:cNvSpPr>
          <p:nvPr>
            <p:ph type="body" sz="quarter" idx="22"/>
          </p:nvPr>
        </p:nvSpPr>
        <p:spPr>
          <a:xfrm>
            <a:off x="431799"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3" name="Text Placeholder 10">
            <a:extLst>
              <a:ext uri="{FF2B5EF4-FFF2-40B4-BE49-F238E27FC236}">
                <a16:creationId xmlns:a16="http://schemas.microsoft.com/office/drawing/2014/main" id="{779E61F4-18BE-A741-5CC7-C5554C9DB323}"/>
              </a:ext>
            </a:extLst>
          </p:cNvPr>
          <p:cNvSpPr>
            <a:spLocks noGrp="1"/>
          </p:cNvSpPr>
          <p:nvPr>
            <p:ph type="body" sz="quarter" idx="23" hasCustomPrompt="1"/>
          </p:nvPr>
        </p:nvSpPr>
        <p:spPr>
          <a:xfrm>
            <a:off x="3262312"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64" name="Text Placeholder 17">
            <a:extLst>
              <a:ext uri="{FF2B5EF4-FFF2-40B4-BE49-F238E27FC236}">
                <a16:creationId xmlns:a16="http://schemas.microsoft.com/office/drawing/2014/main" id="{349B285F-877F-484D-837A-62BC66559DC7}"/>
              </a:ext>
            </a:extLst>
          </p:cNvPr>
          <p:cNvSpPr>
            <a:spLocks noGrp="1"/>
          </p:cNvSpPr>
          <p:nvPr>
            <p:ph type="body" sz="quarter" idx="24"/>
          </p:nvPr>
        </p:nvSpPr>
        <p:spPr>
          <a:xfrm>
            <a:off x="3262312"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7" name="Text Placeholder 10">
            <a:extLst>
              <a:ext uri="{FF2B5EF4-FFF2-40B4-BE49-F238E27FC236}">
                <a16:creationId xmlns:a16="http://schemas.microsoft.com/office/drawing/2014/main" id="{244048B9-9D9C-FEB3-88CA-354FCFA9BC25}"/>
              </a:ext>
            </a:extLst>
          </p:cNvPr>
          <p:cNvSpPr>
            <a:spLocks noGrp="1"/>
          </p:cNvSpPr>
          <p:nvPr>
            <p:ph type="body" sz="quarter" idx="25" hasCustomPrompt="1"/>
          </p:nvPr>
        </p:nvSpPr>
        <p:spPr>
          <a:xfrm>
            <a:off x="3262312"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68" name="Text Placeholder 17">
            <a:extLst>
              <a:ext uri="{FF2B5EF4-FFF2-40B4-BE49-F238E27FC236}">
                <a16:creationId xmlns:a16="http://schemas.microsoft.com/office/drawing/2014/main" id="{405289A4-F050-2C87-A381-683A883625A8}"/>
              </a:ext>
            </a:extLst>
          </p:cNvPr>
          <p:cNvSpPr>
            <a:spLocks noGrp="1"/>
          </p:cNvSpPr>
          <p:nvPr>
            <p:ph type="body" sz="quarter" idx="26"/>
          </p:nvPr>
        </p:nvSpPr>
        <p:spPr>
          <a:xfrm>
            <a:off x="3262312"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9" name="Text Placeholder 10">
            <a:extLst>
              <a:ext uri="{FF2B5EF4-FFF2-40B4-BE49-F238E27FC236}">
                <a16:creationId xmlns:a16="http://schemas.microsoft.com/office/drawing/2014/main" id="{B4A8A2FD-7D22-D804-537D-76C1D4D27516}"/>
              </a:ext>
            </a:extLst>
          </p:cNvPr>
          <p:cNvSpPr>
            <a:spLocks noGrp="1"/>
          </p:cNvSpPr>
          <p:nvPr>
            <p:ph type="body" sz="quarter" idx="27" hasCustomPrompt="1"/>
          </p:nvPr>
        </p:nvSpPr>
        <p:spPr>
          <a:xfrm>
            <a:off x="6092825"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0" name="Text Placeholder 17">
            <a:extLst>
              <a:ext uri="{FF2B5EF4-FFF2-40B4-BE49-F238E27FC236}">
                <a16:creationId xmlns:a16="http://schemas.microsoft.com/office/drawing/2014/main" id="{DED2B13C-542A-6D58-DDAE-6E0E2594BE48}"/>
              </a:ext>
            </a:extLst>
          </p:cNvPr>
          <p:cNvSpPr>
            <a:spLocks noGrp="1"/>
          </p:cNvSpPr>
          <p:nvPr>
            <p:ph type="body" sz="quarter" idx="28"/>
          </p:nvPr>
        </p:nvSpPr>
        <p:spPr>
          <a:xfrm>
            <a:off x="6092825"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73" name="Text Placeholder 10">
            <a:extLst>
              <a:ext uri="{FF2B5EF4-FFF2-40B4-BE49-F238E27FC236}">
                <a16:creationId xmlns:a16="http://schemas.microsoft.com/office/drawing/2014/main" id="{2390A411-AED7-AAC5-6BDE-FAE9CA14CED2}"/>
              </a:ext>
            </a:extLst>
          </p:cNvPr>
          <p:cNvSpPr>
            <a:spLocks noGrp="1"/>
          </p:cNvSpPr>
          <p:nvPr>
            <p:ph type="body" sz="quarter" idx="29" hasCustomPrompt="1"/>
          </p:nvPr>
        </p:nvSpPr>
        <p:spPr>
          <a:xfrm>
            <a:off x="6092825"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4" name="Text Placeholder 17">
            <a:extLst>
              <a:ext uri="{FF2B5EF4-FFF2-40B4-BE49-F238E27FC236}">
                <a16:creationId xmlns:a16="http://schemas.microsoft.com/office/drawing/2014/main" id="{063527A6-F4C2-7245-36AD-4F9DA7A100D8}"/>
              </a:ext>
            </a:extLst>
          </p:cNvPr>
          <p:cNvSpPr>
            <a:spLocks noGrp="1"/>
          </p:cNvSpPr>
          <p:nvPr>
            <p:ph type="body" sz="quarter" idx="30"/>
          </p:nvPr>
        </p:nvSpPr>
        <p:spPr>
          <a:xfrm>
            <a:off x="6092825"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75" name="Text Placeholder 10">
            <a:extLst>
              <a:ext uri="{FF2B5EF4-FFF2-40B4-BE49-F238E27FC236}">
                <a16:creationId xmlns:a16="http://schemas.microsoft.com/office/drawing/2014/main" id="{15931874-616A-06F3-ED19-723A53CB0C57}"/>
              </a:ext>
            </a:extLst>
          </p:cNvPr>
          <p:cNvSpPr>
            <a:spLocks noGrp="1"/>
          </p:cNvSpPr>
          <p:nvPr>
            <p:ph type="body" sz="quarter" idx="31" hasCustomPrompt="1"/>
          </p:nvPr>
        </p:nvSpPr>
        <p:spPr>
          <a:xfrm>
            <a:off x="8923338"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6" name="Text Placeholder 17">
            <a:extLst>
              <a:ext uri="{FF2B5EF4-FFF2-40B4-BE49-F238E27FC236}">
                <a16:creationId xmlns:a16="http://schemas.microsoft.com/office/drawing/2014/main" id="{8EA8F239-DB48-855D-7F68-888C488CE9BE}"/>
              </a:ext>
            </a:extLst>
          </p:cNvPr>
          <p:cNvSpPr>
            <a:spLocks noGrp="1"/>
          </p:cNvSpPr>
          <p:nvPr>
            <p:ph type="body" sz="quarter" idx="32"/>
          </p:nvPr>
        </p:nvSpPr>
        <p:spPr>
          <a:xfrm>
            <a:off x="8923338"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79" name="Text Placeholder 10">
            <a:extLst>
              <a:ext uri="{FF2B5EF4-FFF2-40B4-BE49-F238E27FC236}">
                <a16:creationId xmlns:a16="http://schemas.microsoft.com/office/drawing/2014/main" id="{EFE008AC-878E-C354-8ACB-5847B5C6139C}"/>
              </a:ext>
            </a:extLst>
          </p:cNvPr>
          <p:cNvSpPr>
            <a:spLocks noGrp="1"/>
          </p:cNvSpPr>
          <p:nvPr>
            <p:ph type="body" sz="quarter" idx="33" hasCustomPrompt="1"/>
          </p:nvPr>
        </p:nvSpPr>
        <p:spPr>
          <a:xfrm>
            <a:off x="8923338"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80" name="Text Placeholder 17">
            <a:extLst>
              <a:ext uri="{FF2B5EF4-FFF2-40B4-BE49-F238E27FC236}">
                <a16:creationId xmlns:a16="http://schemas.microsoft.com/office/drawing/2014/main" id="{D7612BC4-1ED6-0751-67DF-B4EB0B5EB54E}"/>
              </a:ext>
            </a:extLst>
          </p:cNvPr>
          <p:cNvSpPr>
            <a:spLocks noGrp="1"/>
          </p:cNvSpPr>
          <p:nvPr>
            <p:ph type="body" sz="quarter" idx="34"/>
          </p:nvPr>
        </p:nvSpPr>
        <p:spPr>
          <a:xfrm>
            <a:off x="8923338"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3" name="Text Placeholder 8">
            <a:extLst>
              <a:ext uri="{FF2B5EF4-FFF2-40B4-BE49-F238E27FC236}">
                <a16:creationId xmlns:a16="http://schemas.microsoft.com/office/drawing/2014/main" id="{F326157A-52A2-7F23-FC99-2C9D32920CBB}"/>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7">
            <a:extLst>
              <a:ext uri="{FF2B5EF4-FFF2-40B4-BE49-F238E27FC236}">
                <a16:creationId xmlns:a16="http://schemas.microsoft.com/office/drawing/2014/main" id="{515588A2-6A14-EA87-ACFB-91A86DB12445}"/>
              </a:ext>
            </a:extLst>
          </p:cNvPr>
          <p:cNvSpPr>
            <a:spLocks noGrp="1"/>
          </p:cNvSpPr>
          <p:nvPr>
            <p:ph type="body" sz="quarter" idx="35" hasCustomPrompt="1"/>
          </p:nvPr>
        </p:nvSpPr>
        <p:spPr>
          <a:xfrm>
            <a:off x="1520158"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9" name="Text Placeholder 8">
            <a:extLst>
              <a:ext uri="{FF2B5EF4-FFF2-40B4-BE49-F238E27FC236}">
                <a16:creationId xmlns:a16="http://schemas.microsoft.com/office/drawing/2014/main" id="{95EF711D-8BA8-E198-95B8-D3B2616D1C4D}"/>
              </a:ext>
            </a:extLst>
          </p:cNvPr>
          <p:cNvSpPr>
            <a:spLocks noGrp="1"/>
          </p:cNvSpPr>
          <p:nvPr>
            <p:ph type="body" sz="quarter" idx="36" hasCustomPrompt="1"/>
          </p:nvPr>
        </p:nvSpPr>
        <p:spPr>
          <a:xfrm>
            <a:off x="4350671"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0" name="Text Placeholder 9">
            <a:extLst>
              <a:ext uri="{FF2B5EF4-FFF2-40B4-BE49-F238E27FC236}">
                <a16:creationId xmlns:a16="http://schemas.microsoft.com/office/drawing/2014/main" id="{755ECD8B-B276-7D41-4E0B-5F4D362F1693}"/>
              </a:ext>
            </a:extLst>
          </p:cNvPr>
          <p:cNvSpPr>
            <a:spLocks noGrp="1"/>
          </p:cNvSpPr>
          <p:nvPr>
            <p:ph type="body" sz="quarter" idx="37" hasCustomPrompt="1"/>
          </p:nvPr>
        </p:nvSpPr>
        <p:spPr>
          <a:xfrm>
            <a:off x="7181184"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1" name="Text Placeholder 10">
            <a:extLst>
              <a:ext uri="{FF2B5EF4-FFF2-40B4-BE49-F238E27FC236}">
                <a16:creationId xmlns:a16="http://schemas.microsoft.com/office/drawing/2014/main" id="{9602C19B-6F36-824E-8266-216BC81FAF30}"/>
              </a:ext>
            </a:extLst>
          </p:cNvPr>
          <p:cNvSpPr>
            <a:spLocks noGrp="1"/>
          </p:cNvSpPr>
          <p:nvPr>
            <p:ph type="body" sz="quarter" idx="38" hasCustomPrompt="1"/>
          </p:nvPr>
        </p:nvSpPr>
        <p:spPr>
          <a:xfrm>
            <a:off x="10011696"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4" name="Text Placeholder 13">
            <a:extLst>
              <a:ext uri="{FF2B5EF4-FFF2-40B4-BE49-F238E27FC236}">
                <a16:creationId xmlns:a16="http://schemas.microsoft.com/office/drawing/2014/main" id="{A5E89629-9D0F-E20B-94B0-9FDCA35B072C}"/>
              </a:ext>
            </a:extLst>
          </p:cNvPr>
          <p:cNvSpPr>
            <a:spLocks noGrp="1"/>
          </p:cNvSpPr>
          <p:nvPr>
            <p:ph type="body" sz="quarter" idx="39" hasCustomPrompt="1"/>
          </p:nvPr>
        </p:nvSpPr>
        <p:spPr>
          <a:xfrm>
            <a:off x="1520158"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5" name="Text Placeholder 14">
            <a:extLst>
              <a:ext uri="{FF2B5EF4-FFF2-40B4-BE49-F238E27FC236}">
                <a16:creationId xmlns:a16="http://schemas.microsoft.com/office/drawing/2014/main" id="{A4D1E8DD-698F-4F8A-3482-9004B962FFEF}"/>
              </a:ext>
            </a:extLst>
          </p:cNvPr>
          <p:cNvSpPr>
            <a:spLocks noGrp="1"/>
          </p:cNvSpPr>
          <p:nvPr>
            <p:ph type="body" sz="quarter" idx="40" hasCustomPrompt="1"/>
          </p:nvPr>
        </p:nvSpPr>
        <p:spPr>
          <a:xfrm>
            <a:off x="4350671"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6" name="Text Placeholder 15">
            <a:extLst>
              <a:ext uri="{FF2B5EF4-FFF2-40B4-BE49-F238E27FC236}">
                <a16:creationId xmlns:a16="http://schemas.microsoft.com/office/drawing/2014/main" id="{B0C34105-4AFF-4FF6-7523-068D50775AE4}"/>
              </a:ext>
            </a:extLst>
          </p:cNvPr>
          <p:cNvSpPr>
            <a:spLocks noGrp="1"/>
          </p:cNvSpPr>
          <p:nvPr>
            <p:ph type="body" sz="quarter" idx="41" hasCustomPrompt="1"/>
          </p:nvPr>
        </p:nvSpPr>
        <p:spPr>
          <a:xfrm>
            <a:off x="7181184"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7" name="Text Placeholder 16">
            <a:extLst>
              <a:ext uri="{FF2B5EF4-FFF2-40B4-BE49-F238E27FC236}">
                <a16:creationId xmlns:a16="http://schemas.microsoft.com/office/drawing/2014/main" id="{21741E3E-C23E-DABD-D3FA-77E471A7BC0D}"/>
              </a:ext>
            </a:extLst>
          </p:cNvPr>
          <p:cNvSpPr>
            <a:spLocks noGrp="1"/>
          </p:cNvSpPr>
          <p:nvPr>
            <p:ph type="body" sz="quarter" idx="42" hasCustomPrompt="1"/>
          </p:nvPr>
        </p:nvSpPr>
        <p:spPr>
          <a:xfrm>
            <a:off x="10011696"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Tree>
    <p:extLst>
      <p:ext uri="{BB962C8B-B14F-4D97-AF65-F5344CB8AC3E}">
        <p14:creationId xmlns:p14="http://schemas.microsoft.com/office/powerpoint/2010/main" val="302174353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zess 9 Step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332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8" name="Text Placeholder 16">
            <a:extLst>
              <a:ext uri="{FF2B5EF4-FFF2-40B4-BE49-F238E27FC236}">
                <a16:creationId xmlns:a16="http://schemas.microsoft.com/office/drawing/2014/main" id="{F0D2800D-68CB-45AF-67D6-C0392B3EC353}"/>
              </a:ext>
            </a:extLst>
          </p:cNvPr>
          <p:cNvSpPr>
            <a:spLocks noGrp="1"/>
          </p:cNvSpPr>
          <p:nvPr>
            <p:ph type="body" sz="quarter" idx="22"/>
          </p:nvPr>
        </p:nvSpPr>
        <p:spPr>
          <a:xfrm>
            <a:off x="4814637" y="17484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9" name="Text Placeholder 16">
            <a:extLst>
              <a:ext uri="{FF2B5EF4-FFF2-40B4-BE49-F238E27FC236}">
                <a16:creationId xmlns:a16="http://schemas.microsoft.com/office/drawing/2014/main" id="{492EB4FF-9460-8F79-30B9-3C87C6C40048}"/>
              </a:ext>
            </a:extLst>
          </p:cNvPr>
          <p:cNvSpPr>
            <a:spLocks noGrp="1"/>
          </p:cNvSpPr>
          <p:nvPr>
            <p:ph type="body" sz="quarter" idx="23"/>
          </p:nvPr>
        </p:nvSpPr>
        <p:spPr>
          <a:xfrm>
            <a:off x="4814637" y="31851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0" name="Text Placeholder 16">
            <a:extLst>
              <a:ext uri="{FF2B5EF4-FFF2-40B4-BE49-F238E27FC236}">
                <a16:creationId xmlns:a16="http://schemas.microsoft.com/office/drawing/2014/main" id="{0747A923-01E5-A69D-3308-341ECA888D1C}"/>
              </a:ext>
            </a:extLst>
          </p:cNvPr>
          <p:cNvSpPr>
            <a:spLocks noGrp="1"/>
          </p:cNvSpPr>
          <p:nvPr>
            <p:ph type="body" sz="quarter" idx="24"/>
          </p:nvPr>
        </p:nvSpPr>
        <p:spPr>
          <a:xfrm>
            <a:off x="4814637" y="46218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1" name="Text Placeholder 16">
            <a:extLst>
              <a:ext uri="{FF2B5EF4-FFF2-40B4-BE49-F238E27FC236}">
                <a16:creationId xmlns:a16="http://schemas.microsoft.com/office/drawing/2014/main" id="{405EC3E8-86AC-2EA4-B781-F8851B92D1AF}"/>
              </a:ext>
            </a:extLst>
          </p:cNvPr>
          <p:cNvSpPr>
            <a:spLocks noGrp="1"/>
          </p:cNvSpPr>
          <p:nvPr>
            <p:ph type="body" sz="quarter" idx="25"/>
          </p:nvPr>
        </p:nvSpPr>
        <p:spPr>
          <a:xfrm>
            <a:off x="8649730" y="17484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2" name="Text Placeholder 16">
            <a:extLst>
              <a:ext uri="{FF2B5EF4-FFF2-40B4-BE49-F238E27FC236}">
                <a16:creationId xmlns:a16="http://schemas.microsoft.com/office/drawing/2014/main" id="{754F135E-8324-E5AE-B43D-7B95F68D12C6}"/>
              </a:ext>
            </a:extLst>
          </p:cNvPr>
          <p:cNvSpPr>
            <a:spLocks noGrp="1"/>
          </p:cNvSpPr>
          <p:nvPr>
            <p:ph type="body" sz="quarter" idx="26"/>
          </p:nvPr>
        </p:nvSpPr>
        <p:spPr>
          <a:xfrm>
            <a:off x="8649730" y="31851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3" name="Text Placeholder 16">
            <a:extLst>
              <a:ext uri="{FF2B5EF4-FFF2-40B4-BE49-F238E27FC236}">
                <a16:creationId xmlns:a16="http://schemas.microsoft.com/office/drawing/2014/main" id="{77601EFC-7C5B-11BE-8747-0FD48BAFFEE4}"/>
              </a:ext>
            </a:extLst>
          </p:cNvPr>
          <p:cNvSpPr>
            <a:spLocks noGrp="1"/>
          </p:cNvSpPr>
          <p:nvPr>
            <p:ph type="body" sz="quarter" idx="27"/>
          </p:nvPr>
        </p:nvSpPr>
        <p:spPr>
          <a:xfrm>
            <a:off x="8649730" y="46218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5" name="Text Placeholder 16">
            <a:extLst>
              <a:ext uri="{FF2B5EF4-FFF2-40B4-BE49-F238E27FC236}">
                <a16:creationId xmlns:a16="http://schemas.microsoft.com/office/drawing/2014/main" id="{670D94DC-EEBD-550F-D2EB-AE9FABFCD632}"/>
              </a:ext>
            </a:extLst>
          </p:cNvPr>
          <p:cNvSpPr>
            <a:spLocks noGrp="1"/>
          </p:cNvSpPr>
          <p:nvPr>
            <p:ph type="body" sz="quarter" idx="19"/>
          </p:nvPr>
        </p:nvSpPr>
        <p:spPr>
          <a:xfrm>
            <a:off x="979547" y="17484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6" name="Text Placeholder 16">
            <a:extLst>
              <a:ext uri="{FF2B5EF4-FFF2-40B4-BE49-F238E27FC236}">
                <a16:creationId xmlns:a16="http://schemas.microsoft.com/office/drawing/2014/main" id="{77EE8942-E8B4-89A7-AAF0-BAB6C51C614B}"/>
              </a:ext>
            </a:extLst>
          </p:cNvPr>
          <p:cNvSpPr>
            <a:spLocks noGrp="1"/>
          </p:cNvSpPr>
          <p:nvPr>
            <p:ph type="body" sz="quarter" idx="20"/>
          </p:nvPr>
        </p:nvSpPr>
        <p:spPr>
          <a:xfrm>
            <a:off x="979547" y="31851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7" name="Text Placeholder 16">
            <a:extLst>
              <a:ext uri="{FF2B5EF4-FFF2-40B4-BE49-F238E27FC236}">
                <a16:creationId xmlns:a16="http://schemas.microsoft.com/office/drawing/2014/main" id="{DD458E60-B5CF-F0E4-6398-3425EF31F586}"/>
              </a:ext>
            </a:extLst>
          </p:cNvPr>
          <p:cNvSpPr>
            <a:spLocks noGrp="1"/>
          </p:cNvSpPr>
          <p:nvPr>
            <p:ph type="body" sz="quarter" idx="21"/>
          </p:nvPr>
        </p:nvSpPr>
        <p:spPr>
          <a:xfrm>
            <a:off x="979547" y="46218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8">
            <a:extLst>
              <a:ext uri="{FF2B5EF4-FFF2-40B4-BE49-F238E27FC236}">
                <a16:creationId xmlns:a16="http://schemas.microsoft.com/office/drawing/2014/main" id="{D0899F01-F374-EA08-C103-46D7485231BA}"/>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7">
            <a:extLst>
              <a:ext uri="{FF2B5EF4-FFF2-40B4-BE49-F238E27FC236}">
                <a16:creationId xmlns:a16="http://schemas.microsoft.com/office/drawing/2014/main" id="{7C26321B-18FD-A340-EFC0-621F4F9F7148}"/>
              </a:ext>
            </a:extLst>
          </p:cNvPr>
          <p:cNvSpPr>
            <a:spLocks noGrp="1"/>
          </p:cNvSpPr>
          <p:nvPr>
            <p:ph type="body" sz="quarter" idx="35" hasCustomPrompt="1"/>
          </p:nvPr>
        </p:nvSpPr>
        <p:spPr>
          <a:xfrm>
            <a:off x="431800" y="21541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9" name="Text Placeholder 8">
            <a:extLst>
              <a:ext uri="{FF2B5EF4-FFF2-40B4-BE49-F238E27FC236}">
                <a16:creationId xmlns:a16="http://schemas.microsoft.com/office/drawing/2014/main" id="{CD9EA476-BE5D-59FC-D3DF-BB913955026E}"/>
              </a:ext>
            </a:extLst>
          </p:cNvPr>
          <p:cNvSpPr>
            <a:spLocks noGrp="1"/>
          </p:cNvSpPr>
          <p:nvPr>
            <p:ph type="body" sz="quarter" idx="36" hasCustomPrompt="1"/>
          </p:nvPr>
        </p:nvSpPr>
        <p:spPr>
          <a:xfrm>
            <a:off x="4266890" y="21541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0" name="Text Placeholder 9">
            <a:extLst>
              <a:ext uri="{FF2B5EF4-FFF2-40B4-BE49-F238E27FC236}">
                <a16:creationId xmlns:a16="http://schemas.microsoft.com/office/drawing/2014/main" id="{7355AAB8-FBB7-E87E-DC2E-F820DD0C866A}"/>
              </a:ext>
            </a:extLst>
          </p:cNvPr>
          <p:cNvSpPr>
            <a:spLocks noGrp="1"/>
          </p:cNvSpPr>
          <p:nvPr>
            <p:ph type="body" sz="quarter" idx="37" hasCustomPrompt="1"/>
          </p:nvPr>
        </p:nvSpPr>
        <p:spPr>
          <a:xfrm>
            <a:off x="8101983" y="21541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1" name="Text Placeholder 10">
            <a:extLst>
              <a:ext uri="{FF2B5EF4-FFF2-40B4-BE49-F238E27FC236}">
                <a16:creationId xmlns:a16="http://schemas.microsoft.com/office/drawing/2014/main" id="{26B7A1F9-079F-AC22-C7AA-E84273E6605F}"/>
              </a:ext>
            </a:extLst>
          </p:cNvPr>
          <p:cNvSpPr>
            <a:spLocks noGrp="1"/>
          </p:cNvSpPr>
          <p:nvPr>
            <p:ph type="body" sz="quarter" idx="38" hasCustomPrompt="1"/>
          </p:nvPr>
        </p:nvSpPr>
        <p:spPr>
          <a:xfrm>
            <a:off x="431800" y="35908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2" name="Text Placeholder 11">
            <a:extLst>
              <a:ext uri="{FF2B5EF4-FFF2-40B4-BE49-F238E27FC236}">
                <a16:creationId xmlns:a16="http://schemas.microsoft.com/office/drawing/2014/main" id="{899D07B4-8786-84D5-6225-0B23BD0577C9}"/>
              </a:ext>
            </a:extLst>
          </p:cNvPr>
          <p:cNvSpPr>
            <a:spLocks noGrp="1"/>
          </p:cNvSpPr>
          <p:nvPr>
            <p:ph type="body" sz="quarter" idx="39" hasCustomPrompt="1"/>
          </p:nvPr>
        </p:nvSpPr>
        <p:spPr>
          <a:xfrm>
            <a:off x="4266890" y="35908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3" name="Text Placeholder 12">
            <a:extLst>
              <a:ext uri="{FF2B5EF4-FFF2-40B4-BE49-F238E27FC236}">
                <a16:creationId xmlns:a16="http://schemas.microsoft.com/office/drawing/2014/main" id="{B524C83B-6C22-AE66-6CF1-95080318861B}"/>
              </a:ext>
            </a:extLst>
          </p:cNvPr>
          <p:cNvSpPr>
            <a:spLocks noGrp="1"/>
          </p:cNvSpPr>
          <p:nvPr>
            <p:ph type="body" sz="quarter" idx="40" hasCustomPrompt="1"/>
          </p:nvPr>
        </p:nvSpPr>
        <p:spPr>
          <a:xfrm>
            <a:off x="8101983" y="35908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4" name="Text Placeholder 13">
            <a:extLst>
              <a:ext uri="{FF2B5EF4-FFF2-40B4-BE49-F238E27FC236}">
                <a16:creationId xmlns:a16="http://schemas.microsoft.com/office/drawing/2014/main" id="{119FE24F-9ACB-BDDC-10F2-CDED2DAE4485}"/>
              </a:ext>
            </a:extLst>
          </p:cNvPr>
          <p:cNvSpPr>
            <a:spLocks noGrp="1"/>
          </p:cNvSpPr>
          <p:nvPr>
            <p:ph type="body" sz="quarter" idx="41" hasCustomPrompt="1"/>
          </p:nvPr>
        </p:nvSpPr>
        <p:spPr>
          <a:xfrm>
            <a:off x="431800" y="50275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5" name="Text Placeholder 14">
            <a:extLst>
              <a:ext uri="{FF2B5EF4-FFF2-40B4-BE49-F238E27FC236}">
                <a16:creationId xmlns:a16="http://schemas.microsoft.com/office/drawing/2014/main" id="{021D1CA5-1720-C094-E849-AFAAB833EDEC}"/>
              </a:ext>
            </a:extLst>
          </p:cNvPr>
          <p:cNvSpPr>
            <a:spLocks noGrp="1"/>
          </p:cNvSpPr>
          <p:nvPr>
            <p:ph type="body" sz="quarter" idx="42" hasCustomPrompt="1"/>
          </p:nvPr>
        </p:nvSpPr>
        <p:spPr>
          <a:xfrm>
            <a:off x="4266890" y="50275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6" name="Text Placeholder 15">
            <a:extLst>
              <a:ext uri="{FF2B5EF4-FFF2-40B4-BE49-F238E27FC236}">
                <a16:creationId xmlns:a16="http://schemas.microsoft.com/office/drawing/2014/main" id="{759BA760-DFB2-4704-436D-9E1E46B07BEB}"/>
              </a:ext>
            </a:extLst>
          </p:cNvPr>
          <p:cNvSpPr>
            <a:spLocks noGrp="1"/>
          </p:cNvSpPr>
          <p:nvPr>
            <p:ph type="body" sz="quarter" idx="43" hasCustomPrompt="1"/>
          </p:nvPr>
        </p:nvSpPr>
        <p:spPr>
          <a:xfrm>
            <a:off x="8101983" y="50275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Tree>
    <p:extLst>
      <p:ext uri="{BB962C8B-B14F-4D97-AF65-F5344CB8AC3E}">
        <p14:creationId xmlns:p14="http://schemas.microsoft.com/office/powerpoint/2010/main" val="407477829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x Textbox">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71683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hteck 5">
            <a:extLst>
              <a:ext uri="{FF2B5EF4-FFF2-40B4-BE49-F238E27FC236}">
                <a16:creationId xmlns:a16="http://schemas.microsoft.com/office/drawing/2014/main" id="{56EE90DC-B314-0E11-9BE8-4CB138B815B9}"/>
              </a:ext>
            </a:extLst>
          </p:cNvPr>
          <p:cNvSpPr/>
          <p:nvPr userDrawn="1"/>
        </p:nvSpPr>
        <p:spPr>
          <a:xfrm>
            <a:off x="7241059" y="0"/>
            <a:ext cx="4950941" cy="6858000"/>
          </a:xfrm>
          <a:prstGeom prst="rect">
            <a:avLst/>
          </a:prstGeom>
          <a:solidFill>
            <a:srgbClr val="F1F5F6"/>
          </a:solidFill>
          <a:effectLst/>
        </p:spPr>
        <p:txBody>
          <a:bodyPr vert="horz" lIns="144000" tIns="144000" rIns="144000" bIns="144000" rtlCol="0">
            <a:noAutofit/>
          </a:bodyPr>
          <a:lstStyle/>
          <a:p>
            <a:pPr marL="228600" lvl="0" indent="-228600">
              <a:lnSpc>
                <a:spcPct val="90000"/>
              </a:lnSpc>
              <a:spcBef>
                <a:spcPts val="1000"/>
              </a:spcBef>
              <a:buClr>
                <a:schemeClr val="accent2"/>
              </a:buClr>
              <a:buFont typeface="Arial" panose="020B0604020202020204" pitchFamily="34" charset="0"/>
              <a:buChar char="•"/>
            </a:pPr>
            <a:endParaRPr lang="de-DE" sz="1400" b="0" dirty="0" err="1">
              <a:solidFill>
                <a:schemeClr val="tx1"/>
              </a:solidFill>
            </a:endParaRP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800" y="455313"/>
            <a:ext cx="6525592"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accent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pic>
        <p:nvPicPr>
          <p:cNvPr id="3" name="Grafik 3" descr="Ein Bild, das Grafiken, Screenshot, Kreis, Grafikdesign enthält.&#10;&#10;KI-generierte Inhalte können fehlerhaft sein.">
            <a:extLst>
              <a:ext uri="{FF2B5EF4-FFF2-40B4-BE49-F238E27FC236}">
                <a16:creationId xmlns:a16="http://schemas.microsoft.com/office/drawing/2014/main" id="{3A529401-064B-9E9F-FFE7-153D7727D2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089638" y="406399"/>
            <a:ext cx="733425" cy="733425"/>
          </a:xfrm>
          <a:prstGeom prst="rect">
            <a:avLst/>
          </a:prstGeom>
        </p:spPr>
      </p:pic>
      <p:sp>
        <p:nvSpPr>
          <p:cNvPr id="22" name="Text Placeholder 16">
            <a:extLst>
              <a:ext uri="{FF2B5EF4-FFF2-40B4-BE49-F238E27FC236}">
                <a16:creationId xmlns:a16="http://schemas.microsoft.com/office/drawing/2014/main" id="{30E70CD7-F3B7-DAB9-6A8D-3E90D911F428}"/>
              </a:ext>
            </a:extLst>
          </p:cNvPr>
          <p:cNvSpPr>
            <a:spLocks noGrp="1"/>
          </p:cNvSpPr>
          <p:nvPr>
            <p:ph type="body" sz="quarter" idx="24"/>
          </p:nvPr>
        </p:nvSpPr>
        <p:spPr>
          <a:xfrm>
            <a:off x="7679209" y="1489076"/>
            <a:ext cx="4074641" cy="46545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Inhaltsplatzhalter 10">
            <a:extLst>
              <a:ext uri="{FF2B5EF4-FFF2-40B4-BE49-F238E27FC236}">
                <a16:creationId xmlns:a16="http://schemas.microsoft.com/office/drawing/2014/main" id="{BBC32697-2449-1ADB-71F8-117DFCD3C246}"/>
              </a:ext>
            </a:extLst>
          </p:cNvPr>
          <p:cNvSpPr>
            <a:spLocks noGrp="1"/>
          </p:cNvSpPr>
          <p:nvPr>
            <p:ph sz="quarter" idx="25" hasCustomPrompt="1"/>
          </p:nvPr>
        </p:nvSpPr>
        <p:spPr>
          <a:xfrm>
            <a:off x="431800" y="1998133"/>
            <a:ext cx="6525592" cy="4145492"/>
          </a:xfrm>
        </p:spPr>
        <p:txBody>
          <a:bodyPr lIns="144000" tIns="144000" rIns="144000" bIns="144000">
            <a:noAutofit/>
          </a:bodyPr>
          <a:lstStyle>
            <a:lvl1pPr>
              <a:defRPr b="0" i="0">
                <a:latin typeface="Abadi ExtraLight" panose="020B0204020104020204" pitchFamily="34" charset="77"/>
              </a:defRPr>
            </a:lvl1pPr>
            <a:lvl2pPr>
              <a:defRPr b="0" i="0">
                <a:latin typeface="Abadi ExtraLight" panose="020B0204020104020204" pitchFamily="34" charset="77"/>
              </a:defRPr>
            </a:lvl2pPr>
            <a:lvl3pPr>
              <a:defRPr b="0" i="0">
                <a:latin typeface="Abadi ExtraLight" panose="020B0204020104020204" pitchFamily="34" charset="77"/>
              </a:defRPr>
            </a:lvl3pPr>
            <a:lvl4pPr>
              <a:defRPr b="0" i="0">
                <a:latin typeface="Abadi ExtraLight" panose="020B0204020104020204" pitchFamily="34" charset="77"/>
              </a:defRPr>
            </a:lvl4pPr>
            <a:lvl5pPr>
              <a:defRPr b="0" i="0">
                <a:latin typeface="Abadi ExtraLight" panose="020B0204020104020204" pitchFamily="34" charset="77"/>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 Placeholder 10">
            <a:extLst>
              <a:ext uri="{FF2B5EF4-FFF2-40B4-BE49-F238E27FC236}">
                <a16:creationId xmlns:a16="http://schemas.microsoft.com/office/drawing/2014/main" id="{6EFB9E62-B1C3-4750-FC04-BE893C282CBE}"/>
              </a:ext>
            </a:extLst>
          </p:cNvPr>
          <p:cNvSpPr>
            <a:spLocks noGrp="1"/>
          </p:cNvSpPr>
          <p:nvPr>
            <p:ph type="body" sz="quarter" idx="12" hasCustomPrompt="1"/>
          </p:nvPr>
        </p:nvSpPr>
        <p:spPr>
          <a:xfrm>
            <a:off x="431800" y="1489076"/>
            <a:ext cx="652559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4" name="Text Placeholder 8">
            <a:extLst>
              <a:ext uri="{FF2B5EF4-FFF2-40B4-BE49-F238E27FC236}">
                <a16:creationId xmlns:a16="http://schemas.microsoft.com/office/drawing/2014/main" id="{11A19292-9B59-A883-A0B5-32C682A8482B}"/>
              </a:ext>
            </a:extLst>
          </p:cNvPr>
          <p:cNvSpPr>
            <a:spLocks noGrp="1"/>
          </p:cNvSpPr>
          <p:nvPr>
            <p:ph type="body" sz="quarter" idx="26" hasCustomPrompt="1"/>
          </p:nvPr>
        </p:nvSpPr>
        <p:spPr>
          <a:xfrm>
            <a:off x="431799" y="208228"/>
            <a:ext cx="6525593"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410430597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Textfeld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16789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6">
            <a:extLst>
              <a:ext uri="{FF2B5EF4-FFF2-40B4-BE49-F238E27FC236}">
                <a16:creationId xmlns:a16="http://schemas.microsoft.com/office/drawing/2014/main" id="{BE30BC64-1883-75D8-C8FC-CB118E113C9F}"/>
              </a:ext>
            </a:extLst>
          </p:cNvPr>
          <p:cNvSpPr>
            <a:spLocks noGrp="1"/>
          </p:cNvSpPr>
          <p:nvPr>
            <p:ph type="body" sz="quarter" idx="19"/>
          </p:nvPr>
        </p:nvSpPr>
        <p:spPr>
          <a:xfrm>
            <a:off x="438150" y="1489075"/>
            <a:ext cx="7270589" cy="46545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bg1"/>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16">
            <a:extLst>
              <a:ext uri="{FF2B5EF4-FFF2-40B4-BE49-F238E27FC236}">
                <a16:creationId xmlns:a16="http://schemas.microsoft.com/office/drawing/2014/main" id="{E1F62377-C87D-84FA-AD7E-015A0C6121D9}"/>
              </a:ext>
            </a:extLst>
          </p:cNvPr>
          <p:cNvSpPr>
            <a:spLocks noGrp="1"/>
          </p:cNvSpPr>
          <p:nvPr>
            <p:ph type="body" sz="quarter" idx="20"/>
          </p:nvPr>
        </p:nvSpPr>
        <p:spPr>
          <a:xfrm>
            <a:off x="8094330" y="1489075"/>
            <a:ext cx="3659519" cy="46545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ext Placeholder 8">
            <a:extLst>
              <a:ext uri="{FF2B5EF4-FFF2-40B4-BE49-F238E27FC236}">
                <a16:creationId xmlns:a16="http://schemas.microsoft.com/office/drawing/2014/main" id="{11EFBC9E-5F4F-9B16-D755-F1CA70028582}"/>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129360409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x Textbox + Bullet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7373771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8C37D8BA-C903-EDA2-09D4-C2769A1818E9}"/>
              </a:ext>
            </a:extLst>
          </p:cNvPr>
          <p:cNvSpPr>
            <a:spLocks noGrp="1"/>
          </p:cNvSpPr>
          <p:nvPr>
            <p:ph type="body" sz="quarter" idx="11" hasCustomPrompt="1"/>
          </p:nvPr>
        </p:nvSpPr>
        <p:spPr>
          <a:xfrm>
            <a:off x="431800"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4">
            <a:extLst>
              <a:ext uri="{FF2B5EF4-FFF2-40B4-BE49-F238E27FC236}">
                <a16:creationId xmlns:a16="http://schemas.microsoft.com/office/drawing/2014/main" id="{910FB656-26A7-405F-DB6D-888C52AD17AA}"/>
              </a:ext>
            </a:extLst>
          </p:cNvPr>
          <p:cNvSpPr>
            <a:spLocks noGrp="1"/>
          </p:cNvSpPr>
          <p:nvPr>
            <p:ph type="body" sz="quarter" idx="12" hasCustomPrompt="1"/>
          </p:nvPr>
        </p:nvSpPr>
        <p:spPr>
          <a:xfrm>
            <a:off x="6171012"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7" name="Text Placeholder 16">
            <a:extLst>
              <a:ext uri="{FF2B5EF4-FFF2-40B4-BE49-F238E27FC236}">
                <a16:creationId xmlns:a16="http://schemas.microsoft.com/office/drawing/2014/main" id="{A7622C4F-4877-2F8D-B096-16948E447997}"/>
              </a:ext>
            </a:extLst>
          </p:cNvPr>
          <p:cNvSpPr>
            <a:spLocks noGrp="1"/>
          </p:cNvSpPr>
          <p:nvPr>
            <p:ph type="body" sz="quarter" idx="19"/>
          </p:nvPr>
        </p:nvSpPr>
        <p:spPr>
          <a:xfrm>
            <a:off x="438150" y="1990863"/>
            <a:ext cx="5582838" cy="415276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7">
            <a:extLst>
              <a:ext uri="{FF2B5EF4-FFF2-40B4-BE49-F238E27FC236}">
                <a16:creationId xmlns:a16="http://schemas.microsoft.com/office/drawing/2014/main" id="{BB0AC3F7-B87A-1BC3-1B26-B8CAE3178F56}"/>
              </a:ext>
            </a:extLst>
          </p:cNvPr>
          <p:cNvSpPr>
            <a:spLocks noGrp="1"/>
          </p:cNvSpPr>
          <p:nvPr>
            <p:ph type="body" sz="quarter" idx="20"/>
          </p:nvPr>
        </p:nvSpPr>
        <p:spPr>
          <a:xfrm>
            <a:off x="6171012" y="1990863"/>
            <a:ext cx="5582838" cy="253986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8">
            <a:extLst>
              <a:ext uri="{FF2B5EF4-FFF2-40B4-BE49-F238E27FC236}">
                <a16:creationId xmlns:a16="http://schemas.microsoft.com/office/drawing/2014/main" id="{BA94FA9B-E83D-C726-6F77-724BBEB7456D}"/>
              </a:ext>
            </a:extLst>
          </p:cNvPr>
          <p:cNvSpPr>
            <a:spLocks noGrp="1"/>
          </p:cNvSpPr>
          <p:nvPr>
            <p:ph type="body" sz="quarter" idx="21"/>
          </p:nvPr>
        </p:nvSpPr>
        <p:spPr>
          <a:xfrm>
            <a:off x="6171012" y="4601945"/>
            <a:ext cx="5582838" cy="73522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828000" tIns="144000" rIns="144000" bIns="144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0" name="Text Placeholder 19">
            <a:extLst>
              <a:ext uri="{FF2B5EF4-FFF2-40B4-BE49-F238E27FC236}">
                <a16:creationId xmlns:a16="http://schemas.microsoft.com/office/drawing/2014/main" id="{323946B7-4BE6-3BFD-679A-E239453439F3}"/>
              </a:ext>
            </a:extLst>
          </p:cNvPr>
          <p:cNvSpPr>
            <a:spLocks noGrp="1"/>
          </p:cNvSpPr>
          <p:nvPr>
            <p:ph type="body" sz="quarter" idx="22"/>
          </p:nvPr>
        </p:nvSpPr>
        <p:spPr>
          <a:xfrm>
            <a:off x="6171012" y="5408398"/>
            <a:ext cx="5582838" cy="73522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828000" tIns="144000" rIns="144000" bIns="144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9" name="Text Placeholder 10">
            <a:extLst>
              <a:ext uri="{FF2B5EF4-FFF2-40B4-BE49-F238E27FC236}">
                <a16:creationId xmlns:a16="http://schemas.microsoft.com/office/drawing/2014/main" id="{3E5205D4-51AD-8297-155A-96EABD0302BB}"/>
              </a:ext>
            </a:extLst>
          </p:cNvPr>
          <p:cNvSpPr>
            <a:spLocks noGrp="1"/>
          </p:cNvSpPr>
          <p:nvPr>
            <p:ph type="body" sz="quarter" idx="26" hasCustomPrompt="1"/>
          </p:nvPr>
        </p:nvSpPr>
        <p:spPr>
          <a:xfrm>
            <a:off x="6263483" y="4684207"/>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33" name="Text Placeholder 10">
            <a:extLst>
              <a:ext uri="{FF2B5EF4-FFF2-40B4-BE49-F238E27FC236}">
                <a16:creationId xmlns:a16="http://schemas.microsoft.com/office/drawing/2014/main" id="{2C415D3C-0E01-A9C8-1CD9-209B51A7D9A6}"/>
              </a:ext>
            </a:extLst>
          </p:cNvPr>
          <p:cNvSpPr>
            <a:spLocks noGrp="1"/>
          </p:cNvSpPr>
          <p:nvPr>
            <p:ph type="body" sz="quarter" idx="27" hasCustomPrompt="1"/>
          </p:nvPr>
        </p:nvSpPr>
        <p:spPr>
          <a:xfrm>
            <a:off x="6263483" y="5490660"/>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3" name="Text Placeholder 5">
            <a:extLst>
              <a:ext uri="{FF2B5EF4-FFF2-40B4-BE49-F238E27FC236}">
                <a16:creationId xmlns:a16="http://schemas.microsoft.com/office/drawing/2014/main" id="{00378495-06F2-E539-0CEF-31C9C6554F3C}"/>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5" name="Rectangle 4">
            <a:extLst>
              <a:ext uri="{FF2B5EF4-FFF2-40B4-BE49-F238E27FC236}">
                <a16:creationId xmlns:a16="http://schemas.microsoft.com/office/drawing/2014/main" id="{AD97CE1D-2C12-3AAD-E757-3588E7377913}"/>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9" name="Footer Placeholder 6">
            <a:extLst>
              <a:ext uri="{FF2B5EF4-FFF2-40B4-BE49-F238E27FC236}">
                <a16:creationId xmlns:a16="http://schemas.microsoft.com/office/drawing/2014/main" id="{E9B29BDA-E23F-AFA2-4172-CAD0D5525FF4}"/>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8">
            <a:extLst>
              <a:ext uri="{FF2B5EF4-FFF2-40B4-BE49-F238E27FC236}">
                <a16:creationId xmlns:a16="http://schemas.microsoft.com/office/drawing/2014/main" id="{D14855ED-4DE6-D57B-44A6-048935CA1A2A}"/>
              </a:ext>
            </a:extLst>
          </p:cNvPr>
          <p:cNvSpPr>
            <a:spLocks noGrp="1"/>
          </p:cNvSpPr>
          <p:nvPr>
            <p:ph type="body" sz="quarter" idx="29"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79929870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 Themenfeld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691892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 Placeholder 16">
            <a:extLst>
              <a:ext uri="{FF2B5EF4-FFF2-40B4-BE49-F238E27FC236}">
                <a16:creationId xmlns:a16="http://schemas.microsoft.com/office/drawing/2014/main" id="{E3F6D81A-068F-4E01-D965-6AD31117CEDF}"/>
              </a:ext>
            </a:extLst>
          </p:cNvPr>
          <p:cNvSpPr>
            <a:spLocks noGrp="1"/>
          </p:cNvSpPr>
          <p:nvPr>
            <p:ph type="body" sz="quarter" idx="19"/>
          </p:nvPr>
        </p:nvSpPr>
        <p:spPr>
          <a:xfrm>
            <a:off x="43180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2" name="Text Placeholder 16">
            <a:extLst>
              <a:ext uri="{FF2B5EF4-FFF2-40B4-BE49-F238E27FC236}">
                <a16:creationId xmlns:a16="http://schemas.microsoft.com/office/drawing/2014/main" id="{0ED3D1F2-DB2A-0655-7E5A-643559918F8B}"/>
              </a:ext>
            </a:extLst>
          </p:cNvPr>
          <p:cNvSpPr>
            <a:spLocks noGrp="1"/>
          </p:cNvSpPr>
          <p:nvPr>
            <p:ph type="body" sz="quarter" idx="21"/>
          </p:nvPr>
        </p:nvSpPr>
        <p:spPr>
          <a:xfrm>
            <a:off x="235226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4" name="Text Placeholder 16">
            <a:extLst>
              <a:ext uri="{FF2B5EF4-FFF2-40B4-BE49-F238E27FC236}">
                <a16:creationId xmlns:a16="http://schemas.microsoft.com/office/drawing/2014/main" id="{6E815771-844B-67AF-CFBC-38D4ED8680A3}"/>
              </a:ext>
            </a:extLst>
          </p:cNvPr>
          <p:cNvSpPr>
            <a:spLocks noGrp="1"/>
          </p:cNvSpPr>
          <p:nvPr>
            <p:ph type="body" sz="quarter" idx="23"/>
          </p:nvPr>
        </p:nvSpPr>
        <p:spPr>
          <a:xfrm>
            <a:off x="427272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6" name="Text Placeholder 16">
            <a:extLst>
              <a:ext uri="{FF2B5EF4-FFF2-40B4-BE49-F238E27FC236}">
                <a16:creationId xmlns:a16="http://schemas.microsoft.com/office/drawing/2014/main" id="{5336F2FB-4FE0-E7B8-A80F-4EF89828EDF4}"/>
              </a:ext>
            </a:extLst>
          </p:cNvPr>
          <p:cNvSpPr>
            <a:spLocks noGrp="1"/>
          </p:cNvSpPr>
          <p:nvPr>
            <p:ph type="body" sz="quarter" idx="25"/>
          </p:nvPr>
        </p:nvSpPr>
        <p:spPr>
          <a:xfrm>
            <a:off x="619318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8E2B77C6-C897-122C-860B-AA7A2D38C13A}"/>
              </a:ext>
            </a:extLst>
          </p:cNvPr>
          <p:cNvSpPr>
            <a:spLocks noGrp="1"/>
          </p:cNvSpPr>
          <p:nvPr>
            <p:ph type="body" sz="quarter" idx="27"/>
          </p:nvPr>
        </p:nvSpPr>
        <p:spPr>
          <a:xfrm>
            <a:off x="811364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AC6D3D9D-7659-B3F1-41C7-AF90481DAE9E}"/>
              </a:ext>
            </a:extLst>
          </p:cNvPr>
          <p:cNvSpPr>
            <a:spLocks noGrp="1"/>
          </p:cNvSpPr>
          <p:nvPr>
            <p:ph type="body" sz="quarter" idx="29"/>
          </p:nvPr>
        </p:nvSpPr>
        <p:spPr>
          <a:xfrm>
            <a:off x="10034102"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7" name="Text Placeholder 10">
            <a:extLst>
              <a:ext uri="{FF2B5EF4-FFF2-40B4-BE49-F238E27FC236}">
                <a16:creationId xmlns:a16="http://schemas.microsoft.com/office/drawing/2014/main" id="{755976B4-798F-340D-99B8-A5D1D5A1B7F2}"/>
              </a:ext>
            </a:extLst>
          </p:cNvPr>
          <p:cNvSpPr>
            <a:spLocks noGrp="1"/>
          </p:cNvSpPr>
          <p:nvPr>
            <p:ph type="body" sz="quarter" idx="12" hasCustomPrompt="1"/>
          </p:nvPr>
        </p:nvSpPr>
        <p:spPr>
          <a:xfrm>
            <a:off x="43180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8" name="Text Placeholder 10">
            <a:extLst>
              <a:ext uri="{FF2B5EF4-FFF2-40B4-BE49-F238E27FC236}">
                <a16:creationId xmlns:a16="http://schemas.microsoft.com/office/drawing/2014/main" id="{BD970F02-5710-F073-687A-86552F515A43}"/>
              </a:ext>
            </a:extLst>
          </p:cNvPr>
          <p:cNvSpPr>
            <a:spLocks noGrp="1"/>
          </p:cNvSpPr>
          <p:nvPr>
            <p:ph type="body" sz="quarter" idx="13" hasCustomPrompt="1"/>
          </p:nvPr>
        </p:nvSpPr>
        <p:spPr>
          <a:xfrm>
            <a:off x="235226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0" name="Text Placeholder 10">
            <a:extLst>
              <a:ext uri="{FF2B5EF4-FFF2-40B4-BE49-F238E27FC236}">
                <a16:creationId xmlns:a16="http://schemas.microsoft.com/office/drawing/2014/main" id="{25D89553-D464-6514-2A9E-FBCC85E36D86}"/>
              </a:ext>
            </a:extLst>
          </p:cNvPr>
          <p:cNvSpPr>
            <a:spLocks noGrp="1"/>
          </p:cNvSpPr>
          <p:nvPr>
            <p:ph type="body" sz="quarter" idx="14" hasCustomPrompt="1"/>
          </p:nvPr>
        </p:nvSpPr>
        <p:spPr>
          <a:xfrm>
            <a:off x="427272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0">
            <a:extLst>
              <a:ext uri="{FF2B5EF4-FFF2-40B4-BE49-F238E27FC236}">
                <a16:creationId xmlns:a16="http://schemas.microsoft.com/office/drawing/2014/main" id="{A88A9E96-B149-BACB-0D25-1FD8671FE96E}"/>
              </a:ext>
            </a:extLst>
          </p:cNvPr>
          <p:cNvSpPr>
            <a:spLocks noGrp="1"/>
          </p:cNvSpPr>
          <p:nvPr>
            <p:ph type="body" sz="quarter" idx="15" hasCustomPrompt="1"/>
          </p:nvPr>
        </p:nvSpPr>
        <p:spPr>
          <a:xfrm>
            <a:off x="619318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166C46BD-6726-CE2E-2FF1-FA13EEA05B3E}"/>
              </a:ext>
            </a:extLst>
          </p:cNvPr>
          <p:cNvSpPr>
            <a:spLocks noGrp="1"/>
          </p:cNvSpPr>
          <p:nvPr>
            <p:ph type="body" sz="quarter" idx="16" hasCustomPrompt="1"/>
          </p:nvPr>
        </p:nvSpPr>
        <p:spPr>
          <a:xfrm>
            <a:off x="811364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8" name="Text Placeholder 10">
            <a:extLst>
              <a:ext uri="{FF2B5EF4-FFF2-40B4-BE49-F238E27FC236}">
                <a16:creationId xmlns:a16="http://schemas.microsoft.com/office/drawing/2014/main" id="{E6C3DFC5-E5AD-365F-8620-111DF055E24D}"/>
              </a:ext>
            </a:extLst>
          </p:cNvPr>
          <p:cNvSpPr>
            <a:spLocks noGrp="1"/>
          </p:cNvSpPr>
          <p:nvPr>
            <p:ph type="body" sz="quarter" idx="17" hasCustomPrompt="1"/>
          </p:nvPr>
        </p:nvSpPr>
        <p:spPr>
          <a:xfrm>
            <a:off x="10034102"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 name="Bildplatzhalter 2">
            <a:extLst>
              <a:ext uri="{FF2B5EF4-FFF2-40B4-BE49-F238E27FC236}">
                <a16:creationId xmlns:a16="http://schemas.microsoft.com/office/drawing/2014/main" id="{DD88E641-C49E-590C-BA17-66A4C13C40DA}"/>
              </a:ext>
            </a:extLst>
          </p:cNvPr>
          <p:cNvSpPr>
            <a:spLocks noGrp="1"/>
          </p:cNvSpPr>
          <p:nvPr>
            <p:ph type="pic" sz="quarter" idx="30"/>
          </p:nvPr>
        </p:nvSpPr>
        <p:spPr>
          <a:xfrm>
            <a:off x="431800" y="1906704"/>
            <a:ext cx="1719263" cy="1235075"/>
          </a:xfrm>
        </p:spPr>
        <p:txBody>
          <a:bodyPr>
            <a:noAutofit/>
          </a:bodyPr>
          <a:lstStyle/>
          <a:p>
            <a:endParaRPr lang="de-DE"/>
          </a:p>
        </p:txBody>
      </p:sp>
      <p:sp>
        <p:nvSpPr>
          <p:cNvPr id="11" name="Bildplatzhalter 2">
            <a:extLst>
              <a:ext uri="{FF2B5EF4-FFF2-40B4-BE49-F238E27FC236}">
                <a16:creationId xmlns:a16="http://schemas.microsoft.com/office/drawing/2014/main" id="{8EA35AC3-01F6-D71D-D750-91D239B2D30A}"/>
              </a:ext>
            </a:extLst>
          </p:cNvPr>
          <p:cNvSpPr>
            <a:spLocks noGrp="1"/>
          </p:cNvSpPr>
          <p:nvPr>
            <p:ph type="pic" sz="quarter" idx="31"/>
          </p:nvPr>
        </p:nvSpPr>
        <p:spPr>
          <a:xfrm>
            <a:off x="2352745" y="1906704"/>
            <a:ext cx="1719263" cy="1235075"/>
          </a:xfrm>
        </p:spPr>
        <p:txBody>
          <a:bodyPr>
            <a:noAutofit/>
          </a:bodyPr>
          <a:lstStyle/>
          <a:p>
            <a:endParaRPr lang="de-DE"/>
          </a:p>
        </p:txBody>
      </p:sp>
      <p:sp>
        <p:nvSpPr>
          <p:cNvPr id="12" name="Bildplatzhalter 2">
            <a:extLst>
              <a:ext uri="{FF2B5EF4-FFF2-40B4-BE49-F238E27FC236}">
                <a16:creationId xmlns:a16="http://schemas.microsoft.com/office/drawing/2014/main" id="{C7318059-C043-8489-CB8E-967E81D44295}"/>
              </a:ext>
            </a:extLst>
          </p:cNvPr>
          <p:cNvSpPr>
            <a:spLocks noGrp="1"/>
          </p:cNvSpPr>
          <p:nvPr>
            <p:ph type="pic" sz="quarter" idx="32"/>
          </p:nvPr>
        </p:nvSpPr>
        <p:spPr>
          <a:xfrm>
            <a:off x="4273690" y="1906704"/>
            <a:ext cx="1719263" cy="1235075"/>
          </a:xfrm>
        </p:spPr>
        <p:txBody>
          <a:bodyPr>
            <a:noAutofit/>
          </a:bodyPr>
          <a:lstStyle/>
          <a:p>
            <a:endParaRPr lang="de-DE"/>
          </a:p>
        </p:txBody>
      </p:sp>
      <p:sp>
        <p:nvSpPr>
          <p:cNvPr id="13" name="Bildplatzhalter 2">
            <a:extLst>
              <a:ext uri="{FF2B5EF4-FFF2-40B4-BE49-F238E27FC236}">
                <a16:creationId xmlns:a16="http://schemas.microsoft.com/office/drawing/2014/main" id="{A9493FC7-1E39-154D-A78F-4D5A2B2C76D4}"/>
              </a:ext>
            </a:extLst>
          </p:cNvPr>
          <p:cNvSpPr>
            <a:spLocks noGrp="1"/>
          </p:cNvSpPr>
          <p:nvPr>
            <p:ph type="pic" sz="quarter" idx="33"/>
          </p:nvPr>
        </p:nvSpPr>
        <p:spPr>
          <a:xfrm>
            <a:off x="6194635" y="1906704"/>
            <a:ext cx="1719263" cy="1235075"/>
          </a:xfrm>
        </p:spPr>
        <p:txBody>
          <a:bodyPr>
            <a:noAutofit/>
          </a:bodyPr>
          <a:lstStyle/>
          <a:p>
            <a:endParaRPr lang="de-DE"/>
          </a:p>
        </p:txBody>
      </p:sp>
      <p:sp>
        <p:nvSpPr>
          <p:cNvPr id="14" name="Bildplatzhalter 2">
            <a:extLst>
              <a:ext uri="{FF2B5EF4-FFF2-40B4-BE49-F238E27FC236}">
                <a16:creationId xmlns:a16="http://schemas.microsoft.com/office/drawing/2014/main" id="{D01D5E8D-8165-BB43-4029-83E1876FF4F5}"/>
              </a:ext>
            </a:extLst>
          </p:cNvPr>
          <p:cNvSpPr>
            <a:spLocks noGrp="1"/>
          </p:cNvSpPr>
          <p:nvPr>
            <p:ph type="pic" sz="quarter" idx="34"/>
          </p:nvPr>
        </p:nvSpPr>
        <p:spPr>
          <a:xfrm>
            <a:off x="8115580" y="1906704"/>
            <a:ext cx="1719263" cy="1235075"/>
          </a:xfrm>
        </p:spPr>
        <p:txBody>
          <a:bodyPr>
            <a:noAutofit/>
          </a:bodyPr>
          <a:lstStyle/>
          <a:p>
            <a:endParaRPr lang="de-DE"/>
          </a:p>
        </p:txBody>
      </p:sp>
      <p:sp>
        <p:nvSpPr>
          <p:cNvPr id="21" name="Bildplatzhalter 2">
            <a:extLst>
              <a:ext uri="{FF2B5EF4-FFF2-40B4-BE49-F238E27FC236}">
                <a16:creationId xmlns:a16="http://schemas.microsoft.com/office/drawing/2014/main" id="{6D34065B-352A-87E7-DD6A-B41C71197346}"/>
              </a:ext>
            </a:extLst>
          </p:cNvPr>
          <p:cNvSpPr>
            <a:spLocks noGrp="1"/>
          </p:cNvSpPr>
          <p:nvPr>
            <p:ph type="pic" sz="quarter" idx="35"/>
          </p:nvPr>
        </p:nvSpPr>
        <p:spPr>
          <a:xfrm>
            <a:off x="10036525" y="1906704"/>
            <a:ext cx="1719263" cy="1235075"/>
          </a:xfrm>
        </p:spPr>
        <p:txBody>
          <a:bodyPr>
            <a:noAutofit/>
          </a:bodyPr>
          <a:lstStyle/>
          <a:p>
            <a:endParaRPr lang="de-DE"/>
          </a:p>
        </p:txBody>
      </p:sp>
      <p:sp>
        <p:nvSpPr>
          <p:cNvPr id="32" name="Text Placeholder 8">
            <a:extLst>
              <a:ext uri="{FF2B5EF4-FFF2-40B4-BE49-F238E27FC236}">
                <a16:creationId xmlns:a16="http://schemas.microsoft.com/office/drawing/2014/main" id="{B5E0AF76-5719-607A-99DE-EFAFFCA22AFC}"/>
              </a:ext>
            </a:extLst>
          </p:cNvPr>
          <p:cNvSpPr>
            <a:spLocks noGrp="1"/>
          </p:cNvSpPr>
          <p:nvPr>
            <p:ph type="body" sz="quarter" idx="36"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3767526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box + 4 Theme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1907154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Text Placeholder 23">
            <a:extLst>
              <a:ext uri="{FF2B5EF4-FFF2-40B4-BE49-F238E27FC236}">
                <a16:creationId xmlns:a16="http://schemas.microsoft.com/office/drawing/2014/main" id="{90DF7181-789F-87AF-973A-8D31A6C40EE7}"/>
              </a:ext>
            </a:extLst>
          </p:cNvPr>
          <p:cNvSpPr>
            <a:spLocks noGrp="1"/>
          </p:cNvSpPr>
          <p:nvPr>
            <p:ph type="body" sz="quarter" idx="19"/>
          </p:nvPr>
        </p:nvSpPr>
        <p:spPr>
          <a:xfrm>
            <a:off x="5607050" y="2829169"/>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 name="Rectangle 1">
            <a:extLst>
              <a:ext uri="{FF2B5EF4-FFF2-40B4-BE49-F238E27FC236}">
                <a16:creationId xmlns:a16="http://schemas.microsoft.com/office/drawing/2014/main" id="{5EEE55DF-BA76-BDE1-EB61-3600924BF0F1}"/>
              </a:ext>
            </a:extLst>
          </p:cNvPr>
          <p:cNvSpPr/>
          <p:nvPr userDrawn="1"/>
        </p:nvSpPr>
        <p:spPr>
          <a:xfrm>
            <a:off x="0" y="0"/>
            <a:ext cx="12192000" cy="1911350"/>
          </a:xfrm>
          <a:prstGeom prst="rect">
            <a:avLst/>
          </a:prstGeom>
          <a:solidFill>
            <a:srgbClr val="F1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tx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1" name="Text Placeholder 10">
            <a:extLst>
              <a:ext uri="{FF2B5EF4-FFF2-40B4-BE49-F238E27FC236}">
                <a16:creationId xmlns:a16="http://schemas.microsoft.com/office/drawing/2014/main" id="{6850CAF0-9C2D-EDFD-9743-7F7B5CADEC2B}"/>
              </a:ext>
            </a:extLst>
          </p:cNvPr>
          <p:cNvSpPr>
            <a:spLocks noGrp="1"/>
          </p:cNvSpPr>
          <p:nvPr>
            <p:ph type="body" sz="quarter" idx="13"/>
          </p:nvPr>
        </p:nvSpPr>
        <p:spPr>
          <a:xfrm>
            <a:off x="431800" y="2273300"/>
            <a:ext cx="4838700" cy="3870325"/>
          </a:xfrm>
        </p:spPr>
        <p:txBody>
          <a:bodyPr>
            <a:noAutofit/>
          </a:bodyPr>
          <a:lstStyle>
            <a:lvl1pPr>
              <a:defRPr b="0" i="0">
                <a:latin typeface="Abadi ExtraLight" panose="020B0204020104020204" pitchFamily="34" charset="77"/>
              </a:defRPr>
            </a:lvl1pPr>
            <a:lvl2pPr>
              <a:defRPr b="0" i="0">
                <a:latin typeface="Abadi ExtraLight" panose="020B0204020104020204" pitchFamily="34" charset="77"/>
              </a:defRPr>
            </a:lvl2pPr>
            <a:lvl3pPr>
              <a:defRPr b="0" i="0">
                <a:latin typeface="Abadi ExtraLight" panose="020B0204020104020204" pitchFamily="34" charset="77"/>
              </a:defRPr>
            </a:lvl3pPr>
            <a:lvl4pPr>
              <a:defRPr b="0" i="0">
                <a:latin typeface="Abadi ExtraLight" panose="020B0204020104020204" pitchFamily="34" charset="77"/>
              </a:defRPr>
            </a:lvl4pPr>
            <a:lvl5pPr>
              <a:defRPr b="0" i="0">
                <a:latin typeface="Abadi ExtraLight" panose="020B0204020104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10">
            <a:extLst>
              <a:ext uri="{FF2B5EF4-FFF2-40B4-BE49-F238E27FC236}">
                <a16:creationId xmlns:a16="http://schemas.microsoft.com/office/drawing/2014/main" id="{004B6EBF-A924-B5EF-63EB-C1559460E4CB}"/>
              </a:ext>
            </a:extLst>
          </p:cNvPr>
          <p:cNvSpPr>
            <a:spLocks noGrp="1"/>
          </p:cNvSpPr>
          <p:nvPr>
            <p:ph type="body" sz="quarter" idx="11" hasCustomPrompt="1"/>
          </p:nvPr>
        </p:nvSpPr>
        <p:spPr>
          <a:xfrm>
            <a:off x="5607050" y="2273298"/>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Text Placeholder 24">
            <a:extLst>
              <a:ext uri="{FF2B5EF4-FFF2-40B4-BE49-F238E27FC236}">
                <a16:creationId xmlns:a16="http://schemas.microsoft.com/office/drawing/2014/main" id="{23B3F4E3-36BE-1A17-394F-F3C86C3ACCC8}"/>
              </a:ext>
            </a:extLst>
          </p:cNvPr>
          <p:cNvSpPr>
            <a:spLocks noGrp="1"/>
          </p:cNvSpPr>
          <p:nvPr>
            <p:ph type="body" sz="quarter" idx="20"/>
          </p:nvPr>
        </p:nvSpPr>
        <p:spPr>
          <a:xfrm>
            <a:off x="8775688" y="2829169"/>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6" name="Text Placeholder 10">
            <a:extLst>
              <a:ext uri="{FF2B5EF4-FFF2-40B4-BE49-F238E27FC236}">
                <a16:creationId xmlns:a16="http://schemas.microsoft.com/office/drawing/2014/main" id="{A6D34090-1C5E-81E9-AD3E-74EAA4535299}"/>
              </a:ext>
            </a:extLst>
          </p:cNvPr>
          <p:cNvSpPr>
            <a:spLocks noGrp="1"/>
          </p:cNvSpPr>
          <p:nvPr>
            <p:ph type="body" sz="quarter" idx="21" hasCustomPrompt="1"/>
          </p:nvPr>
        </p:nvSpPr>
        <p:spPr>
          <a:xfrm>
            <a:off x="8775688" y="2273298"/>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1" name="Text Placeholder 30">
            <a:extLst>
              <a:ext uri="{FF2B5EF4-FFF2-40B4-BE49-F238E27FC236}">
                <a16:creationId xmlns:a16="http://schemas.microsoft.com/office/drawing/2014/main" id="{5CA110D2-62CC-884E-B624-5BACA5ECB5A9}"/>
              </a:ext>
            </a:extLst>
          </p:cNvPr>
          <p:cNvSpPr>
            <a:spLocks noGrp="1"/>
          </p:cNvSpPr>
          <p:nvPr>
            <p:ph type="body" sz="quarter" idx="22"/>
          </p:nvPr>
        </p:nvSpPr>
        <p:spPr>
          <a:xfrm>
            <a:off x="5607050" y="4856614"/>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32" name="Text Placeholder 10">
            <a:extLst>
              <a:ext uri="{FF2B5EF4-FFF2-40B4-BE49-F238E27FC236}">
                <a16:creationId xmlns:a16="http://schemas.microsoft.com/office/drawing/2014/main" id="{5F83E939-EE91-FE24-B713-15C19A76E1EA}"/>
              </a:ext>
            </a:extLst>
          </p:cNvPr>
          <p:cNvSpPr>
            <a:spLocks noGrp="1"/>
          </p:cNvSpPr>
          <p:nvPr>
            <p:ph type="body" sz="quarter" idx="23" hasCustomPrompt="1"/>
          </p:nvPr>
        </p:nvSpPr>
        <p:spPr>
          <a:xfrm>
            <a:off x="5607050" y="4300743"/>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3" name="Text Placeholder 32">
            <a:extLst>
              <a:ext uri="{FF2B5EF4-FFF2-40B4-BE49-F238E27FC236}">
                <a16:creationId xmlns:a16="http://schemas.microsoft.com/office/drawing/2014/main" id="{C94F1488-6CF5-9EB8-AF98-953DC3EC63A5}"/>
              </a:ext>
            </a:extLst>
          </p:cNvPr>
          <p:cNvSpPr>
            <a:spLocks noGrp="1"/>
          </p:cNvSpPr>
          <p:nvPr>
            <p:ph type="body" sz="quarter" idx="24"/>
          </p:nvPr>
        </p:nvSpPr>
        <p:spPr>
          <a:xfrm>
            <a:off x="8775688" y="4856614"/>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34" name="Text Placeholder 10">
            <a:extLst>
              <a:ext uri="{FF2B5EF4-FFF2-40B4-BE49-F238E27FC236}">
                <a16:creationId xmlns:a16="http://schemas.microsoft.com/office/drawing/2014/main" id="{DFB20636-1B98-902C-B8AA-2B2BA7BA8017}"/>
              </a:ext>
            </a:extLst>
          </p:cNvPr>
          <p:cNvSpPr>
            <a:spLocks noGrp="1"/>
          </p:cNvSpPr>
          <p:nvPr>
            <p:ph type="body" sz="quarter" idx="25" hasCustomPrompt="1"/>
          </p:nvPr>
        </p:nvSpPr>
        <p:spPr>
          <a:xfrm>
            <a:off x="8775688" y="4300743"/>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pic>
        <p:nvPicPr>
          <p:cNvPr id="10" name="Grafik 9" descr="Ein Bild, das Grafiken, Screenshot, Kreis, Grafikdesign enthält.&#10;&#10;KI-generierte Inhalte können fehlerhaft sein.">
            <a:extLst>
              <a:ext uri="{FF2B5EF4-FFF2-40B4-BE49-F238E27FC236}">
                <a16:creationId xmlns:a16="http://schemas.microsoft.com/office/drawing/2014/main" id="{41D275FE-8F98-998F-C673-5CFE64B16C9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089638" y="406399"/>
            <a:ext cx="733425" cy="733425"/>
          </a:xfrm>
          <a:prstGeom prst="rect">
            <a:avLst/>
          </a:prstGeom>
        </p:spPr>
      </p:pic>
      <p:sp>
        <p:nvSpPr>
          <p:cNvPr id="3" name="Text Placeholder 8">
            <a:extLst>
              <a:ext uri="{FF2B5EF4-FFF2-40B4-BE49-F238E27FC236}">
                <a16:creationId xmlns:a16="http://schemas.microsoft.com/office/drawing/2014/main" id="{64A03102-B613-5FEE-6254-4E74E8FD4E43}"/>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0403326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gramm + Textbox">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284446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A55EDF7-803E-F944-889D-B17AC9FF0DF7}"/>
              </a:ext>
            </a:extLst>
          </p:cNvPr>
          <p:cNvSpPr/>
          <p:nvPr userDrawn="1"/>
        </p:nvSpPr>
        <p:spPr>
          <a:xfrm>
            <a:off x="-1" y="0"/>
            <a:ext cx="12192001" cy="1911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Rechteck 1">
            <a:extLst>
              <a:ext uri="{FF2B5EF4-FFF2-40B4-BE49-F238E27FC236}">
                <a16:creationId xmlns:a16="http://schemas.microsoft.com/office/drawing/2014/main" id="{EE9161D0-F162-BF54-F875-2FCA15F57498}"/>
              </a:ext>
            </a:extLst>
          </p:cNvPr>
          <p:cNvSpPr/>
          <p:nvPr userDrawn="1"/>
        </p:nvSpPr>
        <p:spPr>
          <a:xfrm>
            <a:off x="431799" y="1489075"/>
            <a:ext cx="7481746" cy="4654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17" name="Chart Placeholder 16">
            <a:extLst>
              <a:ext uri="{FF2B5EF4-FFF2-40B4-BE49-F238E27FC236}">
                <a16:creationId xmlns:a16="http://schemas.microsoft.com/office/drawing/2014/main" id="{DDBCB853-B59F-B52F-56C5-DFF8D2268FE7}"/>
              </a:ext>
            </a:extLst>
          </p:cNvPr>
          <p:cNvSpPr>
            <a:spLocks noGrp="1"/>
          </p:cNvSpPr>
          <p:nvPr>
            <p:ph type="chart" sz="quarter" idx="13"/>
          </p:nvPr>
        </p:nvSpPr>
        <p:spPr>
          <a:xfrm>
            <a:off x="800100" y="1723799"/>
            <a:ext cx="6743700" cy="4181702"/>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18" name="Text Placeholder 18">
            <a:extLst>
              <a:ext uri="{FF2B5EF4-FFF2-40B4-BE49-F238E27FC236}">
                <a16:creationId xmlns:a16="http://schemas.microsoft.com/office/drawing/2014/main" id="{24B18367-5DFF-1104-9F57-A09B310592C5}"/>
              </a:ext>
            </a:extLst>
          </p:cNvPr>
          <p:cNvSpPr>
            <a:spLocks noGrp="1"/>
          </p:cNvSpPr>
          <p:nvPr>
            <p:ph type="body" sz="quarter" idx="21"/>
          </p:nvPr>
        </p:nvSpPr>
        <p:spPr>
          <a:xfrm>
            <a:off x="8112410" y="1489075"/>
            <a:ext cx="3641440"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88000" tIns="251999" rIns="144000" bIns="144000" rtlCol="0" anchor="t">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pic>
        <p:nvPicPr>
          <p:cNvPr id="13" name="Grafik 12" descr="Ein Bild, das Grafiken, Kreis, Grafikdesign, Design enthält.&#10;&#10;KI-generierte Inhalte können fehlerhaft sein.">
            <a:extLst>
              <a:ext uri="{FF2B5EF4-FFF2-40B4-BE49-F238E27FC236}">
                <a16:creationId xmlns:a16="http://schemas.microsoft.com/office/drawing/2014/main" id="{0A76D603-65A3-B1E1-0101-5A86C37C199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155650" y="497376"/>
            <a:ext cx="601400" cy="551469"/>
          </a:xfrm>
          <a:prstGeom prst="rect">
            <a:avLst/>
          </a:prstGeom>
        </p:spPr>
      </p:pic>
      <p:sp>
        <p:nvSpPr>
          <p:cNvPr id="3" name="Text Placeholder 8">
            <a:extLst>
              <a:ext uri="{FF2B5EF4-FFF2-40B4-BE49-F238E27FC236}">
                <a16:creationId xmlns:a16="http://schemas.microsoft.com/office/drawing/2014/main" id="{BFDFB0ED-E617-C88C-ABFE-B3769B9AF676}"/>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91555737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gramm + Textbox 0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284446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7" name="Chart Placeholder 16">
            <a:extLst>
              <a:ext uri="{FF2B5EF4-FFF2-40B4-BE49-F238E27FC236}">
                <a16:creationId xmlns:a16="http://schemas.microsoft.com/office/drawing/2014/main" id="{DDBCB853-B59F-B52F-56C5-DFF8D2268FE7}"/>
              </a:ext>
            </a:extLst>
          </p:cNvPr>
          <p:cNvSpPr>
            <a:spLocks noGrp="1"/>
          </p:cNvSpPr>
          <p:nvPr>
            <p:ph type="chart" sz="quarter" idx="13"/>
          </p:nvPr>
        </p:nvSpPr>
        <p:spPr>
          <a:xfrm>
            <a:off x="431800" y="1489075"/>
            <a:ext cx="7481745" cy="4654550"/>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18" name="Text Placeholder 18">
            <a:extLst>
              <a:ext uri="{FF2B5EF4-FFF2-40B4-BE49-F238E27FC236}">
                <a16:creationId xmlns:a16="http://schemas.microsoft.com/office/drawing/2014/main" id="{24B18367-5DFF-1104-9F57-A09B310592C5}"/>
              </a:ext>
            </a:extLst>
          </p:cNvPr>
          <p:cNvSpPr>
            <a:spLocks noGrp="1"/>
          </p:cNvSpPr>
          <p:nvPr>
            <p:ph type="body" sz="quarter" idx="21"/>
          </p:nvPr>
        </p:nvSpPr>
        <p:spPr>
          <a:xfrm>
            <a:off x="8112410" y="1489075"/>
            <a:ext cx="3641440"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88000" tIns="251999" rIns="144000" bIns="144000" rtlCol="0" anchor="t">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 name="Text Placeholder 8">
            <a:extLst>
              <a:ext uri="{FF2B5EF4-FFF2-40B4-BE49-F238E27FC236}">
                <a16:creationId xmlns:a16="http://schemas.microsoft.com/office/drawing/2014/main" id="{7660FAFD-85E3-014F-7879-198B1B976B59}"/>
              </a:ext>
            </a:extLst>
          </p:cNvPr>
          <p:cNvSpPr>
            <a:spLocks noGrp="1"/>
          </p:cNvSpPr>
          <p:nvPr>
            <p:ph type="body" sz="quarter" idx="36"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94144974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Diagramm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80063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0">
            <a:extLst>
              <a:ext uri="{FF2B5EF4-FFF2-40B4-BE49-F238E27FC236}">
                <a16:creationId xmlns:a16="http://schemas.microsoft.com/office/drawing/2014/main" id="{E8E8ECB6-4A33-F3E2-022E-6AE731AAE0E9}"/>
              </a:ext>
            </a:extLst>
          </p:cNvPr>
          <p:cNvSpPr>
            <a:spLocks noGrp="1"/>
          </p:cNvSpPr>
          <p:nvPr>
            <p:ph type="body" sz="quarter" idx="11" hasCustomPrompt="1"/>
          </p:nvPr>
        </p:nvSpPr>
        <p:spPr>
          <a:xfrm>
            <a:off x="431800"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2" name="Text Placeholder 14">
            <a:extLst>
              <a:ext uri="{FF2B5EF4-FFF2-40B4-BE49-F238E27FC236}">
                <a16:creationId xmlns:a16="http://schemas.microsoft.com/office/drawing/2014/main" id="{816B595F-323A-C037-320C-32949DF13F7E}"/>
              </a:ext>
            </a:extLst>
          </p:cNvPr>
          <p:cNvSpPr>
            <a:spLocks noGrp="1"/>
          </p:cNvSpPr>
          <p:nvPr>
            <p:ph type="body" sz="quarter" idx="13" hasCustomPrompt="1"/>
          </p:nvPr>
        </p:nvSpPr>
        <p:spPr>
          <a:xfrm>
            <a:off x="6171012"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4" name="Text Placeholder 16">
            <a:extLst>
              <a:ext uri="{FF2B5EF4-FFF2-40B4-BE49-F238E27FC236}">
                <a16:creationId xmlns:a16="http://schemas.microsoft.com/office/drawing/2014/main" id="{00E3ECAC-AF0C-7083-2FD1-97852DFBCA77}"/>
              </a:ext>
            </a:extLst>
          </p:cNvPr>
          <p:cNvSpPr>
            <a:spLocks noGrp="1"/>
          </p:cNvSpPr>
          <p:nvPr>
            <p:ph type="body" sz="quarter" idx="19"/>
          </p:nvPr>
        </p:nvSpPr>
        <p:spPr>
          <a:xfrm>
            <a:off x="438150" y="5213350"/>
            <a:ext cx="5582838"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2" name="Chart Placeholder 16">
            <a:extLst>
              <a:ext uri="{FF2B5EF4-FFF2-40B4-BE49-F238E27FC236}">
                <a16:creationId xmlns:a16="http://schemas.microsoft.com/office/drawing/2014/main" id="{3698295A-4BA8-CEC9-46F2-E46F9347B578}"/>
              </a:ext>
            </a:extLst>
          </p:cNvPr>
          <p:cNvSpPr>
            <a:spLocks noGrp="1"/>
          </p:cNvSpPr>
          <p:nvPr>
            <p:ph type="chart" sz="quarter" idx="14"/>
          </p:nvPr>
        </p:nvSpPr>
        <p:spPr>
          <a:xfrm>
            <a:off x="431799" y="1990863"/>
            <a:ext cx="5582839" cy="3095487"/>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19" name="Text Placeholder 16">
            <a:extLst>
              <a:ext uri="{FF2B5EF4-FFF2-40B4-BE49-F238E27FC236}">
                <a16:creationId xmlns:a16="http://schemas.microsoft.com/office/drawing/2014/main" id="{1ADBD2AF-B53D-6878-2241-3CEE836E41D9}"/>
              </a:ext>
            </a:extLst>
          </p:cNvPr>
          <p:cNvSpPr>
            <a:spLocks noGrp="1"/>
          </p:cNvSpPr>
          <p:nvPr>
            <p:ph type="body" sz="quarter" idx="20"/>
          </p:nvPr>
        </p:nvSpPr>
        <p:spPr>
          <a:xfrm>
            <a:off x="6171012" y="5213350"/>
            <a:ext cx="5582838"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0" name="Chart Placeholder 16">
            <a:extLst>
              <a:ext uri="{FF2B5EF4-FFF2-40B4-BE49-F238E27FC236}">
                <a16:creationId xmlns:a16="http://schemas.microsoft.com/office/drawing/2014/main" id="{33C2C611-F850-A25D-BA24-AAFA5BA26702}"/>
              </a:ext>
            </a:extLst>
          </p:cNvPr>
          <p:cNvSpPr>
            <a:spLocks noGrp="1"/>
          </p:cNvSpPr>
          <p:nvPr>
            <p:ph type="chart" sz="quarter" idx="21"/>
          </p:nvPr>
        </p:nvSpPr>
        <p:spPr>
          <a:xfrm>
            <a:off x="6171011" y="1990863"/>
            <a:ext cx="5582839" cy="3095487"/>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3" name="Text Placeholder 8">
            <a:extLst>
              <a:ext uri="{FF2B5EF4-FFF2-40B4-BE49-F238E27FC236}">
                <a16:creationId xmlns:a16="http://schemas.microsoft.com/office/drawing/2014/main" id="{6AD8A759-3343-D1F7-02C8-5951AA142FFC}"/>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58053170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Diagramm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3258488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2" name="Text Placeholder 16">
            <a:extLst>
              <a:ext uri="{FF2B5EF4-FFF2-40B4-BE49-F238E27FC236}">
                <a16:creationId xmlns:a16="http://schemas.microsoft.com/office/drawing/2014/main" id="{42CA1BD4-B2C0-18B3-EDFE-6AE0F5C361C0}"/>
              </a:ext>
            </a:extLst>
          </p:cNvPr>
          <p:cNvSpPr>
            <a:spLocks noGrp="1"/>
          </p:cNvSpPr>
          <p:nvPr>
            <p:ph type="body" sz="quarter" idx="19"/>
          </p:nvPr>
        </p:nvSpPr>
        <p:spPr>
          <a:xfrm>
            <a:off x="431801" y="5213350"/>
            <a:ext cx="3659519"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3" name="Text Placeholder 16">
            <a:extLst>
              <a:ext uri="{FF2B5EF4-FFF2-40B4-BE49-F238E27FC236}">
                <a16:creationId xmlns:a16="http://schemas.microsoft.com/office/drawing/2014/main" id="{84E5A5AD-55EB-E5A0-889A-3C429A7AC7E9}"/>
              </a:ext>
            </a:extLst>
          </p:cNvPr>
          <p:cNvSpPr>
            <a:spLocks noGrp="1"/>
          </p:cNvSpPr>
          <p:nvPr>
            <p:ph type="body" sz="quarter" idx="20"/>
          </p:nvPr>
        </p:nvSpPr>
        <p:spPr>
          <a:xfrm>
            <a:off x="4263065" y="5213350"/>
            <a:ext cx="3659519"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4" name="Text Placeholder 16">
            <a:extLst>
              <a:ext uri="{FF2B5EF4-FFF2-40B4-BE49-F238E27FC236}">
                <a16:creationId xmlns:a16="http://schemas.microsoft.com/office/drawing/2014/main" id="{06B11297-ED9E-D7DD-BE7A-E9515FB6A165}"/>
              </a:ext>
            </a:extLst>
          </p:cNvPr>
          <p:cNvSpPr>
            <a:spLocks noGrp="1"/>
          </p:cNvSpPr>
          <p:nvPr>
            <p:ph type="body" sz="quarter" idx="21"/>
          </p:nvPr>
        </p:nvSpPr>
        <p:spPr>
          <a:xfrm>
            <a:off x="8094331" y="5213350"/>
            <a:ext cx="3659519"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5" name="Chart Placeholder 16">
            <a:extLst>
              <a:ext uri="{FF2B5EF4-FFF2-40B4-BE49-F238E27FC236}">
                <a16:creationId xmlns:a16="http://schemas.microsoft.com/office/drawing/2014/main" id="{126F5F79-D4DB-5B5C-9B42-0C687C76C22E}"/>
              </a:ext>
            </a:extLst>
          </p:cNvPr>
          <p:cNvSpPr>
            <a:spLocks noGrp="1"/>
          </p:cNvSpPr>
          <p:nvPr>
            <p:ph type="chart" sz="quarter" idx="14"/>
          </p:nvPr>
        </p:nvSpPr>
        <p:spPr>
          <a:xfrm>
            <a:off x="431799" y="1489075"/>
            <a:ext cx="3659521" cy="3597275"/>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21" name="Chart Placeholder 16">
            <a:extLst>
              <a:ext uri="{FF2B5EF4-FFF2-40B4-BE49-F238E27FC236}">
                <a16:creationId xmlns:a16="http://schemas.microsoft.com/office/drawing/2014/main" id="{2139EBAF-F3E0-E496-1FBA-572AFD91079A}"/>
              </a:ext>
            </a:extLst>
          </p:cNvPr>
          <p:cNvSpPr>
            <a:spLocks noGrp="1"/>
          </p:cNvSpPr>
          <p:nvPr>
            <p:ph type="chart" sz="quarter" idx="22"/>
          </p:nvPr>
        </p:nvSpPr>
        <p:spPr>
          <a:xfrm>
            <a:off x="4266240" y="1489075"/>
            <a:ext cx="3659521" cy="3597275"/>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22" name="Chart Placeholder 16">
            <a:extLst>
              <a:ext uri="{FF2B5EF4-FFF2-40B4-BE49-F238E27FC236}">
                <a16:creationId xmlns:a16="http://schemas.microsoft.com/office/drawing/2014/main" id="{A1D7B79C-A8DC-428D-4986-BF14667DF833}"/>
              </a:ext>
            </a:extLst>
          </p:cNvPr>
          <p:cNvSpPr>
            <a:spLocks noGrp="1"/>
          </p:cNvSpPr>
          <p:nvPr>
            <p:ph type="chart" sz="quarter" idx="23"/>
          </p:nvPr>
        </p:nvSpPr>
        <p:spPr>
          <a:xfrm>
            <a:off x="8094329" y="1489075"/>
            <a:ext cx="3659521" cy="3597275"/>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2" name="Text Placeholder 8">
            <a:extLst>
              <a:ext uri="{FF2B5EF4-FFF2-40B4-BE49-F238E27FC236}">
                <a16:creationId xmlns:a16="http://schemas.microsoft.com/office/drawing/2014/main" id="{92252DBF-6639-E317-379F-6B47B16E54F8}"/>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186740605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3 Themen + großes Bi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433355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Picture Placeholder 24">
            <a:extLst>
              <a:ext uri="{FF2B5EF4-FFF2-40B4-BE49-F238E27FC236}">
                <a16:creationId xmlns:a16="http://schemas.microsoft.com/office/drawing/2014/main" id="{F0AB08BE-4852-575E-36B4-FEAD15FC25D3}"/>
              </a:ext>
            </a:extLst>
          </p:cNvPr>
          <p:cNvSpPr>
            <a:spLocks noGrp="1"/>
          </p:cNvSpPr>
          <p:nvPr>
            <p:ph type="pic" sz="quarter" idx="13"/>
          </p:nvPr>
        </p:nvSpPr>
        <p:spPr>
          <a:xfrm>
            <a:off x="6240221" y="1489075"/>
            <a:ext cx="5951777" cy="5368924"/>
          </a:xfrm>
          <a:pattFill prst="pct5">
            <a:fgClr>
              <a:schemeClr val="bg1">
                <a:lumMod val="75000"/>
              </a:schemeClr>
            </a:fgClr>
            <a:bgClr>
              <a:schemeClr val="bg1"/>
            </a:bgClr>
          </a:pattFill>
        </p:spPr>
        <p:txBody>
          <a:bodyPr>
            <a:noAutofit/>
          </a:bodyPr>
          <a:lstStyle/>
          <a:p>
            <a:endParaRPr lang="en-GB"/>
          </a:p>
        </p:txBody>
      </p:sp>
      <p:sp>
        <p:nvSpPr>
          <p:cNvPr id="15" name="Text Placeholder 17">
            <a:extLst>
              <a:ext uri="{FF2B5EF4-FFF2-40B4-BE49-F238E27FC236}">
                <a16:creationId xmlns:a16="http://schemas.microsoft.com/office/drawing/2014/main" id="{42388D61-9777-A9E9-7981-D10B4252EA67}"/>
              </a:ext>
            </a:extLst>
          </p:cNvPr>
          <p:cNvSpPr>
            <a:spLocks noGrp="1"/>
          </p:cNvSpPr>
          <p:nvPr>
            <p:ph type="body" sz="quarter" idx="20"/>
          </p:nvPr>
        </p:nvSpPr>
        <p:spPr>
          <a:xfrm>
            <a:off x="431800" y="1489077"/>
            <a:ext cx="5519979" cy="14506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7" name="Text Placeholder 17">
            <a:extLst>
              <a:ext uri="{FF2B5EF4-FFF2-40B4-BE49-F238E27FC236}">
                <a16:creationId xmlns:a16="http://schemas.microsoft.com/office/drawing/2014/main" id="{940CB907-FC9E-0371-749B-02911578DA0A}"/>
              </a:ext>
            </a:extLst>
          </p:cNvPr>
          <p:cNvSpPr>
            <a:spLocks noGrp="1"/>
          </p:cNvSpPr>
          <p:nvPr>
            <p:ph type="body" sz="quarter" idx="21"/>
          </p:nvPr>
        </p:nvSpPr>
        <p:spPr>
          <a:xfrm>
            <a:off x="431800" y="3091027"/>
            <a:ext cx="5519979" cy="14506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8" name="Text Placeholder 17">
            <a:extLst>
              <a:ext uri="{FF2B5EF4-FFF2-40B4-BE49-F238E27FC236}">
                <a16:creationId xmlns:a16="http://schemas.microsoft.com/office/drawing/2014/main" id="{32845E53-210C-6730-CB0D-FAC44CDF47D9}"/>
              </a:ext>
            </a:extLst>
          </p:cNvPr>
          <p:cNvSpPr>
            <a:spLocks noGrp="1"/>
          </p:cNvSpPr>
          <p:nvPr>
            <p:ph type="body" sz="quarter" idx="22"/>
          </p:nvPr>
        </p:nvSpPr>
        <p:spPr>
          <a:xfrm>
            <a:off x="431800" y="4692977"/>
            <a:ext cx="5519979" cy="14506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3" name="Text Placeholder 8">
            <a:extLst>
              <a:ext uri="{FF2B5EF4-FFF2-40B4-BE49-F238E27FC236}">
                <a16:creationId xmlns:a16="http://schemas.microsoft.com/office/drawing/2014/main" id="{2386F68B-D5B2-6781-5F7F-D110B4AA2ADB}"/>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19" name="Text Placeholder 10">
            <a:extLst>
              <a:ext uri="{FF2B5EF4-FFF2-40B4-BE49-F238E27FC236}">
                <a16:creationId xmlns:a16="http://schemas.microsoft.com/office/drawing/2014/main" id="{7F6A29A5-8FFB-F1A8-704F-9019000BB570}"/>
              </a:ext>
            </a:extLst>
          </p:cNvPr>
          <p:cNvSpPr>
            <a:spLocks noGrp="1"/>
          </p:cNvSpPr>
          <p:nvPr>
            <p:ph type="body" sz="quarter" idx="26" hasCustomPrompt="1"/>
          </p:nvPr>
        </p:nvSpPr>
        <p:spPr>
          <a:xfrm>
            <a:off x="694900" y="1797290"/>
            <a:ext cx="831444" cy="83144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0" name="Text Placeholder 10">
            <a:extLst>
              <a:ext uri="{FF2B5EF4-FFF2-40B4-BE49-F238E27FC236}">
                <a16:creationId xmlns:a16="http://schemas.microsoft.com/office/drawing/2014/main" id="{57145AAB-6D2C-515D-998F-42B0FCF77E0D}"/>
              </a:ext>
            </a:extLst>
          </p:cNvPr>
          <p:cNvSpPr>
            <a:spLocks noGrp="1"/>
          </p:cNvSpPr>
          <p:nvPr>
            <p:ph type="body" sz="quarter" idx="31" hasCustomPrompt="1"/>
          </p:nvPr>
        </p:nvSpPr>
        <p:spPr>
          <a:xfrm>
            <a:off x="694900" y="3399240"/>
            <a:ext cx="831444" cy="83144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1" name="Text Placeholder 10">
            <a:extLst>
              <a:ext uri="{FF2B5EF4-FFF2-40B4-BE49-F238E27FC236}">
                <a16:creationId xmlns:a16="http://schemas.microsoft.com/office/drawing/2014/main" id="{1BC00F9F-F348-441F-D9C6-C7B810609C38}"/>
              </a:ext>
            </a:extLst>
          </p:cNvPr>
          <p:cNvSpPr>
            <a:spLocks noGrp="1"/>
          </p:cNvSpPr>
          <p:nvPr>
            <p:ph type="body" sz="quarter" idx="33" hasCustomPrompt="1"/>
          </p:nvPr>
        </p:nvSpPr>
        <p:spPr>
          <a:xfrm>
            <a:off x="694900" y="5001190"/>
            <a:ext cx="831444" cy="83144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Tree>
    <p:extLst>
      <p:ext uri="{BB962C8B-B14F-4D97-AF65-F5344CB8AC3E}">
        <p14:creationId xmlns:p14="http://schemas.microsoft.com/office/powerpoint/2010/main" val="120009626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 groß">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921080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Text Placeholder 16">
            <a:extLst>
              <a:ext uri="{FF2B5EF4-FFF2-40B4-BE49-F238E27FC236}">
                <a16:creationId xmlns:a16="http://schemas.microsoft.com/office/drawing/2014/main" id="{FAFEECFD-02B8-C6E4-60C1-A876DE1BE581}"/>
              </a:ext>
            </a:extLst>
          </p:cNvPr>
          <p:cNvSpPr>
            <a:spLocks noGrp="1"/>
          </p:cNvSpPr>
          <p:nvPr>
            <p:ph type="body" sz="quarter" idx="19"/>
          </p:nvPr>
        </p:nvSpPr>
        <p:spPr>
          <a:xfrm>
            <a:off x="431802"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6" name="Text Placeholder 16">
            <a:extLst>
              <a:ext uri="{FF2B5EF4-FFF2-40B4-BE49-F238E27FC236}">
                <a16:creationId xmlns:a16="http://schemas.microsoft.com/office/drawing/2014/main" id="{213AE666-C928-B6EA-9199-47C1DAC38EAD}"/>
              </a:ext>
            </a:extLst>
          </p:cNvPr>
          <p:cNvSpPr>
            <a:spLocks noGrp="1"/>
          </p:cNvSpPr>
          <p:nvPr>
            <p:ph type="body" sz="quarter" idx="20"/>
          </p:nvPr>
        </p:nvSpPr>
        <p:spPr>
          <a:xfrm>
            <a:off x="431802"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7" name="Text Placeholder 16">
            <a:extLst>
              <a:ext uri="{FF2B5EF4-FFF2-40B4-BE49-F238E27FC236}">
                <a16:creationId xmlns:a16="http://schemas.microsoft.com/office/drawing/2014/main" id="{D74DCFD5-3C82-EA8C-120F-6CA48658FDA6}"/>
              </a:ext>
            </a:extLst>
          </p:cNvPr>
          <p:cNvSpPr>
            <a:spLocks noGrp="1"/>
          </p:cNvSpPr>
          <p:nvPr>
            <p:ph type="body" sz="quarter" idx="21"/>
          </p:nvPr>
        </p:nvSpPr>
        <p:spPr>
          <a:xfrm>
            <a:off x="431802"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81061235-46BF-BA20-897A-2FA1DB495BDB}"/>
              </a:ext>
            </a:extLst>
          </p:cNvPr>
          <p:cNvSpPr>
            <a:spLocks noGrp="1"/>
          </p:cNvSpPr>
          <p:nvPr>
            <p:ph type="body" sz="quarter" idx="22"/>
          </p:nvPr>
        </p:nvSpPr>
        <p:spPr>
          <a:xfrm>
            <a:off x="431802"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9" name="Text Placeholder 16">
            <a:extLst>
              <a:ext uri="{FF2B5EF4-FFF2-40B4-BE49-F238E27FC236}">
                <a16:creationId xmlns:a16="http://schemas.microsoft.com/office/drawing/2014/main" id="{33E7B4AE-C83F-0C5F-E130-8510F12993D5}"/>
              </a:ext>
            </a:extLst>
          </p:cNvPr>
          <p:cNvSpPr>
            <a:spLocks noGrp="1"/>
          </p:cNvSpPr>
          <p:nvPr>
            <p:ph type="body" sz="quarter" idx="23"/>
          </p:nvPr>
        </p:nvSpPr>
        <p:spPr>
          <a:xfrm>
            <a:off x="431802"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96B5E933-1528-3AD6-C40A-F142345B822C}"/>
              </a:ext>
            </a:extLst>
          </p:cNvPr>
          <p:cNvSpPr>
            <a:spLocks noGrp="1"/>
          </p:cNvSpPr>
          <p:nvPr>
            <p:ph type="body" sz="quarter" idx="24"/>
          </p:nvPr>
        </p:nvSpPr>
        <p:spPr>
          <a:xfrm>
            <a:off x="431802"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2F6F7"/>
          </a:solid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38" name="Text Placeholder 16">
            <a:extLst>
              <a:ext uri="{FF2B5EF4-FFF2-40B4-BE49-F238E27FC236}">
                <a16:creationId xmlns:a16="http://schemas.microsoft.com/office/drawing/2014/main" id="{AD81A169-7A72-2D64-DE85-9158BFEABFA3}"/>
              </a:ext>
            </a:extLst>
          </p:cNvPr>
          <p:cNvSpPr>
            <a:spLocks noGrp="1"/>
          </p:cNvSpPr>
          <p:nvPr>
            <p:ph type="body" sz="quarter" idx="25"/>
          </p:nvPr>
        </p:nvSpPr>
        <p:spPr>
          <a:xfrm>
            <a:off x="3328267"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9" name="Text Placeholder 16">
            <a:extLst>
              <a:ext uri="{FF2B5EF4-FFF2-40B4-BE49-F238E27FC236}">
                <a16:creationId xmlns:a16="http://schemas.microsoft.com/office/drawing/2014/main" id="{E077325B-A617-25C3-D543-4105703D14C5}"/>
              </a:ext>
            </a:extLst>
          </p:cNvPr>
          <p:cNvSpPr>
            <a:spLocks noGrp="1"/>
          </p:cNvSpPr>
          <p:nvPr>
            <p:ph type="body" sz="quarter" idx="26"/>
          </p:nvPr>
        </p:nvSpPr>
        <p:spPr>
          <a:xfrm>
            <a:off x="3328267"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0" name="Text Placeholder 16">
            <a:extLst>
              <a:ext uri="{FF2B5EF4-FFF2-40B4-BE49-F238E27FC236}">
                <a16:creationId xmlns:a16="http://schemas.microsoft.com/office/drawing/2014/main" id="{D8B58634-618A-A76F-3AF7-DAF46D7DE7D1}"/>
              </a:ext>
            </a:extLst>
          </p:cNvPr>
          <p:cNvSpPr>
            <a:spLocks noGrp="1"/>
          </p:cNvSpPr>
          <p:nvPr>
            <p:ph type="body" sz="quarter" idx="27"/>
          </p:nvPr>
        </p:nvSpPr>
        <p:spPr>
          <a:xfrm>
            <a:off x="3328267"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1" name="Text Placeholder 16">
            <a:extLst>
              <a:ext uri="{FF2B5EF4-FFF2-40B4-BE49-F238E27FC236}">
                <a16:creationId xmlns:a16="http://schemas.microsoft.com/office/drawing/2014/main" id="{4F142A1E-0F0A-9DDB-6622-B47161B35359}"/>
              </a:ext>
            </a:extLst>
          </p:cNvPr>
          <p:cNvSpPr>
            <a:spLocks noGrp="1"/>
          </p:cNvSpPr>
          <p:nvPr>
            <p:ph type="body" sz="quarter" idx="28"/>
          </p:nvPr>
        </p:nvSpPr>
        <p:spPr>
          <a:xfrm>
            <a:off x="3328267"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2" name="Text Placeholder 16">
            <a:extLst>
              <a:ext uri="{FF2B5EF4-FFF2-40B4-BE49-F238E27FC236}">
                <a16:creationId xmlns:a16="http://schemas.microsoft.com/office/drawing/2014/main" id="{CFDDD3A7-2A9D-BECF-6806-1A635E8D5FC1}"/>
              </a:ext>
            </a:extLst>
          </p:cNvPr>
          <p:cNvSpPr>
            <a:spLocks noGrp="1"/>
          </p:cNvSpPr>
          <p:nvPr>
            <p:ph type="body" sz="quarter" idx="29"/>
          </p:nvPr>
        </p:nvSpPr>
        <p:spPr>
          <a:xfrm>
            <a:off x="3328267"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3" name="Text Placeholder 16">
            <a:extLst>
              <a:ext uri="{FF2B5EF4-FFF2-40B4-BE49-F238E27FC236}">
                <a16:creationId xmlns:a16="http://schemas.microsoft.com/office/drawing/2014/main" id="{C8E7488B-49B9-DDC0-67D6-04AF31105BE3}"/>
              </a:ext>
            </a:extLst>
          </p:cNvPr>
          <p:cNvSpPr>
            <a:spLocks noGrp="1"/>
          </p:cNvSpPr>
          <p:nvPr>
            <p:ph type="body" sz="quarter" idx="30"/>
          </p:nvPr>
        </p:nvSpPr>
        <p:spPr>
          <a:xfrm>
            <a:off x="3328267"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stStyle>
          <a:p>
            <a:pPr marL="0" lvl="0" indent="0" algn="ctr">
              <a:buNone/>
            </a:pPr>
            <a:r>
              <a:rPr lang="en-US" dirty="0"/>
              <a:t>Click to edit Master text styles</a:t>
            </a:r>
          </a:p>
        </p:txBody>
      </p:sp>
      <p:sp>
        <p:nvSpPr>
          <p:cNvPr id="44" name="Text Placeholder 16">
            <a:extLst>
              <a:ext uri="{FF2B5EF4-FFF2-40B4-BE49-F238E27FC236}">
                <a16:creationId xmlns:a16="http://schemas.microsoft.com/office/drawing/2014/main" id="{FBB0C0AA-9A75-15B6-C036-635C14E21405}"/>
              </a:ext>
            </a:extLst>
          </p:cNvPr>
          <p:cNvSpPr>
            <a:spLocks noGrp="1"/>
          </p:cNvSpPr>
          <p:nvPr>
            <p:ph type="body" sz="quarter" idx="31"/>
          </p:nvPr>
        </p:nvSpPr>
        <p:spPr>
          <a:xfrm>
            <a:off x="6224734"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5" name="Text Placeholder 16">
            <a:extLst>
              <a:ext uri="{FF2B5EF4-FFF2-40B4-BE49-F238E27FC236}">
                <a16:creationId xmlns:a16="http://schemas.microsoft.com/office/drawing/2014/main" id="{04BEA919-5654-FA51-BFB4-42049D699AB4}"/>
              </a:ext>
            </a:extLst>
          </p:cNvPr>
          <p:cNvSpPr>
            <a:spLocks noGrp="1"/>
          </p:cNvSpPr>
          <p:nvPr>
            <p:ph type="body" sz="quarter" idx="32"/>
          </p:nvPr>
        </p:nvSpPr>
        <p:spPr>
          <a:xfrm>
            <a:off x="6224734"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6" name="Text Placeholder 16">
            <a:extLst>
              <a:ext uri="{FF2B5EF4-FFF2-40B4-BE49-F238E27FC236}">
                <a16:creationId xmlns:a16="http://schemas.microsoft.com/office/drawing/2014/main" id="{513F1C66-4267-A9AE-9278-9359D9175D44}"/>
              </a:ext>
            </a:extLst>
          </p:cNvPr>
          <p:cNvSpPr>
            <a:spLocks noGrp="1"/>
          </p:cNvSpPr>
          <p:nvPr>
            <p:ph type="body" sz="quarter" idx="33"/>
          </p:nvPr>
        </p:nvSpPr>
        <p:spPr>
          <a:xfrm>
            <a:off x="6224734"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7" name="Text Placeholder 16">
            <a:extLst>
              <a:ext uri="{FF2B5EF4-FFF2-40B4-BE49-F238E27FC236}">
                <a16:creationId xmlns:a16="http://schemas.microsoft.com/office/drawing/2014/main" id="{46B1B95A-5609-2C89-49EA-957A0E55442F}"/>
              </a:ext>
            </a:extLst>
          </p:cNvPr>
          <p:cNvSpPr>
            <a:spLocks noGrp="1"/>
          </p:cNvSpPr>
          <p:nvPr>
            <p:ph type="body" sz="quarter" idx="34"/>
          </p:nvPr>
        </p:nvSpPr>
        <p:spPr>
          <a:xfrm>
            <a:off x="6224734"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8" name="Text Placeholder 16">
            <a:extLst>
              <a:ext uri="{FF2B5EF4-FFF2-40B4-BE49-F238E27FC236}">
                <a16:creationId xmlns:a16="http://schemas.microsoft.com/office/drawing/2014/main" id="{F86F11B8-0F92-A534-A9E4-F79A59136BD8}"/>
              </a:ext>
            </a:extLst>
          </p:cNvPr>
          <p:cNvSpPr>
            <a:spLocks noGrp="1"/>
          </p:cNvSpPr>
          <p:nvPr>
            <p:ph type="body" sz="quarter" idx="35"/>
          </p:nvPr>
        </p:nvSpPr>
        <p:spPr>
          <a:xfrm>
            <a:off x="6224734"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9" name="Text Placeholder 16">
            <a:extLst>
              <a:ext uri="{FF2B5EF4-FFF2-40B4-BE49-F238E27FC236}">
                <a16:creationId xmlns:a16="http://schemas.microsoft.com/office/drawing/2014/main" id="{7570C6AA-0022-AB36-3911-A6F96033261C}"/>
              </a:ext>
            </a:extLst>
          </p:cNvPr>
          <p:cNvSpPr>
            <a:spLocks noGrp="1"/>
          </p:cNvSpPr>
          <p:nvPr>
            <p:ph type="body" sz="quarter" idx="36"/>
          </p:nvPr>
        </p:nvSpPr>
        <p:spPr>
          <a:xfrm>
            <a:off x="6224734"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stStyle>
          <a:p>
            <a:pPr marL="0" lvl="0" indent="0" algn="ctr">
              <a:buNone/>
            </a:pPr>
            <a:r>
              <a:rPr lang="en-US" dirty="0"/>
              <a:t>Click to edit Master text styles</a:t>
            </a:r>
          </a:p>
        </p:txBody>
      </p:sp>
      <p:sp>
        <p:nvSpPr>
          <p:cNvPr id="50" name="Text Placeholder 16">
            <a:extLst>
              <a:ext uri="{FF2B5EF4-FFF2-40B4-BE49-F238E27FC236}">
                <a16:creationId xmlns:a16="http://schemas.microsoft.com/office/drawing/2014/main" id="{10429D55-1D3F-84B4-29CC-D4FD91C3F54C}"/>
              </a:ext>
            </a:extLst>
          </p:cNvPr>
          <p:cNvSpPr>
            <a:spLocks noGrp="1"/>
          </p:cNvSpPr>
          <p:nvPr>
            <p:ph type="body" sz="quarter" idx="37"/>
          </p:nvPr>
        </p:nvSpPr>
        <p:spPr>
          <a:xfrm>
            <a:off x="9121201"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1" name="Text Placeholder 16">
            <a:extLst>
              <a:ext uri="{FF2B5EF4-FFF2-40B4-BE49-F238E27FC236}">
                <a16:creationId xmlns:a16="http://schemas.microsoft.com/office/drawing/2014/main" id="{5E3B0DAC-8315-E3F4-D738-DCA290DD262E}"/>
              </a:ext>
            </a:extLst>
          </p:cNvPr>
          <p:cNvSpPr>
            <a:spLocks noGrp="1"/>
          </p:cNvSpPr>
          <p:nvPr>
            <p:ph type="body" sz="quarter" idx="38"/>
          </p:nvPr>
        </p:nvSpPr>
        <p:spPr>
          <a:xfrm>
            <a:off x="9121201"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2" name="Text Placeholder 16">
            <a:extLst>
              <a:ext uri="{FF2B5EF4-FFF2-40B4-BE49-F238E27FC236}">
                <a16:creationId xmlns:a16="http://schemas.microsoft.com/office/drawing/2014/main" id="{81D08309-AE89-7EB3-53C3-22D62F9B9390}"/>
              </a:ext>
            </a:extLst>
          </p:cNvPr>
          <p:cNvSpPr>
            <a:spLocks noGrp="1"/>
          </p:cNvSpPr>
          <p:nvPr>
            <p:ph type="body" sz="quarter" idx="39"/>
          </p:nvPr>
        </p:nvSpPr>
        <p:spPr>
          <a:xfrm>
            <a:off x="9121201"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3" name="Text Placeholder 16">
            <a:extLst>
              <a:ext uri="{FF2B5EF4-FFF2-40B4-BE49-F238E27FC236}">
                <a16:creationId xmlns:a16="http://schemas.microsoft.com/office/drawing/2014/main" id="{985AEB62-84E0-D9CD-B8E3-6950BA4D96A5}"/>
              </a:ext>
            </a:extLst>
          </p:cNvPr>
          <p:cNvSpPr>
            <a:spLocks noGrp="1"/>
          </p:cNvSpPr>
          <p:nvPr>
            <p:ph type="body" sz="quarter" idx="40"/>
          </p:nvPr>
        </p:nvSpPr>
        <p:spPr>
          <a:xfrm>
            <a:off x="9121201"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4" name="Text Placeholder 16">
            <a:extLst>
              <a:ext uri="{FF2B5EF4-FFF2-40B4-BE49-F238E27FC236}">
                <a16:creationId xmlns:a16="http://schemas.microsoft.com/office/drawing/2014/main" id="{C3FC91D6-4213-81C7-3974-4F170611DFB8}"/>
              </a:ext>
            </a:extLst>
          </p:cNvPr>
          <p:cNvSpPr>
            <a:spLocks noGrp="1"/>
          </p:cNvSpPr>
          <p:nvPr>
            <p:ph type="body" sz="quarter" idx="41"/>
          </p:nvPr>
        </p:nvSpPr>
        <p:spPr>
          <a:xfrm>
            <a:off x="9121201"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5" name="Text Placeholder 16">
            <a:extLst>
              <a:ext uri="{FF2B5EF4-FFF2-40B4-BE49-F238E27FC236}">
                <a16:creationId xmlns:a16="http://schemas.microsoft.com/office/drawing/2014/main" id="{417C3669-76B7-C067-B612-6A6BC9063534}"/>
              </a:ext>
            </a:extLst>
          </p:cNvPr>
          <p:cNvSpPr>
            <a:spLocks noGrp="1"/>
          </p:cNvSpPr>
          <p:nvPr>
            <p:ph type="body" sz="quarter" idx="42"/>
          </p:nvPr>
        </p:nvSpPr>
        <p:spPr>
          <a:xfrm>
            <a:off x="9121201"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stStyle>
          <a:p>
            <a:pPr marL="0" lvl="0" indent="0" algn="ctr">
              <a:buNone/>
            </a:pPr>
            <a:r>
              <a:rPr lang="en-US" dirty="0"/>
              <a:t>Click to edit Master text styles</a:t>
            </a:r>
          </a:p>
        </p:txBody>
      </p:sp>
      <p:sp>
        <p:nvSpPr>
          <p:cNvPr id="2" name="Text Placeholder 10">
            <a:extLst>
              <a:ext uri="{FF2B5EF4-FFF2-40B4-BE49-F238E27FC236}">
                <a16:creationId xmlns:a16="http://schemas.microsoft.com/office/drawing/2014/main" id="{F4E910DF-55E4-1C77-604B-06122DAA4EE6}"/>
              </a:ext>
            </a:extLst>
          </p:cNvPr>
          <p:cNvSpPr>
            <a:spLocks noGrp="1"/>
          </p:cNvSpPr>
          <p:nvPr>
            <p:ph type="body" sz="quarter" idx="14" hasCustomPrompt="1"/>
          </p:nvPr>
        </p:nvSpPr>
        <p:spPr>
          <a:xfrm>
            <a:off x="431801"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4" name="Text Placeholder 10">
            <a:extLst>
              <a:ext uri="{FF2B5EF4-FFF2-40B4-BE49-F238E27FC236}">
                <a16:creationId xmlns:a16="http://schemas.microsoft.com/office/drawing/2014/main" id="{68F8C863-4CD2-D354-5E54-8BE13CA4A1AA}"/>
              </a:ext>
            </a:extLst>
          </p:cNvPr>
          <p:cNvSpPr>
            <a:spLocks noGrp="1"/>
          </p:cNvSpPr>
          <p:nvPr>
            <p:ph type="body" sz="quarter" idx="15" hasCustomPrompt="1"/>
          </p:nvPr>
        </p:nvSpPr>
        <p:spPr>
          <a:xfrm>
            <a:off x="3328267"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0">
            <a:extLst>
              <a:ext uri="{FF2B5EF4-FFF2-40B4-BE49-F238E27FC236}">
                <a16:creationId xmlns:a16="http://schemas.microsoft.com/office/drawing/2014/main" id="{15926330-BF5F-5F20-0EE8-DFCA630F4CC8}"/>
              </a:ext>
            </a:extLst>
          </p:cNvPr>
          <p:cNvSpPr>
            <a:spLocks noGrp="1"/>
          </p:cNvSpPr>
          <p:nvPr>
            <p:ph type="body" sz="quarter" idx="16" hasCustomPrompt="1"/>
          </p:nvPr>
        </p:nvSpPr>
        <p:spPr>
          <a:xfrm>
            <a:off x="6224734"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126A1876-958F-FDC8-7AD0-EA29D06D1479}"/>
              </a:ext>
            </a:extLst>
          </p:cNvPr>
          <p:cNvSpPr>
            <a:spLocks noGrp="1"/>
          </p:cNvSpPr>
          <p:nvPr>
            <p:ph type="body" sz="quarter" idx="17" hasCustomPrompt="1"/>
          </p:nvPr>
        </p:nvSpPr>
        <p:spPr>
          <a:xfrm>
            <a:off x="9121201"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 name="Text Placeholder 8">
            <a:extLst>
              <a:ext uri="{FF2B5EF4-FFF2-40B4-BE49-F238E27FC236}">
                <a16:creationId xmlns:a16="http://schemas.microsoft.com/office/drawing/2014/main" id="{063562B3-3D91-445B-64D1-C6D2CB8EB26E}"/>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93009224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elle mitte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4239738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7">
            <a:extLst>
              <a:ext uri="{FF2B5EF4-FFF2-40B4-BE49-F238E27FC236}">
                <a16:creationId xmlns:a16="http://schemas.microsoft.com/office/drawing/2014/main" id="{0D5B42EF-669D-9D1F-F122-D3B2A82C761E}"/>
              </a:ext>
            </a:extLst>
          </p:cNvPr>
          <p:cNvSpPr>
            <a:spLocks noGrp="1"/>
          </p:cNvSpPr>
          <p:nvPr>
            <p:ph type="body" sz="quarter" idx="41"/>
          </p:nvPr>
        </p:nvSpPr>
        <p:spPr>
          <a:xfrm>
            <a:off x="8905461" y="1499016"/>
            <a:ext cx="2848388" cy="464460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6">
            <a:extLst>
              <a:ext uri="{FF2B5EF4-FFF2-40B4-BE49-F238E27FC236}">
                <a16:creationId xmlns:a16="http://schemas.microsoft.com/office/drawing/2014/main" id="{4DCE05F8-B8EE-E80D-DDF0-2EB45CBB0D94}"/>
              </a:ext>
            </a:extLst>
          </p:cNvPr>
          <p:cNvSpPr>
            <a:spLocks noGrp="1"/>
          </p:cNvSpPr>
          <p:nvPr>
            <p:ph type="body" sz="quarter" idx="19"/>
          </p:nvPr>
        </p:nvSpPr>
        <p:spPr>
          <a:xfrm>
            <a:off x="431799"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9" name="Text Placeholder 16">
            <a:extLst>
              <a:ext uri="{FF2B5EF4-FFF2-40B4-BE49-F238E27FC236}">
                <a16:creationId xmlns:a16="http://schemas.microsoft.com/office/drawing/2014/main" id="{1C841CBF-A2C0-0549-AF63-B93E054EC546}"/>
              </a:ext>
            </a:extLst>
          </p:cNvPr>
          <p:cNvSpPr>
            <a:spLocks noGrp="1"/>
          </p:cNvSpPr>
          <p:nvPr>
            <p:ph type="body" sz="quarter" idx="20"/>
          </p:nvPr>
        </p:nvSpPr>
        <p:spPr>
          <a:xfrm>
            <a:off x="431799"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0" name="Text Placeholder 16">
            <a:extLst>
              <a:ext uri="{FF2B5EF4-FFF2-40B4-BE49-F238E27FC236}">
                <a16:creationId xmlns:a16="http://schemas.microsoft.com/office/drawing/2014/main" id="{70C0BD12-597F-9EFC-5175-16124AFE7420}"/>
              </a:ext>
            </a:extLst>
          </p:cNvPr>
          <p:cNvSpPr>
            <a:spLocks noGrp="1"/>
          </p:cNvSpPr>
          <p:nvPr>
            <p:ph type="body" sz="quarter" idx="21"/>
          </p:nvPr>
        </p:nvSpPr>
        <p:spPr>
          <a:xfrm>
            <a:off x="431799"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1" name="Text Placeholder 16">
            <a:extLst>
              <a:ext uri="{FF2B5EF4-FFF2-40B4-BE49-F238E27FC236}">
                <a16:creationId xmlns:a16="http://schemas.microsoft.com/office/drawing/2014/main" id="{882D6522-256F-9226-8D36-5FB678EB637C}"/>
              </a:ext>
            </a:extLst>
          </p:cNvPr>
          <p:cNvSpPr>
            <a:spLocks noGrp="1"/>
          </p:cNvSpPr>
          <p:nvPr>
            <p:ph type="body" sz="quarter" idx="22"/>
          </p:nvPr>
        </p:nvSpPr>
        <p:spPr>
          <a:xfrm>
            <a:off x="431799"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2" name="Text Placeholder 16">
            <a:extLst>
              <a:ext uri="{FF2B5EF4-FFF2-40B4-BE49-F238E27FC236}">
                <a16:creationId xmlns:a16="http://schemas.microsoft.com/office/drawing/2014/main" id="{2B5F2C3A-AE63-55E9-D411-879BAC77FDAF}"/>
              </a:ext>
            </a:extLst>
          </p:cNvPr>
          <p:cNvSpPr>
            <a:spLocks noGrp="1"/>
          </p:cNvSpPr>
          <p:nvPr>
            <p:ph type="body" sz="quarter" idx="23"/>
          </p:nvPr>
        </p:nvSpPr>
        <p:spPr>
          <a:xfrm>
            <a:off x="431799"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4" name="Text Placeholder 16">
            <a:extLst>
              <a:ext uri="{FF2B5EF4-FFF2-40B4-BE49-F238E27FC236}">
                <a16:creationId xmlns:a16="http://schemas.microsoft.com/office/drawing/2014/main" id="{54BC240F-D8B9-36D4-F731-25785F6A6CA6}"/>
              </a:ext>
            </a:extLst>
          </p:cNvPr>
          <p:cNvSpPr>
            <a:spLocks noGrp="1"/>
          </p:cNvSpPr>
          <p:nvPr>
            <p:ph type="body" sz="quarter" idx="25"/>
          </p:nvPr>
        </p:nvSpPr>
        <p:spPr>
          <a:xfrm>
            <a:off x="2525930"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5" name="Text Placeholder 16">
            <a:extLst>
              <a:ext uri="{FF2B5EF4-FFF2-40B4-BE49-F238E27FC236}">
                <a16:creationId xmlns:a16="http://schemas.microsoft.com/office/drawing/2014/main" id="{5DF074F1-C22C-D614-1CC5-5226509F8C62}"/>
              </a:ext>
            </a:extLst>
          </p:cNvPr>
          <p:cNvSpPr>
            <a:spLocks noGrp="1"/>
          </p:cNvSpPr>
          <p:nvPr>
            <p:ph type="body" sz="quarter" idx="26"/>
          </p:nvPr>
        </p:nvSpPr>
        <p:spPr>
          <a:xfrm>
            <a:off x="2525930"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6" name="Text Placeholder 16">
            <a:extLst>
              <a:ext uri="{FF2B5EF4-FFF2-40B4-BE49-F238E27FC236}">
                <a16:creationId xmlns:a16="http://schemas.microsoft.com/office/drawing/2014/main" id="{ADFF0B59-D092-48EB-C8C4-382B42B56344}"/>
              </a:ext>
            </a:extLst>
          </p:cNvPr>
          <p:cNvSpPr>
            <a:spLocks noGrp="1"/>
          </p:cNvSpPr>
          <p:nvPr>
            <p:ph type="body" sz="quarter" idx="27"/>
          </p:nvPr>
        </p:nvSpPr>
        <p:spPr>
          <a:xfrm>
            <a:off x="2525930"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7" name="Text Placeholder 16">
            <a:extLst>
              <a:ext uri="{FF2B5EF4-FFF2-40B4-BE49-F238E27FC236}">
                <a16:creationId xmlns:a16="http://schemas.microsoft.com/office/drawing/2014/main" id="{EDCB1D7D-BBAA-B27B-BE8F-3F36F209CAEA}"/>
              </a:ext>
            </a:extLst>
          </p:cNvPr>
          <p:cNvSpPr>
            <a:spLocks noGrp="1"/>
          </p:cNvSpPr>
          <p:nvPr>
            <p:ph type="body" sz="quarter" idx="28"/>
          </p:nvPr>
        </p:nvSpPr>
        <p:spPr>
          <a:xfrm>
            <a:off x="2525930"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C2E24E71-565C-BF59-1914-3F24EBE70484}"/>
              </a:ext>
            </a:extLst>
          </p:cNvPr>
          <p:cNvSpPr>
            <a:spLocks noGrp="1"/>
          </p:cNvSpPr>
          <p:nvPr>
            <p:ph type="body" sz="quarter" idx="29"/>
          </p:nvPr>
        </p:nvSpPr>
        <p:spPr>
          <a:xfrm>
            <a:off x="2525930"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2C341444-C248-357F-C600-FAC891A3AFD9}"/>
              </a:ext>
            </a:extLst>
          </p:cNvPr>
          <p:cNvSpPr>
            <a:spLocks noGrp="1"/>
          </p:cNvSpPr>
          <p:nvPr>
            <p:ph type="body" sz="quarter" idx="42"/>
          </p:nvPr>
        </p:nvSpPr>
        <p:spPr>
          <a:xfrm>
            <a:off x="4620061"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1" name="Text Placeholder 16">
            <a:extLst>
              <a:ext uri="{FF2B5EF4-FFF2-40B4-BE49-F238E27FC236}">
                <a16:creationId xmlns:a16="http://schemas.microsoft.com/office/drawing/2014/main" id="{21615CA9-53B0-EF0F-5AC0-3E5B1A926639}"/>
              </a:ext>
            </a:extLst>
          </p:cNvPr>
          <p:cNvSpPr>
            <a:spLocks noGrp="1"/>
          </p:cNvSpPr>
          <p:nvPr>
            <p:ph type="body" sz="quarter" idx="43"/>
          </p:nvPr>
        </p:nvSpPr>
        <p:spPr>
          <a:xfrm>
            <a:off x="4620061"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2" name="Text Placeholder 16">
            <a:extLst>
              <a:ext uri="{FF2B5EF4-FFF2-40B4-BE49-F238E27FC236}">
                <a16:creationId xmlns:a16="http://schemas.microsoft.com/office/drawing/2014/main" id="{CC349978-D8DF-9B1D-4B34-3BDBC9312703}"/>
              </a:ext>
            </a:extLst>
          </p:cNvPr>
          <p:cNvSpPr>
            <a:spLocks noGrp="1"/>
          </p:cNvSpPr>
          <p:nvPr>
            <p:ph type="body" sz="quarter" idx="44"/>
          </p:nvPr>
        </p:nvSpPr>
        <p:spPr>
          <a:xfrm>
            <a:off x="4620061"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3" name="Text Placeholder 16">
            <a:extLst>
              <a:ext uri="{FF2B5EF4-FFF2-40B4-BE49-F238E27FC236}">
                <a16:creationId xmlns:a16="http://schemas.microsoft.com/office/drawing/2014/main" id="{ABAA734A-CD2B-F304-1B5E-C79FEED606B6}"/>
              </a:ext>
            </a:extLst>
          </p:cNvPr>
          <p:cNvSpPr>
            <a:spLocks noGrp="1"/>
          </p:cNvSpPr>
          <p:nvPr>
            <p:ph type="body" sz="quarter" idx="45"/>
          </p:nvPr>
        </p:nvSpPr>
        <p:spPr>
          <a:xfrm>
            <a:off x="4620061"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4" name="Text Placeholder 16">
            <a:extLst>
              <a:ext uri="{FF2B5EF4-FFF2-40B4-BE49-F238E27FC236}">
                <a16:creationId xmlns:a16="http://schemas.microsoft.com/office/drawing/2014/main" id="{20D1E97F-D3C1-64A9-6B6B-139B3B889259}"/>
              </a:ext>
            </a:extLst>
          </p:cNvPr>
          <p:cNvSpPr>
            <a:spLocks noGrp="1"/>
          </p:cNvSpPr>
          <p:nvPr>
            <p:ph type="body" sz="quarter" idx="46"/>
          </p:nvPr>
        </p:nvSpPr>
        <p:spPr>
          <a:xfrm>
            <a:off x="4620061"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6" name="Text Placeholder 16">
            <a:extLst>
              <a:ext uri="{FF2B5EF4-FFF2-40B4-BE49-F238E27FC236}">
                <a16:creationId xmlns:a16="http://schemas.microsoft.com/office/drawing/2014/main" id="{60846E13-80A2-CB78-89F1-41E2B3E3BC98}"/>
              </a:ext>
            </a:extLst>
          </p:cNvPr>
          <p:cNvSpPr>
            <a:spLocks noGrp="1"/>
          </p:cNvSpPr>
          <p:nvPr>
            <p:ph type="body" sz="quarter" idx="48"/>
          </p:nvPr>
        </p:nvSpPr>
        <p:spPr>
          <a:xfrm>
            <a:off x="6714191"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7" name="Text Placeholder 16">
            <a:extLst>
              <a:ext uri="{FF2B5EF4-FFF2-40B4-BE49-F238E27FC236}">
                <a16:creationId xmlns:a16="http://schemas.microsoft.com/office/drawing/2014/main" id="{E2F59A0F-3A08-B365-B775-6D161DFC2120}"/>
              </a:ext>
            </a:extLst>
          </p:cNvPr>
          <p:cNvSpPr>
            <a:spLocks noGrp="1"/>
          </p:cNvSpPr>
          <p:nvPr>
            <p:ph type="body" sz="quarter" idx="49"/>
          </p:nvPr>
        </p:nvSpPr>
        <p:spPr>
          <a:xfrm>
            <a:off x="6714191"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8" name="Text Placeholder 16">
            <a:extLst>
              <a:ext uri="{FF2B5EF4-FFF2-40B4-BE49-F238E27FC236}">
                <a16:creationId xmlns:a16="http://schemas.microsoft.com/office/drawing/2014/main" id="{1E07D185-17C9-1555-FAD5-D0A5A612273D}"/>
              </a:ext>
            </a:extLst>
          </p:cNvPr>
          <p:cNvSpPr>
            <a:spLocks noGrp="1"/>
          </p:cNvSpPr>
          <p:nvPr>
            <p:ph type="body" sz="quarter" idx="50"/>
          </p:nvPr>
        </p:nvSpPr>
        <p:spPr>
          <a:xfrm>
            <a:off x="6714191"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9" name="Text Placeholder 16">
            <a:extLst>
              <a:ext uri="{FF2B5EF4-FFF2-40B4-BE49-F238E27FC236}">
                <a16:creationId xmlns:a16="http://schemas.microsoft.com/office/drawing/2014/main" id="{DB8CDA13-427D-D7CB-8037-06C05A891E91}"/>
              </a:ext>
            </a:extLst>
          </p:cNvPr>
          <p:cNvSpPr>
            <a:spLocks noGrp="1"/>
          </p:cNvSpPr>
          <p:nvPr>
            <p:ph type="body" sz="quarter" idx="51"/>
          </p:nvPr>
        </p:nvSpPr>
        <p:spPr>
          <a:xfrm>
            <a:off x="6714191"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0" name="Text Placeholder 16">
            <a:extLst>
              <a:ext uri="{FF2B5EF4-FFF2-40B4-BE49-F238E27FC236}">
                <a16:creationId xmlns:a16="http://schemas.microsoft.com/office/drawing/2014/main" id="{DA72DF92-086A-DE3D-67DC-B9A28FC68714}"/>
              </a:ext>
            </a:extLst>
          </p:cNvPr>
          <p:cNvSpPr>
            <a:spLocks noGrp="1"/>
          </p:cNvSpPr>
          <p:nvPr>
            <p:ph type="body" sz="quarter" idx="52"/>
          </p:nvPr>
        </p:nvSpPr>
        <p:spPr>
          <a:xfrm>
            <a:off x="6714191"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 name="Text Placeholder 10">
            <a:extLst>
              <a:ext uri="{FF2B5EF4-FFF2-40B4-BE49-F238E27FC236}">
                <a16:creationId xmlns:a16="http://schemas.microsoft.com/office/drawing/2014/main" id="{47DFC072-AE6F-30CB-A319-2723ED829CA4}"/>
              </a:ext>
            </a:extLst>
          </p:cNvPr>
          <p:cNvSpPr>
            <a:spLocks noGrp="1"/>
          </p:cNvSpPr>
          <p:nvPr>
            <p:ph type="body" sz="quarter" idx="14" hasCustomPrompt="1"/>
          </p:nvPr>
        </p:nvSpPr>
        <p:spPr>
          <a:xfrm>
            <a:off x="431799"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9" name="Text Placeholder 10">
            <a:extLst>
              <a:ext uri="{FF2B5EF4-FFF2-40B4-BE49-F238E27FC236}">
                <a16:creationId xmlns:a16="http://schemas.microsoft.com/office/drawing/2014/main" id="{60CD52E1-056C-B7AA-54B8-01FBDE0707D6}"/>
              </a:ext>
            </a:extLst>
          </p:cNvPr>
          <p:cNvSpPr>
            <a:spLocks noGrp="1"/>
          </p:cNvSpPr>
          <p:nvPr>
            <p:ph type="body" sz="quarter" idx="15" hasCustomPrompt="1"/>
          </p:nvPr>
        </p:nvSpPr>
        <p:spPr>
          <a:xfrm>
            <a:off x="2525930"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0" name="Text Placeholder 10">
            <a:extLst>
              <a:ext uri="{FF2B5EF4-FFF2-40B4-BE49-F238E27FC236}">
                <a16:creationId xmlns:a16="http://schemas.microsoft.com/office/drawing/2014/main" id="{FB421D42-AED8-FE09-F616-2D54F1E7FCF2}"/>
              </a:ext>
            </a:extLst>
          </p:cNvPr>
          <p:cNvSpPr>
            <a:spLocks noGrp="1"/>
          </p:cNvSpPr>
          <p:nvPr>
            <p:ph type="body" sz="quarter" idx="16" hasCustomPrompt="1"/>
          </p:nvPr>
        </p:nvSpPr>
        <p:spPr>
          <a:xfrm>
            <a:off x="4620061"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2" name="Text Placeholder 10">
            <a:extLst>
              <a:ext uri="{FF2B5EF4-FFF2-40B4-BE49-F238E27FC236}">
                <a16:creationId xmlns:a16="http://schemas.microsoft.com/office/drawing/2014/main" id="{902F24FF-BBAF-811D-DD40-AB10344A5F7B}"/>
              </a:ext>
            </a:extLst>
          </p:cNvPr>
          <p:cNvSpPr>
            <a:spLocks noGrp="1"/>
          </p:cNvSpPr>
          <p:nvPr>
            <p:ph type="body" sz="quarter" idx="17" hasCustomPrompt="1"/>
          </p:nvPr>
        </p:nvSpPr>
        <p:spPr>
          <a:xfrm>
            <a:off x="6714191"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1" name="Text Placeholder 16">
            <a:extLst>
              <a:ext uri="{FF2B5EF4-FFF2-40B4-BE49-F238E27FC236}">
                <a16:creationId xmlns:a16="http://schemas.microsoft.com/office/drawing/2014/main" id="{F9E59E8A-ED98-12BE-0C9F-13C097A5E440}"/>
              </a:ext>
            </a:extLst>
          </p:cNvPr>
          <p:cNvSpPr>
            <a:spLocks noGrp="1"/>
          </p:cNvSpPr>
          <p:nvPr>
            <p:ph type="body" sz="quarter" idx="54"/>
          </p:nvPr>
        </p:nvSpPr>
        <p:spPr>
          <a:xfrm>
            <a:off x="431799"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3" name="Text Placeholder 8">
            <a:extLst>
              <a:ext uri="{FF2B5EF4-FFF2-40B4-BE49-F238E27FC236}">
                <a16:creationId xmlns:a16="http://schemas.microsoft.com/office/drawing/2014/main" id="{C4E7A959-D703-7C83-8463-23A2101B3E65}"/>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16">
            <a:extLst>
              <a:ext uri="{FF2B5EF4-FFF2-40B4-BE49-F238E27FC236}">
                <a16:creationId xmlns:a16="http://schemas.microsoft.com/office/drawing/2014/main" id="{5F9B289A-79CA-9E46-F49D-82B1D6555062}"/>
              </a:ext>
            </a:extLst>
          </p:cNvPr>
          <p:cNvSpPr>
            <a:spLocks noGrp="1"/>
          </p:cNvSpPr>
          <p:nvPr>
            <p:ph type="body" sz="quarter" idx="55"/>
          </p:nvPr>
        </p:nvSpPr>
        <p:spPr>
          <a:xfrm>
            <a:off x="2525930"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4" name="Text Placeholder 16">
            <a:extLst>
              <a:ext uri="{FF2B5EF4-FFF2-40B4-BE49-F238E27FC236}">
                <a16:creationId xmlns:a16="http://schemas.microsoft.com/office/drawing/2014/main" id="{FF1BEFF1-6F65-045F-06B8-E7A5DEAE64C0}"/>
              </a:ext>
            </a:extLst>
          </p:cNvPr>
          <p:cNvSpPr>
            <a:spLocks noGrp="1"/>
          </p:cNvSpPr>
          <p:nvPr>
            <p:ph type="body" sz="quarter" idx="56"/>
          </p:nvPr>
        </p:nvSpPr>
        <p:spPr>
          <a:xfrm>
            <a:off x="4620061"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5" name="Text Placeholder 16">
            <a:extLst>
              <a:ext uri="{FF2B5EF4-FFF2-40B4-BE49-F238E27FC236}">
                <a16:creationId xmlns:a16="http://schemas.microsoft.com/office/drawing/2014/main" id="{A3F6F836-21D7-B94D-7613-E81AE72BDFFC}"/>
              </a:ext>
            </a:extLst>
          </p:cNvPr>
          <p:cNvSpPr>
            <a:spLocks noGrp="1"/>
          </p:cNvSpPr>
          <p:nvPr>
            <p:ph type="body" sz="quarter" idx="57"/>
          </p:nvPr>
        </p:nvSpPr>
        <p:spPr>
          <a:xfrm>
            <a:off x="6714191"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Tree>
    <p:extLst>
      <p:ext uri="{BB962C8B-B14F-4D97-AF65-F5344CB8AC3E}">
        <p14:creationId xmlns:p14="http://schemas.microsoft.com/office/powerpoint/2010/main" val="11460131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elle klei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591101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0">
            <a:extLst>
              <a:ext uri="{FF2B5EF4-FFF2-40B4-BE49-F238E27FC236}">
                <a16:creationId xmlns:a16="http://schemas.microsoft.com/office/drawing/2014/main" id="{8CAD9997-5BB7-A981-FF3A-B6BE7AB35A94}"/>
              </a:ext>
            </a:extLst>
          </p:cNvPr>
          <p:cNvSpPr>
            <a:spLocks noGrp="1"/>
          </p:cNvSpPr>
          <p:nvPr>
            <p:ph type="body" sz="quarter" idx="13" hasCustomPrompt="1"/>
          </p:nvPr>
        </p:nvSpPr>
        <p:spPr>
          <a:xfrm>
            <a:off x="431800" y="1489076"/>
            <a:ext cx="6286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accent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No.</a:t>
            </a:r>
          </a:p>
        </p:txBody>
      </p:sp>
      <p:sp>
        <p:nvSpPr>
          <p:cNvPr id="9" name="Text Placeholder 10">
            <a:extLst>
              <a:ext uri="{FF2B5EF4-FFF2-40B4-BE49-F238E27FC236}">
                <a16:creationId xmlns:a16="http://schemas.microsoft.com/office/drawing/2014/main" id="{0398F1CF-A9BC-358B-628C-ABB6FE1D8791}"/>
              </a:ext>
            </a:extLst>
          </p:cNvPr>
          <p:cNvSpPr>
            <a:spLocks noGrp="1"/>
          </p:cNvSpPr>
          <p:nvPr>
            <p:ph type="body" sz="quarter" idx="14" hasCustomPrompt="1"/>
          </p:nvPr>
        </p:nvSpPr>
        <p:spPr>
          <a:xfrm>
            <a:off x="1182551" y="1489076"/>
            <a:ext cx="152929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9" name="Text Placeholder 10">
            <a:extLst>
              <a:ext uri="{FF2B5EF4-FFF2-40B4-BE49-F238E27FC236}">
                <a16:creationId xmlns:a16="http://schemas.microsoft.com/office/drawing/2014/main" id="{1C4261B1-1F24-1C8B-5C4C-0F63ED0EB0A4}"/>
              </a:ext>
            </a:extLst>
          </p:cNvPr>
          <p:cNvSpPr>
            <a:spLocks noGrp="1"/>
          </p:cNvSpPr>
          <p:nvPr>
            <p:ph type="body" sz="quarter" idx="15" hasCustomPrompt="1"/>
          </p:nvPr>
        </p:nvSpPr>
        <p:spPr>
          <a:xfrm>
            <a:off x="2833948" y="1489076"/>
            <a:ext cx="152929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0" name="Text Placeholder 10">
            <a:extLst>
              <a:ext uri="{FF2B5EF4-FFF2-40B4-BE49-F238E27FC236}">
                <a16:creationId xmlns:a16="http://schemas.microsoft.com/office/drawing/2014/main" id="{39653C3E-594A-262B-7812-59B6286F5F01}"/>
              </a:ext>
            </a:extLst>
          </p:cNvPr>
          <p:cNvSpPr>
            <a:spLocks noGrp="1"/>
          </p:cNvSpPr>
          <p:nvPr>
            <p:ph type="body" sz="quarter" idx="16" hasCustomPrompt="1"/>
          </p:nvPr>
        </p:nvSpPr>
        <p:spPr>
          <a:xfrm>
            <a:off x="4485342" y="1489076"/>
            <a:ext cx="152929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3" name="Text Placeholder 16">
            <a:extLst>
              <a:ext uri="{FF2B5EF4-FFF2-40B4-BE49-F238E27FC236}">
                <a16:creationId xmlns:a16="http://schemas.microsoft.com/office/drawing/2014/main" id="{D5CE4901-30E8-E6CD-4AD7-C9A458130591}"/>
              </a:ext>
            </a:extLst>
          </p:cNvPr>
          <p:cNvSpPr>
            <a:spLocks noGrp="1"/>
          </p:cNvSpPr>
          <p:nvPr>
            <p:ph type="body" sz="quarter" idx="19" hasCustomPrompt="1"/>
          </p:nvPr>
        </p:nvSpPr>
        <p:spPr>
          <a:xfrm>
            <a:off x="431800" y="1990863"/>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29" name="Text Placeholder 16">
            <a:extLst>
              <a:ext uri="{FF2B5EF4-FFF2-40B4-BE49-F238E27FC236}">
                <a16:creationId xmlns:a16="http://schemas.microsoft.com/office/drawing/2014/main" id="{F175448F-A096-8C05-6F78-3AB63E318C1E}"/>
              </a:ext>
            </a:extLst>
          </p:cNvPr>
          <p:cNvSpPr>
            <a:spLocks noGrp="1"/>
          </p:cNvSpPr>
          <p:nvPr>
            <p:ph type="body" sz="quarter" idx="20" hasCustomPrompt="1"/>
          </p:nvPr>
        </p:nvSpPr>
        <p:spPr>
          <a:xfrm>
            <a:off x="431800" y="2845935"/>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0" name="Text Placeholder 16">
            <a:extLst>
              <a:ext uri="{FF2B5EF4-FFF2-40B4-BE49-F238E27FC236}">
                <a16:creationId xmlns:a16="http://schemas.microsoft.com/office/drawing/2014/main" id="{2A5359CE-1497-870B-291B-283788E62464}"/>
              </a:ext>
            </a:extLst>
          </p:cNvPr>
          <p:cNvSpPr>
            <a:spLocks noGrp="1"/>
          </p:cNvSpPr>
          <p:nvPr>
            <p:ph type="body" sz="quarter" idx="21" hasCustomPrompt="1"/>
          </p:nvPr>
        </p:nvSpPr>
        <p:spPr>
          <a:xfrm>
            <a:off x="431800" y="3701006"/>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1" name="Text Placeholder 16">
            <a:extLst>
              <a:ext uri="{FF2B5EF4-FFF2-40B4-BE49-F238E27FC236}">
                <a16:creationId xmlns:a16="http://schemas.microsoft.com/office/drawing/2014/main" id="{BD33A5C1-2E72-7A3A-34CE-EB73D0C802C7}"/>
              </a:ext>
            </a:extLst>
          </p:cNvPr>
          <p:cNvSpPr>
            <a:spLocks noGrp="1"/>
          </p:cNvSpPr>
          <p:nvPr>
            <p:ph type="body" sz="quarter" idx="22" hasCustomPrompt="1"/>
          </p:nvPr>
        </p:nvSpPr>
        <p:spPr>
          <a:xfrm>
            <a:off x="431800" y="4556079"/>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2" name="Text Placeholder 16">
            <a:extLst>
              <a:ext uri="{FF2B5EF4-FFF2-40B4-BE49-F238E27FC236}">
                <a16:creationId xmlns:a16="http://schemas.microsoft.com/office/drawing/2014/main" id="{50C112E7-F325-8D2B-5E4C-F9229944A52C}"/>
              </a:ext>
            </a:extLst>
          </p:cNvPr>
          <p:cNvSpPr>
            <a:spLocks noGrp="1"/>
          </p:cNvSpPr>
          <p:nvPr>
            <p:ph type="body" sz="quarter" idx="23" hasCustomPrompt="1"/>
          </p:nvPr>
        </p:nvSpPr>
        <p:spPr>
          <a:xfrm>
            <a:off x="431800" y="5411150"/>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3" name="Text Placeholder 16">
            <a:extLst>
              <a:ext uri="{FF2B5EF4-FFF2-40B4-BE49-F238E27FC236}">
                <a16:creationId xmlns:a16="http://schemas.microsoft.com/office/drawing/2014/main" id="{BD1B6275-5A26-A232-9593-8D3868431570}"/>
              </a:ext>
            </a:extLst>
          </p:cNvPr>
          <p:cNvSpPr>
            <a:spLocks noGrp="1"/>
          </p:cNvSpPr>
          <p:nvPr>
            <p:ph type="body" sz="quarter" idx="24"/>
          </p:nvPr>
        </p:nvSpPr>
        <p:spPr>
          <a:xfrm>
            <a:off x="1182551" y="1990863"/>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4" name="Text Placeholder 16">
            <a:extLst>
              <a:ext uri="{FF2B5EF4-FFF2-40B4-BE49-F238E27FC236}">
                <a16:creationId xmlns:a16="http://schemas.microsoft.com/office/drawing/2014/main" id="{0D7D8708-7E66-06FA-7D79-E65FCA62291A}"/>
              </a:ext>
            </a:extLst>
          </p:cNvPr>
          <p:cNvSpPr>
            <a:spLocks noGrp="1"/>
          </p:cNvSpPr>
          <p:nvPr>
            <p:ph type="body" sz="quarter" idx="25"/>
          </p:nvPr>
        </p:nvSpPr>
        <p:spPr>
          <a:xfrm>
            <a:off x="1182551" y="2845935"/>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5" name="Text Placeholder 16">
            <a:extLst>
              <a:ext uri="{FF2B5EF4-FFF2-40B4-BE49-F238E27FC236}">
                <a16:creationId xmlns:a16="http://schemas.microsoft.com/office/drawing/2014/main" id="{334D78F8-339C-3DFD-4B3E-38F635158C8A}"/>
              </a:ext>
            </a:extLst>
          </p:cNvPr>
          <p:cNvSpPr>
            <a:spLocks noGrp="1"/>
          </p:cNvSpPr>
          <p:nvPr>
            <p:ph type="body" sz="quarter" idx="26"/>
          </p:nvPr>
        </p:nvSpPr>
        <p:spPr>
          <a:xfrm>
            <a:off x="1182551" y="3701006"/>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6" name="Text Placeholder 16">
            <a:extLst>
              <a:ext uri="{FF2B5EF4-FFF2-40B4-BE49-F238E27FC236}">
                <a16:creationId xmlns:a16="http://schemas.microsoft.com/office/drawing/2014/main" id="{775E0A72-377A-3C05-4B45-0CAF63C34AF8}"/>
              </a:ext>
            </a:extLst>
          </p:cNvPr>
          <p:cNvSpPr>
            <a:spLocks noGrp="1"/>
          </p:cNvSpPr>
          <p:nvPr>
            <p:ph type="body" sz="quarter" idx="27"/>
          </p:nvPr>
        </p:nvSpPr>
        <p:spPr>
          <a:xfrm>
            <a:off x="1182551" y="4556079"/>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7" name="Text Placeholder 16">
            <a:extLst>
              <a:ext uri="{FF2B5EF4-FFF2-40B4-BE49-F238E27FC236}">
                <a16:creationId xmlns:a16="http://schemas.microsoft.com/office/drawing/2014/main" id="{55EAC360-E071-BD45-90B6-736400063DDB}"/>
              </a:ext>
            </a:extLst>
          </p:cNvPr>
          <p:cNvSpPr>
            <a:spLocks noGrp="1"/>
          </p:cNvSpPr>
          <p:nvPr>
            <p:ph type="body" sz="quarter" idx="28"/>
          </p:nvPr>
        </p:nvSpPr>
        <p:spPr>
          <a:xfrm>
            <a:off x="1182551" y="5411150"/>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8" name="Text Placeholder 16">
            <a:extLst>
              <a:ext uri="{FF2B5EF4-FFF2-40B4-BE49-F238E27FC236}">
                <a16:creationId xmlns:a16="http://schemas.microsoft.com/office/drawing/2014/main" id="{EB624C58-A5BE-6E02-1D92-4B99DEDBD6F8}"/>
              </a:ext>
            </a:extLst>
          </p:cNvPr>
          <p:cNvSpPr>
            <a:spLocks noGrp="1"/>
          </p:cNvSpPr>
          <p:nvPr>
            <p:ph type="body" sz="quarter" idx="29"/>
          </p:nvPr>
        </p:nvSpPr>
        <p:spPr>
          <a:xfrm>
            <a:off x="2833948" y="1990863"/>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9" name="Text Placeholder 16">
            <a:extLst>
              <a:ext uri="{FF2B5EF4-FFF2-40B4-BE49-F238E27FC236}">
                <a16:creationId xmlns:a16="http://schemas.microsoft.com/office/drawing/2014/main" id="{06184C72-60C4-08D9-7673-CBAEDC0C9062}"/>
              </a:ext>
            </a:extLst>
          </p:cNvPr>
          <p:cNvSpPr>
            <a:spLocks noGrp="1"/>
          </p:cNvSpPr>
          <p:nvPr>
            <p:ph type="body" sz="quarter" idx="30"/>
          </p:nvPr>
        </p:nvSpPr>
        <p:spPr>
          <a:xfrm>
            <a:off x="2833948" y="2845935"/>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0" name="Text Placeholder 16">
            <a:extLst>
              <a:ext uri="{FF2B5EF4-FFF2-40B4-BE49-F238E27FC236}">
                <a16:creationId xmlns:a16="http://schemas.microsoft.com/office/drawing/2014/main" id="{2E3DF3F7-5A86-3668-2A61-89387B2C470A}"/>
              </a:ext>
            </a:extLst>
          </p:cNvPr>
          <p:cNvSpPr>
            <a:spLocks noGrp="1"/>
          </p:cNvSpPr>
          <p:nvPr>
            <p:ph type="body" sz="quarter" idx="31"/>
          </p:nvPr>
        </p:nvSpPr>
        <p:spPr>
          <a:xfrm>
            <a:off x="2833948" y="3701006"/>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1" name="Text Placeholder 16">
            <a:extLst>
              <a:ext uri="{FF2B5EF4-FFF2-40B4-BE49-F238E27FC236}">
                <a16:creationId xmlns:a16="http://schemas.microsoft.com/office/drawing/2014/main" id="{467DAD04-1472-EFEC-21C8-E20AAF09AEBC}"/>
              </a:ext>
            </a:extLst>
          </p:cNvPr>
          <p:cNvSpPr>
            <a:spLocks noGrp="1"/>
          </p:cNvSpPr>
          <p:nvPr>
            <p:ph type="body" sz="quarter" idx="32"/>
          </p:nvPr>
        </p:nvSpPr>
        <p:spPr>
          <a:xfrm>
            <a:off x="2833948" y="4556079"/>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2" name="Text Placeholder 16">
            <a:extLst>
              <a:ext uri="{FF2B5EF4-FFF2-40B4-BE49-F238E27FC236}">
                <a16:creationId xmlns:a16="http://schemas.microsoft.com/office/drawing/2014/main" id="{2CF41204-91C2-4EE2-A7DF-06A9ECFB894C}"/>
              </a:ext>
            </a:extLst>
          </p:cNvPr>
          <p:cNvSpPr>
            <a:spLocks noGrp="1"/>
          </p:cNvSpPr>
          <p:nvPr>
            <p:ph type="body" sz="quarter" idx="33"/>
          </p:nvPr>
        </p:nvSpPr>
        <p:spPr>
          <a:xfrm>
            <a:off x="2833948" y="5411150"/>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3" name="Text Placeholder 16">
            <a:extLst>
              <a:ext uri="{FF2B5EF4-FFF2-40B4-BE49-F238E27FC236}">
                <a16:creationId xmlns:a16="http://schemas.microsoft.com/office/drawing/2014/main" id="{D543F6D2-4C7B-6D4C-E0A2-93A82718E88A}"/>
              </a:ext>
            </a:extLst>
          </p:cNvPr>
          <p:cNvSpPr>
            <a:spLocks noGrp="1"/>
          </p:cNvSpPr>
          <p:nvPr>
            <p:ph type="body" sz="quarter" idx="34"/>
          </p:nvPr>
        </p:nvSpPr>
        <p:spPr>
          <a:xfrm>
            <a:off x="4485342" y="1990863"/>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4" name="Text Placeholder 16">
            <a:extLst>
              <a:ext uri="{FF2B5EF4-FFF2-40B4-BE49-F238E27FC236}">
                <a16:creationId xmlns:a16="http://schemas.microsoft.com/office/drawing/2014/main" id="{B4C621FD-982E-4260-00B1-E6C744E56F27}"/>
              </a:ext>
            </a:extLst>
          </p:cNvPr>
          <p:cNvSpPr>
            <a:spLocks noGrp="1"/>
          </p:cNvSpPr>
          <p:nvPr>
            <p:ph type="body" sz="quarter" idx="35"/>
          </p:nvPr>
        </p:nvSpPr>
        <p:spPr>
          <a:xfrm>
            <a:off x="4485342" y="2845935"/>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5" name="Text Placeholder 16">
            <a:extLst>
              <a:ext uri="{FF2B5EF4-FFF2-40B4-BE49-F238E27FC236}">
                <a16:creationId xmlns:a16="http://schemas.microsoft.com/office/drawing/2014/main" id="{A94E6E51-CF03-AAF7-36F4-E06789828C5B}"/>
              </a:ext>
            </a:extLst>
          </p:cNvPr>
          <p:cNvSpPr>
            <a:spLocks noGrp="1"/>
          </p:cNvSpPr>
          <p:nvPr>
            <p:ph type="body" sz="quarter" idx="36"/>
          </p:nvPr>
        </p:nvSpPr>
        <p:spPr>
          <a:xfrm>
            <a:off x="4485342" y="3701006"/>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6" name="Text Placeholder 16">
            <a:extLst>
              <a:ext uri="{FF2B5EF4-FFF2-40B4-BE49-F238E27FC236}">
                <a16:creationId xmlns:a16="http://schemas.microsoft.com/office/drawing/2014/main" id="{0B70CABA-0BAC-F5DC-3EFF-529095748E25}"/>
              </a:ext>
            </a:extLst>
          </p:cNvPr>
          <p:cNvSpPr>
            <a:spLocks noGrp="1"/>
          </p:cNvSpPr>
          <p:nvPr>
            <p:ph type="body" sz="quarter" idx="37"/>
          </p:nvPr>
        </p:nvSpPr>
        <p:spPr>
          <a:xfrm>
            <a:off x="4485342" y="4556079"/>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7" name="Text Placeholder 16">
            <a:extLst>
              <a:ext uri="{FF2B5EF4-FFF2-40B4-BE49-F238E27FC236}">
                <a16:creationId xmlns:a16="http://schemas.microsoft.com/office/drawing/2014/main" id="{FE62DED1-9762-1598-B0E9-9EA6C77AB720}"/>
              </a:ext>
            </a:extLst>
          </p:cNvPr>
          <p:cNvSpPr>
            <a:spLocks noGrp="1"/>
          </p:cNvSpPr>
          <p:nvPr>
            <p:ph type="body" sz="quarter" idx="38"/>
          </p:nvPr>
        </p:nvSpPr>
        <p:spPr>
          <a:xfrm>
            <a:off x="4485342" y="5411150"/>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1" name="Text Placeholder 14">
            <a:extLst>
              <a:ext uri="{FF2B5EF4-FFF2-40B4-BE49-F238E27FC236}">
                <a16:creationId xmlns:a16="http://schemas.microsoft.com/office/drawing/2014/main" id="{4BB13A99-AF72-ED9D-038B-68C664F40289}"/>
              </a:ext>
            </a:extLst>
          </p:cNvPr>
          <p:cNvSpPr>
            <a:spLocks noGrp="1"/>
          </p:cNvSpPr>
          <p:nvPr>
            <p:ph type="body" sz="quarter" idx="40" hasCustomPrompt="1"/>
          </p:nvPr>
        </p:nvSpPr>
        <p:spPr>
          <a:xfrm>
            <a:off x="6294782" y="1489076"/>
            <a:ext cx="5459067"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7" name="Text Placeholder 17">
            <a:extLst>
              <a:ext uri="{FF2B5EF4-FFF2-40B4-BE49-F238E27FC236}">
                <a16:creationId xmlns:a16="http://schemas.microsoft.com/office/drawing/2014/main" id="{E585CB3B-670C-C126-88D7-5A68E201E884}"/>
              </a:ext>
            </a:extLst>
          </p:cNvPr>
          <p:cNvSpPr>
            <a:spLocks noGrp="1"/>
          </p:cNvSpPr>
          <p:nvPr>
            <p:ph type="body" sz="quarter" idx="41"/>
          </p:nvPr>
        </p:nvSpPr>
        <p:spPr>
          <a:xfrm>
            <a:off x="6294782" y="1990862"/>
            <a:ext cx="5459067" cy="41527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ext Placeholder 8">
            <a:extLst>
              <a:ext uri="{FF2B5EF4-FFF2-40B4-BE49-F238E27FC236}">
                <a16:creationId xmlns:a16="http://schemas.microsoft.com/office/drawing/2014/main" id="{49169C45-6D1F-B335-FE52-2B8B42559853}"/>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29195876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antt Char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558316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4" name="Text Placeholder 10">
            <a:extLst>
              <a:ext uri="{FF2B5EF4-FFF2-40B4-BE49-F238E27FC236}">
                <a16:creationId xmlns:a16="http://schemas.microsoft.com/office/drawing/2014/main" id="{F037FA63-EE86-E603-C336-950690F57577}"/>
              </a:ext>
            </a:extLst>
          </p:cNvPr>
          <p:cNvSpPr>
            <a:spLocks noGrp="1"/>
          </p:cNvSpPr>
          <p:nvPr>
            <p:ph type="body" sz="quarter" idx="13" hasCustomPrompt="1"/>
          </p:nvPr>
        </p:nvSpPr>
        <p:spPr>
          <a:xfrm>
            <a:off x="431799"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accent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0">
            <a:extLst>
              <a:ext uri="{FF2B5EF4-FFF2-40B4-BE49-F238E27FC236}">
                <a16:creationId xmlns:a16="http://schemas.microsoft.com/office/drawing/2014/main" id="{94A8DE49-D84F-9A96-A14A-8C08629A91C0}"/>
              </a:ext>
            </a:extLst>
          </p:cNvPr>
          <p:cNvSpPr>
            <a:spLocks noGrp="1"/>
          </p:cNvSpPr>
          <p:nvPr>
            <p:ph type="body" sz="quarter" idx="19" hasCustomPrompt="1"/>
          </p:nvPr>
        </p:nvSpPr>
        <p:spPr>
          <a:xfrm>
            <a:off x="2726846"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B89B729F-AC37-F970-6754-23C940D36696}"/>
              </a:ext>
            </a:extLst>
          </p:cNvPr>
          <p:cNvSpPr>
            <a:spLocks noGrp="1"/>
          </p:cNvSpPr>
          <p:nvPr>
            <p:ph type="body" sz="quarter" idx="20" hasCustomPrompt="1"/>
          </p:nvPr>
        </p:nvSpPr>
        <p:spPr>
          <a:xfrm>
            <a:off x="5021893"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8" name="Text Placeholder 10">
            <a:extLst>
              <a:ext uri="{FF2B5EF4-FFF2-40B4-BE49-F238E27FC236}">
                <a16:creationId xmlns:a16="http://schemas.microsoft.com/office/drawing/2014/main" id="{F3EC5DD4-A1DF-7FB3-DA4A-1DF1FF2E47FC}"/>
              </a:ext>
            </a:extLst>
          </p:cNvPr>
          <p:cNvSpPr>
            <a:spLocks noGrp="1"/>
          </p:cNvSpPr>
          <p:nvPr>
            <p:ph type="body" sz="quarter" idx="21" hasCustomPrompt="1"/>
          </p:nvPr>
        </p:nvSpPr>
        <p:spPr>
          <a:xfrm>
            <a:off x="7316940"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1" name="Text Placeholder 10">
            <a:extLst>
              <a:ext uri="{FF2B5EF4-FFF2-40B4-BE49-F238E27FC236}">
                <a16:creationId xmlns:a16="http://schemas.microsoft.com/office/drawing/2014/main" id="{80DA873D-38CE-ADF1-4CFC-0DFE64F8EFD5}"/>
              </a:ext>
            </a:extLst>
          </p:cNvPr>
          <p:cNvSpPr>
            <a:spLocks noGrp="1"/>
          </p:cNvSpPr>
          <p:nvPr>
            <p:ph type="body" sz="quarter" idx="22" hasCustomPrompt="1"/>
          </p:nvPr>
        </p:nvSpPr>
        <p:spPr>
          <a:xfrm>
            <a:off x="9611986"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2" name="Text Placeholder 10">
            <a:extLst>
              <a:ext uri="{FF2B5EF4-FFF2-40B4-BE49-F238E27FC236}">
                <a16:creationId xmlns:a16="http://schemas.microsoft.com/office/drawing/2014/main" id="{9DD333B2-CD66-7279-E8A3-B6E61264F6C6}"/>
              </a:ext>
            </a:extLst>
          </p:cNvPr>
          <p:cNvSpPr>
            <a:spLocks noGrp="1"/>
          </p:cNvSpPr>
          <p:nvPr>
            <p:ph type="body" sz="quarter" idx="26" hasCustomPrompt="1"/>
          </p:nvPr>
        </p:nvSpPr>
        <p:spPr>
          <a:xfrm>
            <a:off x="2726846" y="2262995"/>
            <a:ext cx="4436910"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4" name="Text Placeholder 10">
            <a:extLst>
              <a:ext uri="{FF2B5EF4-FFF2-40B4-BE49-F238E27FC236}">
                <a16:creationId xmlns:a16="http://schemas.microsoft.com/office/drawing/2014/main" id="{7994E2DB-36E1-B448-1BF6-11256E8C43A4}"/>
              </a:ext>
            </a:extLst>
          </p:cNvPr>
          <p:cNvSpPr>
            <a:spLocks noGrp="1"/>
          </p:cNvSpPr>
          <p:nvPr>
            <p:ph type="body" sz="quarter" idx="27" hasCustomPrompt="1"/>
          </p:nvPr>
        </p:nvSpPr>
        <p:spPr>
          <a:xfrm>
            <a:off x="5021893" y="2731763"/>
            <a:ext cx="2141863"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Text Placeholder 10">
            <a:extLst>
              <a:ext uri="{FF2B5EF4-FFF2-40B4-BE49-F238E27FC236}">
                <a16:creationId xmlns:a16="http://schemas.microsoft.com/office/drawing/2014/main" id="{B3956F85-E2A8-A8AC-EDE9-490E3F7D9CC4}"/>
              </a:ext>
            </a:extLst>
          </p:cNvPr>
          <p:cNvSpPr>
            <a:spLocks noGrp="1"/>
          </p:cNvSpPr>
          <p:nvPr>
            <p:ph type="body" sz="quarter" idx="28" hasCustomPrompt="1"/>
          </p:nvPr>
        </p:nvSpPr>
        <p:spPr>
          <a:xfrm>
            <a:off x="5021893" y="3691109"/>
            <a:ext cx="4436910"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6" name="Text Placeholder 10">
            <a:extLst>
              <a:ext uri="{FF2B5EF4-FFF2-40B4-BE49-F238E27FC236}">
                <a16:creationId xmlns:a16="http://schemas.microsoft.com/office/drawing/2014/main" id="{157BB089-D284-9517-825A-A996C1EEDDB7}"/>
              </a:ext>
            </a:extLst>
          </p:cNvPr>
          <p:cNvSpPr>
            <a:spLocks noGrp="1"/>
          </p:cNvSpPr>
          <p:nvPr>
            <p:ph type="body" sz="quarter" idx="29" hasCustomPrompt="1"/>
          </p:nvPr>
        </p:nvSpPr>
        <p:spPr>
          <a:xfrm>
            <a:off x="5021893" y="4159877"/>
            <a:ext cx="2141863"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7" name="Text Placeholder 10">
            <a:extLst>
              <a:ext uri="{FF2B5EF4-FFF2-40B4-BE49-F238E27FC236}">
                <a16:creationId xmlns:a16="http://schemas.microsoft.com/office/drawing/2014/main" id="{97AFC7F1-0AE2-A96D-5A88-A8773C8AC8D8}"/>
              </a:ext>
            </a:extLst>
          </p:cNvPr>
          <p:cNvSpPr>
            <a:spLocks noGrp="1"/>
          </p:cNvSpPr>
          <p:nvPr>
            <p:ph type="body" sz="quarter" idx="30" hasCustomPrompt="1"/>
          </p:nvPr>
        </p:nvSpPr>
        <p:spPr>
          <a:xfrm>
            <a:off x="7316941" y="5119224"/>
            <a:ext cx="2141863"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8" name="Text Placeholder 10">
            <a:extLst>
              <a:ext uri="{FF2B5EF4-FFF2-40B4-BE49-F238E27FC236}">
                <a16:creationId xmlns:a16="http://schemas.microsoft.com/office/drawing/2014/main" id="{A5D1F28A-925E-9205-32F7-EA5A4E870F54}"/>
              </a:ext>
            </a:extLst>
          </p:cNvPr>
          <p:cNvSpPr>
            <a:spLocks noGrp="1"/>
          </p:cNvSpPr>
          <p:nvPr>
            <p:ph type="body" sz="quarter" idx="31" hasCustomPrompt="1"/>
          </p:nvPr>
        </p:nvSpPr>
        <p:spPr>
          <a:xfrm>
            <a:off x="7316939" y="5587992"/>
            <a:ext cx="4436911"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48" name="Text Placeholder 45">
            <a:extLst>
              <a:ext uri="{FF2B5EF4-FFF2-40B4-BE49-F238E27FC236}">
                <a16:creationId xmlns:a16="http://schemas.microsoft.com/office/drawing/2014/main" id="{7F56A3CC-ED1C-B825-A3F4-F5128EEC44A4}"/>
              </a:ext>
            </a:extLst>
          </p:cNvPr>
          <p:cNvSpPr>
            <a:spLocks noGrp="1"/>
          </p:cNvSpPr>
          <p:nvPr>
            <p:ph type="body" sz="quarter" idx="32"/>
          </p:nvPr>
        </p:nvSpPr>
        <p:spPr>
          <a:xfrm>
            <a:off x="431801" y="2016072"/>
            <a:ext cx="2141862" cy="1271324"/>
          </a:xfrm>
          <a:custGeom>
            <a:avLst/>
            <a:gdLst>
              <a:gd name="connsiteX0" fmla="*/ 0 w 3649643"/>
              <a:gd name="connsiteY0" fmla="*/ 0 h 861110"/>
              <a:gd name="connsiteX1" fmla="*/ 3649643 w 3649643"/>
              <a:gd name="connsiteY1" fmla="*/ 0 h 861110"/>
              <a:gd name="connsiteX2" fmla="*/ 3649643 w 3649643"/>
              <a:gd name="connsiteY2" fmla="*/ 861110 h 861110"/>
              <a:gd name="connsiteX3" fmla="*/ 0 w 3649643"/>
              <a:gd name="connsiteY3" fmla="*/ 861110 h 861110"/>
            </a:gdLst>
            <a:ahLst/>
            <a:cxnLst>
              <a:cxn ang="0">
                <a:pos x="connsiteX0" y="connsiteY0"/>
              </a:cxn>
              <a:cxn ang="0">
                <a:pos x="connsiteX1" y="connsiteY1"/>
              </a:cxn>
              <a:cxn ang="0">
                <a:pos x="connsiteX2" y="connsiteY2"/>
              </a:cxn>
              <a:cxn ang="0">
                <a:pos x="connsiteX3" y="connsiteY3"/>
              </a:cxn>
            </a:cxnLst>
            <a:rect l="l" t="t" r="r" b="b"/>
            <a:pathLst>
              <a:path w="3649643" h="861110">
                <a:moveTo>
                  <a:pt x="0" y="0"/>
                </a:moveTo>
                <a:lnTo>
                  <a:pt x="3649643" y="0"/>
                </a:lnTo>
                <a:lnTo>
                  <a:pt x="3649643" y="861110"/>
                </a:lnTo>
                <a:lnTo>
                  <a:pt x="0" y="861110"/>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vl2pPr>
              <a:defRPr lang="en-US" b="0" i="0" dirty="0">
                <a:latin typeface="Abadi ExtraLight" panose="020B0204020104020204" pitchFamily="34" charset="77"/>
              </a:defRPr>
            </a:lvl2pPr>
            <a:lvl3pPr marL="914400" indent="0">
              <a:buNone/>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49" name="Text Placeholder 46">
            <a:extLst>
              <a:ext uri="{FF2B5EF4-FFF2-40B4-BE49-F238E27FC236}">
                <a16:creationId xmlns:a16="http://schemas.microsoft.com/office/drawing/2014/main" id="{CF5DEFE7-7465-EB77-1B3F-12CFAD2BC6A8}"/>
              </a:ext>
            </a:extLst>
          </p:cNvPr>
          <p:cNvSpPr>
            <a:spLocks noGrp="1"/>
          </p:cNvSpPr>
          <p:nvPr>
            <p:ph type="body" sz="quarter" idx="33"/>
          </p:nvPr>
        </p:nvSpPr>
        <p:spPr>
          <a:xfrm>
            <a:off x="431801" y="3444187"/>
            <a:ext cx="2141862" cy="1271324"/>
          </a:xfrm>
          <a:custGeom>
            <a:avLst/>
            <a:gdLst>
              <a:gd name="connsiteX0" fmla="*/ 0 w 3649643"/>
              <a:gd name="connsiteY0" fmla="*/ 0 h 861110"/>
              <a:gd name="connsiteX1" fmla="*/ 3649643 w 3649643"/>
              <a:gd name="connsiteY1" fmla="*/ 0 h 861110"/>
              <a:gd name="connsiteX2" fmla="*/ 3649643 w 3649643"/>
              <a:gd name="connsiteY2" fmla="*/ 861110 h 861110"/>
              <a:gd name="connsiteX3" fmla="*/ 0 w 3649643"/>
              <a:gd name="connsiteY3" fmla="*/ 861110 h 861110"/>
            </a:gdLst>
            <a:ahLst/>
            <a:cxnLst>
              <a:cxn ang="0">
                <a:pos x="connsiteX0" y="connsiteY0"/>
              </a:cxn>
              <a:cxn ang="0">
                <a:pos x="connsiteX1" y="connsiteY1"/>
              </a:cxn>
              <a:cxn ang="0">
                <a:pos x="connsiteX2" y="connsiteY2"/>
              </a:cxn>
              <a:cxn ang="0">
                <a:pos x="connsiteX3" y="connsiteY3"/>
              </a:cxn>
            </a:cxnLst>
            <a:rect l="l" t="t" r="r" b="b"/>
            <a:pathLst>
              <a:path w="3649643" h="861110">
                <a:moveTo>
                  <a:pt x="0" y="0"/>
                </a:moveTo>
                <a:lnTo>
                  <a:pt x="3649643" y="0"/>
                </a:lnTo>
                <a:lnTo>
                  <a:pt x="3649643" y="861110"/>
                </a:lnTo>
                <a:lnTo>
                  <a:pt x="0" y="861110"/>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vl2pPr>
              <a:defRPr lang="en-US" b="0" i="0" dirty="0">
                <a:latin typeface="Abadi ExtraLight" panose="020B0204020104020204" pitchFamily="34" charset="77"/>
              </a:defRPr>
            </a:lvl2pPr>
            <a:lvl3pPr marL="914400" indent="0">
              <a:buNone/>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0" name="Text Placeholder 47">
            <a:extLst>
              <a:ext uri="{FF2B5EF4-FFF2-40B4-BE49-F238E27FC236}">
                <a16:creationId xmlns:a16="http://schemas.microsoft.com/office/drawing/2014/main" id="{A6F975AE-0117-2E77-C297-29A7A6EA02F3}"/>
              </a:ext>
            </a:extLst>
          </p:cNvPr>
          <p:cNvSpPr>
            <a:spLocks noGrp="1"/>
          </p:cNvSpPr>
          <p:nvPr>
            <p:ph type="body" sz="quarter" idx="34"/>
          </p:nvPr>
        </p:nvSpPr>
        <p:spPr>
          <a:xfrm>
            <a:off x="431801" y="4872301"/>
            <a:ext cx="2141862" cy="1271324"/>
          </a:xfrm>
          <a:custGeom>
            <a:avLst/>
            <a:gdLst>
              <a:gd name="connsiteX0" fmla="*/ 0 w 3649643"/>
              <a:gd name="connsiteY0" fmla="*/ 0 h 861110"/>
              <a:gd name="connsiteX1" fmla="*/ 3649643 w 3649643"/>
              <a:gd name="connsiteY1" fmla="*/ 0 h 861110"/>
              <a:gd name="connsiteX2" fmla="*/ 3649643 w 3649643"/>
              <a:gd name="connsiteY2" fmla="*/ 861110 h 861110"/>
              <a:gd name="connsiteX3" fmla="*/ 0 w 3649643"/>
              <a:gd name="connsiteY3" fmla="*/ 861110 h 861110"/>
            </a:gdLst>
            <a:ahLst/>
            <a:cxnLst>
              <a:cxn ang="0">
                <a:pos x="connsiteX0" y="connsiteY0"/>
              </a:cxn>
              <a:cxn ang="0">
                <a:pos x="connsiteX1" y="connsiteY1"/>
              </a:cxn>
              <a:cxn ang="0">
                <a:pos x="connsiteX2" y="connsiteY2"/>
              </a:cxn>
              <a:cxn ang="0">
                <a:pos x="connsiteX3" y="connsiteY3"/>
              </a:cxn>
            </a:cxnLst>
            <a:rect l="l" t="t" r="r" b="b"/>
            <a:pathLst>
              <a:path w="3649643" h="861110">
                <a:moveTo>
                  <a:pt x="0" y="0"/>
                </a:moveTo>
                <a:lnTo>
                  <a:pt x="3649643" y="0"/>
                </a:lnTo>
                <a:lnTo>
                  <a:pt x="3649643" y="861110"/>
                </a:lnTo>
                <a:lnTo>
                  <a:pt x="0" y="861110"/>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vl2pPr>
              <a:defRPr lang="en-US" b="0" i="0" dirty="0">
                <a:latin typeface="Abadi ExtraLight" panose="020B0204020104020204" pitchFamily="34" charset="77"/>
              </a:defRPr>
            </a:lvl2pPr>
            <a:lvl3pPr marL="914400" indent="0">
              <a:buNone/>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cxnSp>
        <p:nvCxnSpPr>
          <p:cNvPr id="51" name="Straight Connector 50">
            <a:extLst>
              <a:ext uri="{FF2B5EF4-FFF2-40B4-BE49-F238E27FC236}">
                <a16:creationId xmlns:a16="http://schemas.microsoft.com/office/drawing/2014/main" id="{019CA49A-837D-18A9-0261-CBE209E2D5DD}"/>
              </a:ext>
            </a:extLst>
          </p:cNvPr>
          <p:cNvCxnSpPr/>
          <p:nvPr userDrawn="1"/>
        </p:nvCxnSpPr>
        <p:spPr>
          <a:xfrm>
            <a:off x="2726846" y="3365792"/>
            <a:ext cx="902700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0CC4EC0-0FDA-4C16-7698-007E63EC86CF}"/>
              </a:ext>
            </a:extLst>
          </p:cNvPr>
          <p:cNvCxnSpPr/>
          <p:nvPr userDrawn="1"/>
        </p:nvCxnSpPr>
        <p:spPr>
          <a:xfrm>
            <a:off x="2726846" y="4793906"/>
            <a:ext cx="902700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8">
            <a:extLst>
              <a:ext uri="{FF2B5EF4-FFF2-40B4-BE49-F238E27FC236}">
                <a16:creationId xmlns:a16="http://schemas.microsoft.com/office/drawing/2014/main" id="{70A2A0DB-9287-43F2-BE8C-01AC9435C43F}"/>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96755731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Themen, 1 Highligh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334040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341C7031-1985-4E2D-AB8A-1F2773FE7F2A}"/>
              </a:ext>
            </a:extLst>
          </p:cNvPr>
          <p:cNvSpPr>
            <a:spLocks noGrp="1"/>
          </p:cNvSpPr>
          <p:nvPr>
            <p:ph type="body" sz="quarter" idx="23"/>
          </p:nvPr>
        </p:nvSpPr>
        <p:spPr>
          <a:xfrm>
            <a:off x="6184366" y="3610990"/>
            <a:ext cx="5569485" cy="114300"/>
          </a:xfrm>
          <a:custGeom>
            <a:avLst/>
            <a:gdLst>
              <a:gd name="csX0" fmla="*/ 0 w 5569485"/>
              <a:gd name="csY0" fmla="*/ 0 h 114300"/>
              <a:gd name="csX1" fmla="*/ 5569485 w 5569485"/>
              <a:gd name="csY1" fmla="*/ 0 h 114300"/>
              <a:gd name="csX2" fmla="*/ 5569485 w 5569485"/>
              <a:gd name="csY2" fmla="*/ 114300 h 114300"/>
              <a:gd name="csX3" fmla="*/ 0 w 5569485"/>
              <a:gd name="csY3" fmla="*/ 114300 h 114300"/>
            </a:gdLst>
            <a:ahLst/>
            <a:cxnLst>
              <a:cxn ang="0">
                <a:pos x="csX0" y="csY0"/>
              </a:cxn>
              <a:cxn ang="0">
                <a:pos x="csX1" y="csY1"/>
              </a:cxn>
              <a:cxn ang="0">
                <a:pos x="csX2" y="csY2"/>
              </a:cxn>
              <a:cxn ang="0">
                <a:pos x="csX3" y="csY3"/>
              </a:cxn>
            </a:cxnLst>
            <a:rect l="l" t="t" r="r" b="b"/>
            <a:pathLst>
              <a:path w="5569485" h="114300">
                <a:moveTo>
                  <a:pt x="0" y="0"/>
                </a:moveTo>
                <a:lnTo>
                  <a:pt x="5569485" y="0"/>
                </a:lnTo>
                <a:lnTo>
                  <a:pt x="5569485" y="114300"/>
                </a:lnTo>
                <a:lnTo>
                  <a:pt x="0" y="114300"/>
                </a:lnTo>
                <a:close/>
              </a:path>
            </a:pathLst>
          </a:custGeom>
          <a:solidFill>
            <a:schemeClr val="accent2"/>
          </a:solidFill>
          <a:effectLst/>
        </p:spPr>
        <p:txBody>
          <a:bodyPr vert="horz" wrap="square" lIns="324000" tIns="144000" rIns="324000" bIns="144000" rtlCol="0" anchor="ctr">
            <a:noAutofit/>
          </a:bodyPr>
          <a:lstStyle>
            <a:lvl1pPr>
              <a:buNone/>
              <a:defRPr lang="en-US" sz="100" b="0" i="0" smtClean="0">
                <a:solidFill>
                  <a:schemeClr val="bg2">
                    <a:alpha val="0"/>
                  </a:schemeClr>
                </a:solidFill>
                <a:latin typeface="Abadi ExtraLight" panose="020B0204020104020204" pitchFamily="34" charset="77"/>
              </a:defRPr>
            </a:lvl1pPr>
            <a:lvl2pPr>
              <a:defRPr lang="en-US" b="0" i="0" smtClean="0">
                <a:solidFill>
                  <a:schemeClr val="bg2"/>
                </a:solidFill>
                <a:latin typeface="Abadi ExtraLight" panose="020B0204020104020204" pitchFamily="34" charset="77"/>
              </a:defRPr>
            </a:lvl2pPr>
            <a:lvl3pPr>
              <a:defRPr lang="en-US" b="0" i="0" smtClean="0">
                <a:solidFill>
                  <a:schemeClr val="bg2"/>
                </a:solidFill>
                <a:latin typeface="Abadi ExtraLight" panose="020B0204020104020204" pitchFamily="34" charset="77"/>
              </a:defRPr>
            </a:lvl3pPr>
            <a:lvl4pPr>
              <a:defRPr lang="en-US" b="0" i="0" smtClean="0">
                <a:solidFill>
                  <a:schemeClr val="bg2"/>
                </a:solidFill>
                <a:latin typeface="Abadi ExtraLight" panose="020B0204020104020204" pitchFamily="34" charset="77"/>
              </a:defRPr>
            </a:lvl4pPr>
            <a:lvl5pPr>
              <a:defRPr lang="en-GB" b="0" i="0">
                <a:solidFill>
                  <a:schemeClr val="bg2"/>
                </a:solidFill>
                <a:latin typeface="Abadi ExtraLight" panose="020B0204020104020204" pitchFamily="34" charset="77"/>
              </a:defRPr>
            </a:lvl5pPr>
          </a:lstStyle>
          <a:p>
            <a:pPr lvl="0"/>
            <a:endParaRPr lang="en-GB" dirty="0"/>
          </a:p>
        </p:txBody>
      </p:sp>
      <p:sp>
        <p:nvSpPr>
          <p:cNvPr id="16" name="Text Placeholder 16">
            <a:extLst>
              <a:ext uri="{FF2B5EF4-FFF2-40B4-BE49-F238E27FC236}">
                <a16:creationId xmlns:a16="http://schemas.microsoft.com/office/drawing/2014/main" id="{4C57B8C4-06D2-D241-7309-252C365D5414}"/>
              </a:ext>
            </a:extLst>
          </p:cNvPr>
          <p:cNvSpPr>
            <a:spLocks noGrp="1"/>
          </p:cNvSpPr>
          <p:nvPr>
            <p:ph type="body" sz="quarter" idx="19"/>
          </p:nvPr>
        </p:nvSpPr>
        <p:spPr>
          <a:xfrm>
            <a:off x="431799" y="1489075"/>
            <a:ext cx="5569485" cy="2236214"/>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324000" tIns="144000" rIns="32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7" name="Text Placeholder 16">
            <a:extLst>
              <a:ext uri="{FF2B5EF4-FFF2-40B4-BE49-F238E27FC236}">
                <a16:creationId xmlns:a16="http://schemas.microsoft.com/office/drawing/2014/main" id="{526703CA-DDC8-F468-4CA3-BDE30634F273}"/>
              </a:ext>
            </a:extLst>
          </p:cNvPr>
          <p:cNvSpPr>
            <a:spLocks noGrp="1"/>
          </p:cNvSpPr>
          <p:nvPr>
            <p:ph type="body" sz="quarter" idx="20"/>
          </p:nvPr>
        </p:nvSpPr>
        <p:spPr>
          <a:xfrm>
            <a:off x="431799" y="3907411"/>
            <a:ext cx="5569485" cy="2236214"/>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324000" tIns="144000" rIns="32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6">
            <a:extLst>
              <a:ext uri="{FF2B5EF4-FFF2-40B4-BE49-F238E27FC236}">
                <a16:creationId xmlns:a16="http://schemas.microsoft.com/office/drawing/2014/main" id="{994FD595-BF6A-6755-5C2B-E69CED22A79E}"/>
              </a:ext>
            </a:extLst>
          </p:cNvPr>
          <p:cNvSpPr>
            <a:spLocks noGrp="1"/>
          </p:cNvSpPr>
          <p:nvPr>
            <p:ph type="body" sz="quarter" idx="21"/>
          </p:nvPr>
        </p:nvSpPr>
        <p:spPr>
          <a:xfrm>
            <a:off x="6184364" y="1489076"/>
            <a:ext cx="5569485" cy="212191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accent1"/>
          </a:solidFill>
          <a:effectLst/>
        </p:spPr>
        <p:txBody>
          <a:bodyPr vert="horz" lIns="324000" tIns="144000" rIns="324000" bIns="144000" rtlCol="0" anchor="ctr">
            <a:noAutofit/>
          </a:bodyPr>
          <a:lstStyle>
            <a:lvl1pPr>
              <a:defRPr lang="en-US" b="0" i="0" smtClean="0">
                <a:solidFill>
                  <a:schemeClr val="bg2"/>
                </a:solidFill>
                <a:latin typeface="Abadi ExtraLight" panose="020B0204020104020204" pitchFamily="34" charset="77"/>
              </a:defRPr>
            </a:lvl1pPr>
            <a:lvl2pPr>
              <a:defRPr lang="en-US" b="0" i="0" smtClean="0">
                <a:solidFill>
                  <a:schemeClr val="bg2"/>
                </a:solidFill>
                <a:latin typeface="Abadi ExtraLight" panose="020B0204020104020204" pitchFamily="34" charset="77"/>
              </a:defRPr>
            </a:lvl2pPr>
            <a:lvl3pPr>
              <a:defRPr lang="en-US" b="0" i="0" smtClean="0">
                <a:solidFill>
                  <a:schemeClr val="bg2"/>
                </a:solidFill>
                <a:latin typeface="Abadi ExtraLight" panose="020B0204020104020204" pitchFamily="34" charset="77"/>
              </a:defRPr>
            </a:lvl3pPr>
            <a:lvl4pPr>
              <a:defRPr lang="en-US" b="0" i="0" smtClean="0">
                <a:solidFill>
                  <a:schemeClr val="bg2"/>
                </a:solidFill>
                <a:latin typeface="Abadi ExtraLight" panose="020B0204020104020204" pitchFamily="34" charset="77"/>
              </a:defRPr>
            </a:lvl4pPr>
            <a:lvl5pPr>
              <a:defRPr lang="en-GB" b="0" i="0">
                <a:solidFill>
                  <a:schemeClr val="bg2"/>
                </a:solidFill>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5F60DAE4-7BEF-2E68-01DB-03C18B7E368B}"/>
              </a:ext>
            </a:extLst>
          </p:cNvPr>
          <p:cNvSpPr>
            <a:spLocks noGrp="1"/>
          </p:cNvSpPr>
          <p:nvPr>
            <p:ph type="body" sz="quarter" idx="22"/>
          </p:nvPr>
        </p:nvSpPr>
        <p:spPr>
          <a:xfrm>
            <a:off x="6184364" y="3907411"/>
            <a:ext cx="5569485" cy="2236214"/>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324000" tIns="144000" rIns="32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ext Placeholder 8">
            <a:extLst>
              <a:ext uri="{FF2B5EF4-FFF2-40B4-BE49-F238E27FC236}">
                <a16:creationId xmlns:a16="http://schemas.microsoft.com/office/drawing/2014/main" id="{F031A213-FF05-8F19-B1CE-E3FE475C001F}"/>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164816296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Highlightthemen">
    <p:spTree>
      <p:nvGrpSpPr>
        <p:cNvPr id="1" name=""/>
        <p:cNvGrpSpPr/>
        <p:nvPr/>
      </p:nvGrpSpPr>
      <p:grpSpPr>
        <a:xfrm>
          <a:off x="0" y="0"/>
          <a:ext cx="0" cy="0"/>
          <a:chOff x="0" y="0"/>
          <a:chExt cx="0" cy="0"/>
        </a:xfrm>
      </p:grpSpPr>
      <p:sp>
        <p:nvSpPr>
          <p:cNvPr id="16" name="Text Placeholder 17">
            <a:extLst>
              <a:ext uri="{FF2B5EF4-FFF2-40B4-BE49-F238E27FC236}">
                <a16:creationId xmlns:a16="http://schemas.microsoft.com/office/drawing/2014/main" id="{EE09DE95-C994-A1B3-75A1-5E4D14E89E72}"/>
              </a:ext>
            </a:extLst>
          </p:cNvPr>
          <p:cNvSpPr>
            <a:spLocks noGrp="1"/>
          </p:cNvSpPr>
          <p:nvPr>
            <p:ph type="body" sz="quarter" idx="20"/>
          </p:nvPr>
        </p:nvSpPr>
        <p:spPr>
          <a:xfrm>
            <a:off x="4331209" y="1489075"/>
            <a:ext cx="7437881" cy="123417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8" name="Text Placeholder 17">
            <a:extLst>
              <a:ext uri="{FF2B5EF4-FFF2-40B4-BE49-F238E27FC236}">
                <a16:creationId xmlns:a16="http://schemas.microsoft.com/office/drawing/2014/main" id="{C76F8047-EB89-06F0-F3F5-E1346D4E2EFB}"/>
              </a:ext>
            </a:extLst>
          </p:cNvPr>
          <p:cNvSpPr>
            <a:spLocks noGrp="1"/>
          </p:cNvSpPr>
          <p:nvPr>
            <p:ph type="body" sz="quarter" idx="21"/>
          </p:nvPr>
        </p:nvSpPr>
        <p:spPr>
          <a:xfrm>
            <a:off x="4331209" y="2951847"/>
            <a:ext cx="7437881" cy="123417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0" name="Text Placeholder 17">
            <a:extLst>
              <a:ext uri="{FF2B5EF4-FFF2-40B4-BE49-F238E27FC236}">
                <a16:creationId xmlns:a16="http://schemas.microsoft.com/office/drawing/2014/main" id="{DAA5F8A5-FB4C-5BE2-31BB-ACF28A371864}"/>
              </a:ext>
            </a:extLst>
          </p:cNvPr>
          <p:cNvSpPr>
            <a:spLocks noGrp="1"/>
          </p:cNvSpPr>
          <p:nvPr>
            <p:ph type="body" sz="quarter" idx="22"/>
          </p:nvPr>
        </p:nvSpPr>
        <p:spPr>
          <a:xfrm>
            <a:off x="4331209" y="4414619"/>
            <a:ext cx="7437881" cy="123417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80242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647CA50B-F798-39E8-8B8E-28795E5B6445}"/>
              </a:ext>
            </a:extLst>
          </p:cNvPr>
          <p:cNvSpPr/>
          <p:nvPr userDrawn="1"/>
        </p:nvSpPr>
        <p:spPr>
          <a:xfrm>
            <a:off x="0" y="-1"/>
            <a:ext cx="431596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3" name="Rectangle 12">
            <a:extLst>
              <a:ext uri="{FF2B5EF4-FFF2-40B4-BE49-F238E27FC236}">
                <a16:creationId xmlns:a16="http://schemas.microsoft.com/office/drawing/2014/main" id="{C2A89BC1-8F06-36AA-9051-A5C96B8FF9C2}"/>
              </a:ext>
            </a:extLst>
          </p:cNvPr>
          <p:cNvSpPr/>
          <p:nvPr userDrawn="1"/>
        </p:nvSpPr>
        <p:spPr>
          <a:xfrm rot="16200000">
            <a:off x="2113939" y="4650458"/>
            <a:ext cx="93603" cy="43214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14" name="Picture 13" descr="A black background with a black square&#10;&#10;AI-generated content may be incorrect.">
            <a:extLst>
              <a:ext uri="{FF2B5EF4-FFF2-40B4-BE49-F238E27FC236}">
                <a16:creationId xmlns:a16="http://schemas.microsoft.com/office/drawing/2014/main" id="{65E9D035-B315-4FF5-7186-7A188529EDCC}"/>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192771" y="-1024066"/>
            <a:ext cx="5735079" cy="5735079"/>
          </a:xfrm>
          <a:prstGeom prst="rect">
            <a:avLst/>
          </a:prstGeom>
        </p:spPr>
      </p:pic>
      <p:sp>
        <p:nvSpPr>
          <p:cNvPr id="5" name="Text Placeholder 10">
            <a:extLst>
              <a:ext uri="{FF2B5EF4-FFF2-40B4-BE49-F238E27FC236}">
                <a16:creationId xmlns:a16="http://schemas.microsoft.com/office/drawing/2014/main" id="{2604FCD9-DF5D-D50B-F200-2148E3F570A8}"/>
              </a:ext>
            </a:extLst>
          </p:cNvPr>
          <p:cNvSpPr>
            <a:spLocks noGrp="1"/>
          </p:cNvSpPr>
          <p:nvPr>
            <p:ph type="body" sz="quarter" idx="33" hasCustomPrompt="1"/>
          </p:nvPr>
        </p:nvSpPr>
        <p:spPr>
          <a:xfrm>
            <a:off x="4046959" y="1829530"/>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6" name="Text Placeholder 10">
            <a:extLst>
              <a:ext uri="{FF2B5EF4-FFF2-40B4-BE49-F238E27FC236}">
                <a16:creationId xmlns:a16="http://schemas.microsoft.com/office/drawing/2014/main" id="{AD201F30-4178-F769-01B2-172AB0348D9B}"/>
              </a:ext>
            </a:extLst>
          </p:cNvPr>
          <p:cNvSpPr>
            <a:spLocks noGrp="1"/>
          </p:cNvSpPr>
          <p:nvPr>
            <p:ph type="body" sz="quarter" idx="34" hasCustomPrompt="1"/>
          </p:nvPr>
        </p:nvSpPr>
        <p:spPr>
          <a:xfrm>
            <a:off x="4046959" y="3292302"/>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8" name="Text Placeholder 10">
            <a:extLst>
              <a:ext uri="{FF2B5EF4-FFF2-40B4-BE49-F238E27FC236}">
                <a16:creationId xmlns:a16="http://schemas.microsoft.com/office/drawing/2014/main" id="{058A3257-FF86-3C65-6FAB-A1E44BF1397F}"/>
              </a:ext>
            </a:extLst>
          </p:cNvPr>
          <p:cNvSpPr>
            <a:spLocks noGrp="1"/>
          </p:cNvSpPr>
          <p:nvPr>
            <p:ph type="body" sz="quarter" idx="35" hasCustomPrompt="1"/>
          </p:nvPr>
        </p:nvSpPr>
        <p:spPr>
          <a:xfrm>
            <a:off x="4046959" y="4755074"/>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Tree>
    <p:extLst>
      <p:ext uri="{BB962C8B-B14F-4D97-AF65-F5344CB8AC3E}">
        <p14:creationId xmlns:p14="http://schemas.microsoft.com/office/powerpoint/2010/main" val="112734268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0602564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19116190-8A17-B8EB-2E87-016833390765}"/>
              </a:ext>
            </a:extLst>
          </p:cNvPr>
          <p:cNvSpPr/>
          <p:nvPr userDrawn="1"/>
        </p:nvSpPr>
        <p:spPr>
          <a:xfrm>
            <a:off x="-1" y="-1"/>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42" name="Picture 41" descr="A black background with a black square&#10;&#10;AI-generated content may be incorrect.">
            <a:extLst>
              <a:ext uri="{FF2B5EF4-FFF2-40B4-BE49-F238E27FC236}">
                <a16:creationId xmlns:a16="http://schemas.microsoft.com/office/drawing/2014/main" id="{8B406D6B-F2E6-8BA9-BBE7-758060FD83C5}"/>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10">
            <a:extLst>
              <a:ext uri="{FF2B5EF4-FFF2-40B4-BE49-F238E27FC236}">
                <a16:creationId xmlns:a16="http://schemas.microsoft.com/office/drawing/2014/main" id="{EE3F6FFA-054C-31F6-1CE0-499B503868EF}"/>
              </a:ext>
            </a:extLst>
          </p:cNvPr>
          <p:cNvSpPr>
            <a:spLocks noGrp="1"/>
          </p:cNvSpPr>
          <p:nvPr>
            <p:ph type="body" sz="quarter" idx="13" hasCustomPrompt="1"/>
          </p:nvPr>
        </p:nvSpPr>
        <p:spPr>
          <a:xfrm>
            <a:off x="454024" y="1489076"/>
            <a:ext cx="51879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dirty="0">
                <a:solidFill>
                  <a:schemeClr val="accent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Titel</a:t>
            </a:r>
          </a:p>
        </p:txBody>
      </p:sp>
      <p:sp>
        <p:nvSpPr>
          <p:cNvPr id="10" name="Text Placeholder 9">
            <a:extLst>
              <a:ext uri="{FF2B5EF4-FFF2-40B4-BE49-F238E27FC236}">
                <a16:creationId xmlns:a16="http://schemas.microsoft.com/office/drawing/2014/main" id="{A7069A83-14DA-64A7-830E-474EFF1FF81A}"/>
              </a:ext>
            </a:extLst>
          </p:cNvPr>
          <p:cNvSpPr>
            <a:spLocks noGrp="1"/>
          </p:cNvSpPr>
          <p:nvPr>
            <p:ph type="body" sz="quarter" idx="14" hasCustomPrompt="1"/>
          </p:nvPr>
        </p:nvSpPr>
        <p:spPr>
          <a:xfrm>
            <a:off x="454024" y="2006323"/>
            <a:ext cx="5187950" cy="878702"/>
          </a:xfrm>
        </p:spPr>
        <p:txBody>
          <a:bodyPr>
            <a:noAutofit/>
          </a:bodyPr>
          <a:lstStyle>
            <a:lvl1pPr algn="ctr">
              <a:buNone/>
              <a:defRPr sz="2800" b="0" i="0">
                <a:solidFill>
                  <a:schemeClr val="bg2"/>
                </a:solidFill>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2" name="Text Placeholder 16">
            <a:extLst>
              <a:ext uri="{FF2B5EF4-FFF2-40B4-BE49-F238E27FC236}">
                <a16:creationId xmlns:a16="http://schemas.microsoft.com/office/drawing/2014/main" id="{C5105B1E-B5A7-EEEF-2AF2-7A6A153BB459}"/>
              </a:ext>
            </a:extLst>
          </p:cNvPr>
          <p:cNvSpPr>
            <a:spLocks noGrp="1"/>
          </p:cNvSpPr>
          <p:nvPr>
            <p:ph type="body" sz="quarter" idx="25"/>
          </p:nvPr>
        </p:nvSpPr>
        <p:spPr>
          <a:xfrm>
            <a:off x="454024" y="3188835"/>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bg2"/>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13" name="Straight Connector 12">
            <a:extLst>
              <a:ext uri="{FF2B5EF4-FFF2-40B4-BE49-F238E27FC236}">
                <a16:creationId xmlns:a16="http://schemas.microsoft.com/office/drawing/2014/main" id="{D143A859-5887-EDCB-873E-864D977793A9}"/>
              </a:ext>
            </a:extLst>
          </p:cNvPr>
          <p:cNvCxnSpPr/>
          <p:nvPr userDrawn="1"/>
        </p:nvCxnSpPr>
        <p:spPr>
          <a:xfrm>
            <a:off x="454024" y="4032384"/>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4F1E154A-2A41-D637-2A24-69CA69FDF2D4}"/>
              </a:ext>
            </a:extLst>
          </p:cNvPr>
          <p:cNvSpPr>
            <a:spLocks noGrp="1"/>
          </p:cNvSpPr>
          <p:nvPr>
            <p:ph type="body" sz="quarter" idx="26"/>
          </p:nvPr>
        </p:nvSpPr>
        <p:spPr>
          <a:xfrm>
            <a:off x="454024" y="4143458"/>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bg2"/>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9" name="Text Placeholder 16">
            <a:extLst>
              <a:ext uri="{FF2B5EF4-FFF2-40B4-BE49-F238E27FC236}">
                <a16:creationId xmlns:a16="http://schemas.microsoft.com/office/drawing/2014/main" id="{1A56E7C4-437C-F514-E590-AAE6AF8AE3B0}"/>
              </a:ext>
            </a:extLst>
          </p:cNvPr>
          <p:cNvSpPr>
            <a:spLocks noGrp="1"/>
          </p:cNvSpPr>
          <p:nvPr>
            <p:ph type="body" sz="quarter" idx="27"/>
          </p:nvPr>
        </p:nvSpPr>
        <p:spPr>
          <a:xfrm>
            <a:off x="454024" y="5098083"/>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bg2"/>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20" name="Straight Connector 19">
            <a:extLst>
              <a:ext uri="{FF2B5EF4-FFF2-40B4-BE49-F238E27FC236}">
                <a16:creationId xmlns:a16="http://schemas.microsoft.com/office/drawing/2014/main" id="{467AE16F-D60F-1F17-A869-F3645BA6C16B}"/>
              </a:ext>
            </a:extLst>
          </p:cNvPr>
          <p:cNvCxnSpPr/>
          <p:nvPr userDrawn="1"/>
        </p:nvCxnSpPr>
        <p:spPr>
          <a:xfrm>
            <a:off x="454024" y="4987008"/>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10">
            <a:extLst>
              <a:ext uri="{FF2B5EF4-FFF2-40B4-BE49-F238E27FC236}">
                <a16:creationId xmlns:a16="http://schemas.microsoft.com/office/drawing/2014/main" id="{C725FD14-FE80-D64A-677F-0B0F7308ED24}"/>
              </a:ext>
            </a:extLst>
          </p:cNvPr>
          <p:cNvSpPr>
            <a:spLocks noGrp="1"/>
          </p:cNvSpPr>
          <p:nvPr>
            <p:ph type="body" sz="quarter" idx="28" hasCustomPrompt="1"/>
          </p:nvPr>
        </p:nvSpPr>
        <p:spPr>
          <a:xfrm>
            <a:off x="6565900" y="1489076"/>
            <a:ext cx="51879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Titel</a:t>
            </a:r>
          </a:p>
        </p:txBody>
      </p:sp>
      <p:sp>
        <p:nvSpPr>
          <p:cNvPr id="30" name="Text Placeholder 9">
            <a:extLst>
              <a:ext uri="{FF2B5EF4-FFF2-40B4-BE49-F238E27FC236}">
                <a16:creationId xmlns:a16="http://schemas.microsoft.com/office/drawing/2014/main" id="{18E42ED4-8B2F-F72E-06D9-3F51F0125ED8}"/>
              </a:ext>
            </a:extLst>
          </p:cNvPr>
          <p:cNvSpPr>
            <a:spLocks noGrp="1"/>
          </p:cNvSpPr>
          <p:nvPr>
            <p:ph type="body" sz="quarter" idx="29" hasCustomPrompt="1"/>
          </p:nvPr>
        </p:nvSpPr>
        <p:spPr>
          <a:xfrm>
            <a:off x="6565900" y="2006323"/>
            <a:ext cx="5187950" cy="878702"/>
          </a:xfrm>
        </p:spPr>
        <p:txBody>
          <a:bodyPr>
            <a:noAutofit/>
          </a:bodyPr>
          <a:lstStyle>
            <a:lvl1pPr algn="ctr">
              <a:buNone/>
              <a:defRPr sz="2800" b="0" i="0">
                <a:solidFill>
                  <a:schemeClr val="tx1"/>
                </a:solidFill>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31" name="Text Placeholder 16">
            <a:extLst>
              <a:ext uri="{FF2B5EF4-FFF2-40B4-BE49-F238E27FC236}">
                <a16:creationId xmlns:a16="http://schemas.microsoft.com/office/drawing/2014/main" id="{B9D1CDD4-8FA1-071D-29F7-4BB092FFB9C8}"/>
              </a:ext>
            </a:extLst>
          </p:cNvPr>
          <p:cNvSpPr>
            <a:spLocks noGrp="1"/>
          </p:cNvSpPr>
          <p:nvPr>
            <p:ph type="body" sz="quarter" idx="30"/>
          </p:nvPr>
        </p:nvSpPr>
        <p:spPr>
          <a:xfrm>
            <a:off x="6565900" y="3188835"/>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32" name="Straight Connector 31">
            <a:extLst>
              <a:ext uri="{FF2B5EF4-FFF2-40B4-BE49-F238E27FC236}">
                <a16:creationId xmlns:a16="http://schemas.microsoft.com/office/drawing/2014/main" id="{E64477F3-8D79-D5D0-6238-5A169D9F07FB}"/>
              </a:ext>
            </a:extLst>
          </p:cNvPr>
          <p:cNvCxnSpPr/>
          <p:nvPr userDrawn="1"/>
        </p:nvCxnSpPr>
        <p:spPr>
          <a:xfrm>
            <a:off x="6565900" y="4032384"/>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Text Placeholder 16">
            <a:extLst>
              <a:ext uri="{FF2B5EF4-FFF2-40B4-BE49-F238E27FC236}">
                <a16:creationId xmlns:a16="http://schemas.microsoft.com/office/drawing/2014/main" id="{0B7AEC60-A302-AB2E-C023-2F445483F792}"/>
              </a:ext>
            </a:extLst>
          </p:cNvPr>
          <p:cNvSpPr>
            <a:spLocks noGrp="1"/>
          </p:cNvSpPr>
          <p:nvPr>
            <p:ph type="body" sz="quarter" idx="31"/>
          </p:nvPr>
        </p:nvSpPr>
        <p:spPr>
          <a:xfrm>
            <a:off x="6565900" y="4143458"/>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4" name="Text Placeholder 16">
            <a:extLst>
              <a:ext uri="{FF2B5EF4-FFF2-40B4-BE49-F238E27FC236}">
                <a16:creationId xmlns:a16="http://schemas.microsoft.com/office/drawing/2014/main" id="{977D4CC2-00F6-3BB0-F61B-98CC01FB18F1}"/>
              </a:ext>
            </a:extLst>
          </p:cNvPr>
          <p:cNvSpPr>
            <a:spLocks noGrp="1"/>
          </p:cNvSpPr>
          <p:nvPr>
            <p:ph type="body" sz="quarter" idx="32"/>
          </p:nvPr>
        </p:nvSpPr>
        <p:spPr>
          <a:xfrm>
            <a:off x="6565900" y="5098083"/>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35" name="Straight Connector 34">
            <a:extLst>
              <a:ext uri="{FF2B5EF4-FFF2-40B4-BE49-F238E27FC236}">
                <a16:creationId xmlns:a16="http://schemas.microsoft.com/office/drawing/2014/main" id="{5B857F5A-A200-EA9A-B41D-092F0F5672F7}"/>
              </a:ext>
            </a:extLst>
          </p:cNvPr>
          <p:cNvCxnSpPr/>
          <p:nvPr userDrawn="1"/>
        </p:nvCxnSpPr>
        <p:spPr>
          <a:xfrm>
            <a:off x="6565900" y="4987008"/>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Text Placeholder 10">
            <a:extLst>
              <a:ext uri="{FF2B5EF4-FFF2-40B4-BE49-F238E27FC236}">
                <a16:creationId xmlns:a16="http://schemas.microsoft.com/office/drawing/2014/main" id="{DAFB1809-B87B-FF9F-6660-8380D1A99D64}"/>
              </a:ext>
            </a:extLst>
          </p:cNvPr>
          <p:cNvSpPr>
            <a:spLocks noGrp="1"/>
          </p:cNvSpPr>
          <p:nvPr>
            <p:ph type="body" sz="quarter" idx="33" hasCustomPrompt="1"/>
          </p:nvPr>
        </p:nvSpPr>
        <p:spPr>
          <a:xfrm>
            <a:off x="5810648" y="3269720"/>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8" name="Text Placeholder 10">
            <a:extLst>
              <a:ext uri="{FF2B5EF4-FFF2-40B4-BE49-F238E27FC236}">
                <a16:creationId xmlns:a16="http://schemas.microsoft.com/office/drawing/2014/main" id="{96BD5BE9-63A3-9119-E453-8541F30DBE97}"/>
              </a:ext>
            </a:extLst>
          </p:cNvPr>
          <p:cNvSpPr>
            <a:spLocks noGrp="1"/>
          </p:cNvSpPr>
          <p:nvPr>
            <p:ph type="body" sz="quarter" idx="35" hasCustomPrompt="1"/>
          </p:nvPr>
        </p:nvSpPr>
        <p:spPr>
          <a:xfrm>
            <a:off x="5810648" y="4224343"/>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40" name="Text Placeholder 10">
            <a:extLst>
              <a:ext uri="{FF2B5EF4-FFF2-40B4-BE49-F238E27FC236}">
                <a16:creationId xmlns:a16="http://schemas.microsoft.com/office/drawing/2014/main" id="{40A5297E-BD1A-31A5-1C0C-AC03470D796A}"/>
              </a:ext>
            </a:extLst>
          </p:cNvPr>
          <p:cNvSpPr>
            <a:spLocks noGrp="1"/>
          </p:cNvSpPr>
          <p:nvPr>
            <p:ph type="body" sz="quarter" idx="37" hasCustomPrompt="1"/>
          </p:nvPr>
        </p:nvSpPr>
        <p:spPr>
          <a:xfrm>
            <a:off x="5810648" y="5178968"/>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43" name="Footer Placeholder 6">
            <a:extLst>
              <a:ext uri="{FF2B5EF4-FFF2-40B4-BE49-F238E27FC236}">
                <a16:creationId xmlns:a16="http://schemas.microsoft.com/office/drawing/2014/main" id="{640E43BA-BE25-9FF2-0785-4094288F88EF}"/>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bg2">
                    <a:lumMod val="85000"/>
                  </a:schemeClr>
                </a:solidFill>
              </a:defRPr>
            </a:lvl1pPr>
          </a:lstStyle>
          <a:p>
            <a:endParaRPr lang="en-GB">
              <a:solidFill>
                <a:schemeClr val="bg2">
                  <a:lumMod val="85000"/>
                </a:schemeClr>
              </a:solidFill>
            </a:endParaRPr>
          </a:p>
        </p:txBody>
      </p:sp>
    </p:spTree>
    <p:extLst>
      <p:ext uri="{BB962C8B-B14F-4D97-AF65-F5344CB8AC3E}">
        <p14:creationId xmlns:p14="http://schemas.microsoft.com/office/powerpoint/2010/main" val="403848497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mit Logo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603838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3" name="Rectangle 32">
            <a:extLst>
              <a:ext uri="{FF2B5EF4-FFF2-40B4-BE49-F238E27FC236}">
                <a16:creationId xmlns:a16="http://schemas.microsoft.com/office/drawing/2014/main" id="{043136CF-42C2-BF36-BF38-AF0AD1CF8435}"/>
              </a:ext>
            </a:extLst>
          </p:cNvPr>
          <p:cNvSpPr/>
          <p:nvPr userDrawn="1"/>
        </p:nvSpPr>
        <p:spPr>
          <a:xfrm>
            <a:off x="431802" y="2085976"/>
            <a:ext cx="4578349" cy="2000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Picture Placeholder 24">
            <a:extLst>
              <a:ext uri="{FF2B5EF4-FFF2-40B4-BE49-F238E27FC236}">
                <a16:creationId xmlns:a16="http://schemas.microsoft.com/office/drawing/2014/main" id="{8A857C7B-395D-249C-B684-1A2E655944BA}"/>
              </a:ext>
            </a:extLst>
          </p:cNvPr>
          <p:cNvSpPr>
            <a:spLocks noGrp="1"/>
          </p:cNvSpPr>
          <p:nvPr>
            <p:ph type="pic" sz="quarter" idx="13"/>
          </p:nvPr>
        </p:nvSpPr>
        <p:spPr>
          <a:xfrm>
            <a:off x="431801" y="5067299"/>
            <a:ext cx="2090113" cy="1076325"/>
          </a:xfrm>
          <a:noFill/>
        </p:spPr>
        <p:txBody>
          <a:bodyPr>
            <a:noAutofit/>
          </a:bodyPr>
          <a:lstStyle/>
          <a:p>
            <a:endParaRPr lang="en-GB"/>
          </a:p>
        </p:txBody>
      </p:sp>
      <p:sp>
        <p:nvSpPr>
          <p:cNvPr id="20" name="Picture Placeholder 24">
            <a:extLst>
              <a:ext uri="{FF2B5EF4-FFF2-40B4-BE49-F238E27FC236}">
                <a16:creationId xmlns:a16="http://schemas.microsoft.com/office/drawing/2014/main" id="{D0E69256-CCA9-9EF0-9817-743FA150E092}"/>
              </a:ext>
            </a:extLst>
          </p:cNvPr>
          <p:cNvSpPr>
            <a:spLocks noGrp="1"/>
          </p:cNvSpPr>
          <p:nvPr>
            <p:ph type="pic" sz="quarter" idx="14"/>
          </p:nvPr>
        </p:nvSpPr>
        <p:spPr>
          <a:xfrm>
            <a:off x="2739786" y="5067299"/>
            <a:ext cx="2090113" cy="1076325"/>
          </a:xfrm>
          <a:noFill/>
        </p:spPr>
        <p:txBody>
          <a:bodyPr>
            <a:noAutofit/>
          </a:bodyPr>
          <a:lstStyle/>
          <a:p>
            <a:endParaRPr lang="en-GB"/>
          </a:p>
        </p:txBody>
      </p:sp>
      <p:sp>
        <p:nvSpPr>
          <p:cNvPr id="23" name="Picture Placeholder 24">
            <a:extLst>
              <a:ext uri="{FF2B5EF4-FFF2-40B4-BE49-F238E27FC236}">
                <a16:creationId xmlns:a16="http://schemas.microsoft.com/office/drawing/2014/main" id="{1281F4F1-762C-ED4D-B3FB-B35BAFA1BCEF}"/>
              </a:ext>
            </a:extLst>
          </p:cNvPr>
          <p:cNvSpPr>
            <a:spLocks noGrp="1"/>
          </p:cNvSpPr>
          <p:nvPr>
            <p:ph type="pic" sz="quarter" idx="15"/>
          </p:nvPr>
        </p:nvSpPr>
        <p:spPr>
          <a:xfrm>
            <a:off x="5047769" y="5067299"/>
            <a:ext cx="2090112" cy="1076325"/>
          </a:xfrm>
          <a:noFill/>
        </p:spPr>
        <p:txBody>
          <a:bodyPr>
            <a:noAutofit/>
          </a:bodyPr>
          <a:lstStyle/>
          <a:p>
            <a:endParaRPr lang="en-GB"/>
          </a:p>
        </p:txBody>
      </p:sp>
      <p:sp>
        <p:nvSpPr>
          <p:cNvPr id="29" name="Picture Placeholder 24">
            <a:extLst>
              <a:ext uri="{FF2B5EF4-FFF2-40B4-BE49-F238E27FC236}">
                <a16:creationId xmlns:a16="http://schemas.microsoft.com/office/drawing/2014/main" id="{4FBC6090-ED34-DF80-C699-0C537009B5D9}"/>
              </a:ext>
            </a:extLst>
          </p:cNvPr>
          <p:cNvSpPr>
            <a:spLocks noGrp="1"/>
          </p:cNvSpPr>
          <p:nvPr>
            <p:ph type="pic" sz="quarter" idx="16"/>
          </p:nvPr>
        </p:nvSpPr>
        <p:spPr>
          <a:xfrm>
            <a:off x="7355754" y="5067299"/>
            <a:ext cx="2090113" cy="1076325"/>
          </a:xfrm>
          <a:noFill/>
        </p:spPr>
        <p:txBody>
          <a:bodyPr>
            <a:noAutofit/>
          </a:bodyPr>
          <a:lstStyle/>
          <a:p>
            <a:endParaRPr lang="en-GB"/>
          </a:p>
        </p:txBody>
      </p:sp>
      <p:sp>
        <p:nvSpPr>
          <p:cNvPr id="30" name="Picture Placeholder 24">
            <a:extLst>
              <a:ext uri="{FF2B5EF4-FFF2-40B4-BE49-F238E27FC236}">
                <a16:creationId xmlns:a16="http://schemas.microsoft.com/office/drawing/2014/main" id="{8C1329B2-125F-48D6-A7E5-F3ABCE521E0B}"/>
              </a:ext>
            </a:extLst>
          </p:cNvPr>
          <p:cNvSpPr>
            <a:spLocks noGrp="1"/>
          </p:cNvSpPr>
          <p:nvPr>
            <p:ph type="pic" sz="quarter" idx="17"/>
          </p:nvPr>
        </p:nvSpPr>
        <p:spPr>
          <a:xfrm>
            <a:off x="9663737" y="5067299"/>
            <a:ext cx="2090113" cy="1076325"/>
          </a:xfrm>
          <a:noFill/>
        </p:spPr>
        <p:txBody>
          <a:bodyPr>
            <a:noAutofit/>
          </a:bodyPr>
          <a:lstStyle/>
          <a:p>
            <a:endParaRPr lang="en-GB"/>
          </a:p>
        </p:txBody>
      </p:sp>
      <p:sp>
        <p:nvSpPr>
          <p:cNvPr id="31" name="Text Placeholder 17">
            <a:extLst>
              <a:ext uri="{FF2B5EF4-FFF2-40B4-BE49-F238E27FC236}">
                <a16:creationId xmlns:a16="http://schemas.microsoft.com/office/drawing/2014/main" id="{E4D931EB-377E-BECA-5207-D80D9F37DD6D}"/>
              </a:ext>
            </a:extLst>
          </p:cNvPr>
          <p:cNvSpPr>
            <a:spLocks noGrp="1"/>
          </p:cNvSpPr>
          <p:nvPr>
            <p:ph type="body" sz="quarter" idx="41"/>
          </p:nvPr>
        </p:nvSpPr>
        <p:spPr>
          <a:xfrm>
            <a:off x="431802" y="2286000"/>
            <a:ext cx="11760198" cy="24193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7380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2" name="Picture Placeholder 24">
            <a:extLst>
              <a:ext uri="{FF2B5EF4-FFF2-40B4-BE49-F238E27FC236}">
                <a16:creationId xmlns:a16="http://schemas.microsoft.com/office/drawing/2014/main" id="{D5D4EC67-C903-0559-7EE2-D89BD51AC440}"/>
              </a:ext>
            </a:extLst>
          </p:cNvPr>
          <p:cNvSpPr>
            <a:spLocks noGrp="1"/>
          </p:cNvSpPr>
          <p:nvPr>
            <p:ph type="pic" sz="quarter" idx="42"/>
          </p:nvPr>
        </p:nvSpPr>
        <p:spPr>
          <a:xfrm>
            <a:off x="5010150" y="1489075"/>
            <a:ext cx="7181849" cy="3216275"/>
          </a:xfrm>
          <a:pattFill prst="pct5">
            <a:fgClr>
              <a:schemeClr val="bg1">
                <a:lumMod val="75000"/>
              </a:schemeClr>
            </a:fgClr>
            <a:bgClr>
              <a:schemeClr val="bg1"/>
            </a:bgClr>
          </a:pattFill>
        </p:spPr>
        <p:txBody>
          <a:bodyPr>
            <a:noAutofit/>
          </a:bodyPr>
          <a:lstStyle/>
          <a:p>
            <a:endParaRPr lang="en-GB"/>
          </a:p>
        </p:txBody>
      </p:sp>
      <p:sp>
        <p:nvSpPr>
          <p:cNvPr id="3" name="Text Placeholder 8">
            <a:extLst>
              <a:ext uri="{FF2B5EF4-FFF2-40B4-BE49-F238E27FC236}">
                <a16:creationId xmlns:a16="http://schemas.microsoft.com/office/drawing/2014/main" id="{45999786-D427-5719-EAC1-10FEAB46084A}"/>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2054037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reisgrafik">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192980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Text Placeholder 34">
            <a:extLst>
              <a:ext uri="{FF2B5EF4-FFF2-40B4-BE49-F238E27FC236}">
                <a16:creationId xmlns:a16="http://schemas.microsoft.com/office/drawing/2014/main" id="{535534C1-7EA9-7577-52F7-A3B2DBA22E00}"/>
              </a:ext>
            </a:extLst>
          </p:cNvPr>
          <p:cNvSpPr>
            <a:spLocks noGrp="1"/>
          </p:cNvSpPr>
          <p:nvPr userDrawn="1">
            <p:ph type="body" sz="quarter" idx="53"/>
          </p:nvPr>
        </p:nvSpPr>
        <p:spPr>
          <a:xfrm>
            <a:off x="6178338" y="3909390"/>
            <a:ext cx="2240341" cy="2240340"/>
          </a:xfrm>
          <a:custGeom>
            <a:avLst/>
            <a:gdLst>
              <a:gd name="csX0" fmla="*/ 1227435 w 2240341"/>
              <a:gd name="csY0" fmla="*/ 0 h 2240340"/>
              <a:gd name="csX1" fmla="*/ 2075642 w 2240341"/>
              <a:gd name="csY1" fmla="*/ 0 h 2240340"/>
              <a:gd name="csX2" fmla="*/ 2239258 w 2240341"/>
              <a:gd name="csY2" fmla="*/ 184308 h 2240340"/>
              <a:gd name="csX3" fmla="*/ 184309 w 2240341"/>
              <a:gd name="csY3" fmla="*/ 2239257 h 2240340"/>
              <a:gd name="csX4" fmla="*/ 0 w 2240341"/>
              <a:gd name="csY4" fmla="*/ 2075642 h 2240340"/>
              <a:gd name="csX5" fmla="*/ 1 w 2240341"/>
              <a:gd name="csY5" fmla="*/ 1227434 h 2240340"/>
              <a:gd name="csX6" fmla="*/ 135549 w 2240341"/>
              <a:gd name="csY6" fmla="*/ 1065500 h 2240340"/>
              <a:gd name="csX7" fmla="*/ 1065372 w 2240341"/>
              <a:gd name="csY7" fmla="*/ 135677 h 2240340"/>
              <a:gd name="csX8" fmla="*/ 1227435 w 2240341"/>
              <a:gd name="csY8" fmla="*/ 0 h 2240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40341" h="2240340">
                <a:moveTo>
                  <a:pt x="1227435" y="0"/>
                </a:moveTo>
                <a:lnTo>
                  <a:pt x="2075642" y="0"/>
                </a:lnTo>
                <a:cubicBezTo>
                  <a:pt x="2174459" y="0"/>
                  <a:pt x="2250380" y="86269"/>
                  <a:pt x="2239258" y="184308"/>
                </a:cubicBezTo>
                <a:cubicBezTo>
                  <a:pt x="2116643" y="1260155"/>
                  <a:pt x="1260285" y="2116513"/>
                  <a:pt x="184309" y="2239257"/>
                </a:cubicBezTo>
                <a:cubicBezTo>
                  <a:pt x="86269" y="2250380"/>
                  <a:pt x="1" y="2174458"/>
                  <a:pt x="0" y="2075642"/>
                </a:cubicBezTo>
                <a:lnTo>
                  <a:pt x="1" y="1227434"/>
                </a:lnTo>
                <a:cubicBezTo>
                  <a:pt x="1" y="1147760"/>
                  <a:pt x="57298" y="1080116"/>
                  <a:pt x="135549" y="1065500"/>
                </a:cubicBezTo>
                <a:cubicBezTo>
                  <a:pt x="605958" y="976644"/>
                  <a:pt x="976515" y="606086"/>
                  <a:pt x="1065372" y="135677"/>
                </a:cubicBezTo>
                <a:cubicBezTo>
                  <a:pt x="1080246" y="57427"/>
                  <a:pt x="1147761" y="0"/>
                  <a:pt x="1227435" y="0"/>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34" name="Text Placeholder 33">
            <a:extLst>
              <a:ext uri="{FF2B5EF4-FFF2-40B4-BE49-F238E27FC236}">
                <a16:creationId xmlns:a16="http://schemas.microsoft.com/office/drawing/2014/main" id="{7ADB1B38-1F28-1817-7C6E-0CFC6820ADAA}"/>
              </a:ext>
            </a:extLst>
          </p:cNvPr>
          <p:cNvSpPr>
            <a:spLocks noGrp="1"/>
          </p:cNvSpPr>
          <p:nvPr>
            <p:ph type="body" sz="quarter" idx="55"/>
          </p:nvPr>
        </p:nvSpPr>
        <p:spPr>
          <a:xfrm>
            <a:off x="6178340" y="1504272"/>
            <a:ext cx="2240339" cy="2240340"/>
          </a:xfrm>
          <a:custGeom>
            <a:avLst/>
            <a:gdLst>
              <a:gd name="csX0" fmla="*/ 148242 w 2240339"/>
              <a:gd name="csY0" fmla="*/ 868 h 2240340"/>
              <a:gd name="csX1" fmla="*/ 184310 w 2240339"/>
              <a:gd name="csY1" fmla="*/ 1084 h 2240340"/>
              <a:gd name="csX2" fmla="*/ 2239256 w 2240339"/>
              <a:gd name="csY2" fmla="*/ 2056030 h 2240340"/>
              <a:gd name="csX3" fmla="*/ 2075642 w 2240339"/>
              <a:gd name="csY3" fmla="*/ 2240339 h 2240340"/>
              <a:gd name="csX4" fmla="*/ 1227431 w 2240339"/>
              <a:gd name="csY4" fmla="*/ 2240340 h 2240340"/>
              <a:gd name="csX5" fmla="*/ 1065499 w 2240339"/>
              <a:gd name="csY5" fmla="*/ 2104792 h 2240340"/>
              <a:gd name="csX6" fmla="*/ 135677 w 2240339"/>
              <a:gd name="csY6" fmla="*/ 1174970 h 2240340"/>
              <a:gd name="csX7" fmla="*/ 0 w 2240339"/>
              <a:gd name="csY7" fmla="*/ 1012909 h 2240340"/>
              <a:gd name="csX8" fmla="*/ 1 w 2240339"/>
              <a:gd name="csY8" fmla="*/ 164698 h 2240340"/>
              <a:gd name="csX9" fmla="*/ 148242 w 2240339"/>
              <a:gd name="csY9" fmla="*/ 868 h 2240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40339" h="2240340">
                <a:moveTo>
                  <a:pt x="148242" y="868"/>
                </a:moveTo>
                <a:cubicBezTo>
                  <a:pt x="159984" y="-337"/>
                  <a:pt x="172055" y="-307"/>
                  <a:pt x="184310" y="1084"/>
                </a:cubicBezTo>
                <a:cubicBezTo>
                  <a:pt x="1260156" y="123698"/>
                  <a:pt x="2116513" y="980055"/>
                  <a:pt x="2239256" y="2056030"/>
                </a:cubicBezTo>
                <a:cubicBezTo>
                  <a:pt x="2250379" y="2154070"/>
                  <a:pt x="2174456" y="2240339"/>
                  <a:pt x="2075642" y="2240339"/>
                </a:cubicBezTo>
                <a:lnTo>
                  <a:pt x="1227431" y="2240340"/>
                </a:lnTo>
                <a:cubicBezTo>
                  <a:pt x="1147629" y="2240470"/>
                  <a:pt x="1080244" y="2183172"/>
                  <a:pt x="1065499" y="2104792"/>
                </a:cubicBezTo>
                <a:cubicBezTo>
                  <a:pt x="976643" y="1634384"/>
                  <a:pt x="606086" y="1263827"/>
                  <a:pt x="135677" y="1174970"/>
                </a:cubicBezTo>
                <a:cubicBezTo>
                  <a:pt x="57427" y="1160097"/>
                  <a:pt x="0" y="1092581"/>
                  <a:pt x="0" y="1012909"/>
                </a:cubicBezTo>
                <a:lnTo>
                  <a:pt x="1" y="164698"/>
                </a:lnTo>
                <a:cubicBezTo>
                  <a:pt x="1" y="78236"/>
                  <a:pt x="66051" y="9299"/>
                  <a:pt x="148242" y="868"/>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32" name="Text Placeholder 31">
            <a:extLst>
              <a:ext uri="{FF2B5EF4-FFF2-40B4-BE49-F238E27FC236}">
                <a16:creationId xmlns:a16="http://schemas.microsoft.com/office/drawing/2014/main" id="{C710F35B-A9A0-C936-5CFB-30F7C79AE6D9}"/>
              </a:ext>
            </a:extLst>
          </p:cNvPr>
          <p:cNvSpPr>
            <a:spLocks noGrp="1"/>
          </p:cNvSpPr>
          <p:nvPr>
            <p:ph type="body" sz="quarter" idx="54"/>
          </p:nvPr>
        </p:nvSpPr>
        <p:spPr>
          <a:xfrm>
            <a:off x="3773351" y="3909262"/>
            <a:ext cx="2240339" cy="2240338"/>
          </a:xfrm>
          <a:custGeom>
            <a:avLst/>
            <a:gdLst>
              <a:gd name="csX0" fmla="*/ 164698 w 2240339"/>
              <a:gd name="csY0" fmla="*/ 0 h 2240338"/>
              <a:gd name="csX1" fmla="*/ 1012908 w 2240339"/>
              <a:gd name="csY1" fmla="*/ 0 h 2240338"/>
              <a:gd name="csX2" fmla="*/ 1174841 w 2240339"/>
              <a:gd name="csY2" fmla="*/ 135547 h 2240338"/>
              <a:gd name="csX3" fmla="*/ 2104663 w 2240339"/>
              <a:gd name="csY3" fmla="*/ 1065369 h 2240338"/>
              <a:gd name="csX4" fmla="*/ 2240339 w 2240339"/>
              <a:gd name="csY4" fmla="*/ 1227432 h 2240338"/>
              <a:gd name="csX5" fmla="*/ 2240339 w 2240339"/>
              <a:gd name="csY5" fmla="*/ 2075641 h 2240338"/>
              <a:gd name="csX6" fmla="*/ 2056030 w 2240339"/>
              <a:gd name="csY6" fmla="*/ 2239255 h 2240338"/>
              <a:gd name="csX7" fmla="*/ 1084 w 2240339"/>
              <a:gd name="csY7" fmla="*/ 184308 h 2240338"/>
              <a:gd name="csX8" fmla="*/ 164698 w 2240339"/>
              <a:gd name="csY8" fmla="*/ 0 h 224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40339" h="2240338">
                <a:moveTo>
                  <a:pt x="164698" y="0"/>
                </a:moveTo>
                <a:lnTo>
                  <a:pt x="1012908" y="0"/>
                </a:lnTo>
                <a:cubicBezTo>
                  <a:pt x="1092581" y="0"/>
                  <a:pt x="1160096" y="57427"/>
                  <a:pt x="1174841" y="135547"/>
                </a:cubicBezTo>
                <a:cubicBezTo>
                  <a:pt x="1263696" y="605955"/>
                  <a:pt x="1634255" y="976513"/>
                  <a:pt x="2104663" y="1065369"/>
                </a:cubicBezTo>
                <a:cubicBezTo>
                  <a:pt x="2183042" y="1080373"/>
                  <a:pt x="2240340" y="1147759"/>
                  <a:pt x="2240339" y="1227432"/>
                </a:cubicBezTo>
                <a:lnTo>
                  <a:pt x="2240339" y="2075641"/>
                </a:lnTo>
                <a:cubicBezTo>
                  <a:pt x="2240339" y="2174455"/>
                  <a:pt x="2154070" y="2250378"/>
                  <a:pt x="2056030" y="2239255"/>
                </a:cubicBezTo>
                <a:cubicBezTo>
                  <a:pt x="980184" y="2116642"/>
                  <a:pt x="123827" y="1260285"/>
                  <a:pt x="1084" y="184308"/>
                </a:cubicBezTo>
                <a:cubicBezTo>
                  <a:pt x="-10039" y="86269"/>
                  <a:pt x="65884" y="0"/>
                  <a:pt x="164698" y="0"/>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30" name="Text Placeholder 29">
            <a:extLst>
              <a:ext uri="{FF2B5EF4-FFF2-40B4-BE49-F238E27FC236}">
                <a16:creationId xmlns:a16="http://schemas.microsoft.com/office/drawing/2014/main" id="{089933A8-1EB9-55C7-839E-9C0D099603E1}"/>
              </a:ext>
            </a:extLst>
          </p:cNvPr>
          <p:cNvSpPr>
            <a:spLocks noGrp="1"/>
          </p:cNvSpPr>
          <p:nvPr>
            <p:ph type="body" sz="quarter" idx="52"/>
          </p:nvPr>
        </p:nvSpPr>
        <p:spPr>
          <a:xfrm>
            <a:off x="3773351" y="1504403"/>
            <a:ext cx="2240341" cy="2240342"/>
          </a:xfrm>
          <a:custGeom>
            <a:avLst/>
            <a:gdLst>
              <a:gd name="csX0" fmla="*/ 2092100 w 2240341"/>
              <a:gd name="csY0" fmla="*/ 868 h 2240342"/>
              <a:gd name="csX1" fmla="*/ 2240341 w 2240341"/>
              <a:gd name="csY1" fmla="*/ 164699 h 2240342"/>
              <a:gd name="csX2" fmla="*/ 2240341 w 2240341"/>
              <a:gd name="csY2" fmla="*/ 1012907 h 2240342"/>
              <a:gd name="csX3" fmla="*/ 2104793 w 2240341"/>
              <a:gd name="csY3" fmla="*/ 1174841 h 2240342"/>
              <a:gd name="csX4" fmla="*/ 1174970 w 2240341"/>
              <a:gd name="csY4" fmla="*/ 2104664 h 2240342"/>
              <a:gd name="csX5" fmla="*/ 1012907 w 2240341"/>
              <a:gd name="csY5" fmla="*/ 2240341 h 2240342"/>
              <a:gd name="csX6" fmla="*/ 164699 w 2240341"/>
              <a:gd name="csY6" fmla="*/ 2240342 h 2240342"/>
              <a:gd name="csX7" fmla="*/ 1084 w 2240341"/>
              <a:gd name="csY7" fmla="*/ 2056033 h 2240342"/>
              <a:gd name="csX8" fmla="*/ 2056033 w 2240341"/>
              <a:gd name="csY8" fmla="*/ 1084 h 2240342"/>
              <a:gd name="csX9" fmla="*/ 2092100 w 2240341"/>
              <a:gd name="csY9" fmla="*/ 868 h 22403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40341" h="2240342">
                <a:moveTo>
                  <a:pt x="2092100" y="868"/>
                </a:moveTo>
                <a:cubicBezTo>
                  <a:pt x="2174291" y="9299"/>
                  <a:pt x="2240341" y="78235"/>
                  <a:pt x="2240341" y="164699"/>
                </a:cubicBezTo>
                <a:lnTo>
                  <a:pt x="2240341" y="1012907"/>
                </a:lnTo>
                <a:cubicBezTo>
                  <a:pt x="2240341" y="1092581"/>
                  <a:pt x="2183043" y="1159966"/>
                  <a:pt x="2104793" y="1174841"/>
                </a:cubicBezTo>
                <a:cubicBezTo>
                  <a:pt x="1634384" y="1263697"/>
                  <a:pt x="1263827" y="1634255"/>
                  <a:pt x="1174970" y="2104664"/>
                </a:cubicBezTo>
                <a:cubicBezTo>
                  <a:pt x="1160095" y="2182914"/>
                  <a:pt x="1092581" y="2240341"/>
                  <a:pt x="1012907" y="2240341"/>
                </a:cubicBezTo>
                <a:lnTo>
                  <a:pt x="164699" y="2240342"/>
                </a:lnTo>
                <a:cubicBezTo>
                  <a:pt x="65883" y="2240341"/>
                  <a:pt x="-10040" y="2154072"/>
                  <a:pt x="1084" y="2056033"/>
                </a:cubicBezTo>
                <a:cubicBezTo>
                  <a:pt x="123828" y="980056"/>
                  <a:pt x="980185" y="123699"/>
                  <a:pt x="2056033" y="1084"/>
                </a:cubicBezTo>
                <a:cubicBezTo>
                  <a:pt x="2068288" y="-306"/>
                  <a:pt x="2080359" y="-337"/>
                  <a:pt x="2092100" y="868"/>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3" name="Text Placeholder 10">
            <a:extLst>
              <a:ext uri="{FF2B5EF4-FFF2-40B4-BE49-F238E27FC236}">
                <a16:creationId xmlns:a16="http://schemas.microsoft.com/office/drawing/2014/main" id="{39315DCF-D6F0-3A0B-8299-236DCD825597}"/>
              </a:ext>
            </a:extLst>
          </p:cNvPr>
          <p:cNvSpPr>
            <a:spLocks noGrp="1" noChangeAspect="1"/>
          </p:cNvSpPr>
          <p:nvPr userDrawn="1">
            <p:ph type="body" sz="quarter" idx="36" hasCustomPrompt="1"/>
          </p:nvPr>
        </p:nvSpPr>
        <p:spPr>
          <a:xfrm>
            <a:off x="7456689" y="1951228"/>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7" name="Text Placeholder 10">
            <a:extLst>
              <a:ext uri="{FF2B5EF4-FFF2-40B4-BE49-F238E27FC236}">
                <a16:creationId xmlns:a16="http://schemas.microsoft.com/office/drawing/2014/main" id="{675552BD-B025-7897-2DDF-16B25A51AD7F}"/>
              </a:ext>
            </a:extLst>
          </p:cNvPr>
          <p:cNvSpPr>
            <a:spLocks noGrp="1"/>
          </p:cNvSpPr>
          <p:nvPr userDrawn="1">
            <p:ph type="body" sz="quarter" idx="26" hasCustomPrompt="1"/>
          </p:nvPr>
        </p:nvSpPr>
        <p:spPr>
          <a:xfrm>
            <a:off x="5111580" y="2842542"/>
            <a:ext cx="1968842" cy="1968838"/>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800" smtClean="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 </a:t>
            </a:r>
            <a:r>
              <a:rPr lang="en-GB" dirty="0" err="1"/>
              <a:t>dolor</a:t>
            </a:r>
            <a:r>
              <a:rPr lang="en-GB" dirty="0"/>
              <a:t> </a:t>
            </a:r>
          </a:p>
        </p:txBody>
      </p:sp>
      <p:cxnSp>
        <p:nvCxnSpPr>
          <p:cNvPr id="18" name="Straight Connector 17">
            <a:extLst>
              <a:ext uri="{FF2B5EF4-FFF2-40B4-BE49-F238E27FC236}">
                <a16:creationId xmlns:a16="http://schemas.microsoft.com/office/drawing/2014/main" id="{8F8690BC-233F-4097-7506-D36CC131F5F1}"/>
              </a:ext>
            </a:extLst>
          </p:cNvPr>
          <p:cNvCxnSpPr>
            <a:cxnSpLocks/>
          </p:cNvCxnSpPr>
          <p:nvPr userDrawn="1"/>
        </p:nvCxnSpPr>
        <p:spPr>
          <a:xfrm>
            <a:off x="431799" y="3826961"/>
            <a:ext cx="31887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E0FB9AA-2347-DC07-BD59-854ABC22B5DE}"/>
              </a:ext>
            </a:extLst>
          </p:cNvPr>
          <p:cNvCxnSpPr>
            <a:cxnSpLocks/>
          </p:cNvCxnSpPr>
          <p:nvPr userDrawn="1"/>
        </p:nvCxnSpPr>
        <p:spPr>
          <a:xfrm>
            <a:off x="8565119" y="3826961"/>
            <a:ext cx="31887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E078B865-9BF3-9274-881F-C5C357F9F58D}"/>
              </a:ext>
            </a:extLst>
          </p:cNvPr>
          <p:cNvSpPr>
            <a:spLocks noGrp="1"/>
          </p:cNvSpPr>
          <p:nvPr userDrawn="1">
            <p:ph type="body" sz="quarter" idx="27" hasCustomPrompt="1"/>
          </p:nvPr>
        </p:nvSpPr>
        <p:spPr>
          <a:xfrm>
            <a:off x="425621" y="2449420"/>
            <a:ext cx="3175343" cy="741200"/>
          </a:xfrm>
        </p:spPr>
        <p:txBody>
          <a:bodyPr anchor="ctr">
            <a:noAutofit/>
          </a:bodyPr>
          <a:lstStyle>
            <a:lvl1pPr marL="0" indent="0" algn="r">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12" name="Text Placeholder 10">
            <a:extLst>
              <a:ext uri="{FF2B5EF4-FFF2-40B4-BE49-F238E27FC236}">
                <a16:creationId xmlns:a16="http://schemas.microsoft.com/office/drawing/2014/main" id="{F485B2D6-BB8A-37B7-F6DB-91AFCFEE1D6A}"/>
              </a:ext>
            </a:extLst>
          </p:cNvPr>
          <p:cNvSpPr>
            <a:spLocks noGrp="1" noChangeAspect="1"/>
          </p:cNvSpPr>
          <p:nvPr userDrawn="1">
            <p:ph type="body" sz="quarter" idx="37" hasCustomPrompt="1"/>
          </p:nvPr>
        </p:nvSpPr>
        <p:spPr>
          <a:xfrm>
            <a:off x="7444439" y="4935460"/>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3" name="Text Placeholder 10">
            <a:extLst>
              <a:ext uri="{FF2B5EF4-FFF2-40B4-BE49-F238E27FC236}">
                <a16:creationId xmlns:a16="http://schemas.microsoft.com/office/drawing/2014/main" id="{364A6AD6-C0A7-C15C-574D-C310E299F76B}"/>
              </a:ext>
            </a:extLst>
          </p:cNvPr>
          <p:cNvSpPr>
            <a:spLocks noGrp="1" noChangeAspect="1"/>
          </p:cNvSpPr>
          <p:nvPr userDrawn="1">
            <p:ph type="body" sz="quarter" idx="38" hasCustomPrompt="1"/>
          </p:nvPr>
        </p:nvSpPr>
        <p:spPr>
          <a:xfrm>
            <a:off x="3996865" y="4935459"/>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4" name="Text Placeholder 25">
            <a:extLst>
              <a:ext uri="{FF2B5EF4-FFF2-40B4-BE49-F238E27FC236}">
                <a16:creationId xmlns:a16="http://schemas.microsoft.com/office/drawing/2014/main" id="{F214112C-2C2C-B7D5-0C7F-EA25C33307AA}"/>
              </a:ext>
            </a:extLst>
          </p:cNvPr>
          <p:cNvSpPr>
            <a:spLocks noGrp="1"/>
          </p:cNvSpPr>
          <p:nvPr userDrawn="1">
            <p:ph type="body" sz="quarter" idx="39" hasCustomPrompt="1"/>
          </p:nvPr>
        </p:nvSpPr>
        <p:spPr>
          <a:xfrm>
            <a:off x="425621" y="1653401"/>
            <a:ext cx="3175343" cy="838428"/>
          </a:xfrm>
        </p:spPr>
        <p:txBody>
          <a:bodyPr anchor="b">
            <a:noAutofit/>
          </a:bodyPr>
          <a:lstStyle>
            <a:lvl1pPr marL="0" indent="0" algn="r">
              <a:lnSpc>
                <a:spcPct val="120000"/>
              </a:lnSpc>
              <a:buFont typeface="Arial" panose="020B0604020202020204" pitchFamily="34" charset="0"/>
              <a:buNone/>
              <a:defRPr sz="2000">
                <a:solidFill>
                  <a:schemeClr val="accent1"/>
                </a:solidFill>
              </a:defRPr>
            </a:lvl1pPr>
          </a:lstStyle>
          <a:p>
            <a:pPr lvl="0"/>
            <a:r>
              <a:rPr lang="en-US" dirty="0"/>
              <a:t>Titel</a:t>
            </a:r>
          </a:p>
        </p:txBody>
      </p:sp>
      <p:sp>
        <p:nvSpPr>
          <p:cNvPr id="15" name="Text Placeholder 25">
            <a:extLst>
              <a:ext uri="{FF2B5EF4-FFF2-40B4-BE49-F238E27FC236}">
                <a16:creationId xmlns:a16="http://schemas.microsoft.com/office/drawing/2014/main" id="{8C824FCF-5C5F-2485-5A24-DD7E6766DD5C}"/>
              </a:ext>
            </a:extLst>
          </p:cNvPr>
          <p:cNvSpPr>
            <a:spLocks noGrp="1"/>
          </p:cNvSpPr>
          <p:nvPr userDrawn="1">
            <p:ph type="body" sz="quarter" idx="40" hasCustomPrompt="1"/>
          </p:nvPr>
        </p:nvSpPr>
        <p:spPr>
          <a:xfrm>
            <a:off x="465844" y="5318420"/>
            <a:ext cx="3175343" cy="741200"/>
          </a:xfrm>
        </p:spPr>
        <p:txBody>
          <a:bodyPr anchor="ctr">
            <a:noAutofit/>
          </a:bodyPr>
          <a:lstStyle>
            <a:lvl1pPr marL="0" indent="0" algn="r">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19" name="Text Placeholder 25">
            <a:extLst>
              <a:ext uri="{FF2B5EF4-FFF2-40B4-BE49-F238E27FC236}">
                <a16:creationId xmlns:a16="http://schemas.microsoft.com/office/drawing/2014/main" id="{5EA5857C-E819-2542-C14C-445CE94DA0AD}"/>
              </a:ext>
            </a:extLst>
          </p:cNvPr>
          <p:cNvSpPr>
            <a:spLocks noGrp="1"/>
          </p:cNvSpPr>
          <p:nvPr userDrawn="1">
            <p:ph type="body" sz="quarter" idx="41" hasCustomPrompt="1"/>
          </p:nvPr>
        </p:nvSpPr>
        <p:spPr>
          <a:xfrm>
            <a:off x="465844" y="4522401"/>
            <a:ext cx="3175343" cy="838428"/>
          </a:xfrm>
        </p:spPr>
        <p:txBody>
          <a:bodyPr anchor="b">
            <a:noAutofit/>
          </a:bodyPr>
          <a:lstStyle>
            <a:lvl1pPr marL="0" indent="0" algn="r">
              <a:lnSpc>
                <a:spcPct val="120000"/>
              </a:lnSpc>
              <a:buFont typeface="Arial" panose="020B0604020202020204" pitchFamily="34" charset="0"/>
              <a:buNone/>
              <a:defRPr sz="2000">
                <a:solidFill>
                  <a:schemeClr val="accent1"/>
                </a:solidFill>
              </a:defRPr>
            </a:lvl1pPr>
          </a:lstStyle>
          <a:p>
            <a:pPr lvl="0"/>
            <a:r>
              <a:rPr lang="en-US" dirty="0"/>
              <a:t>Titel</a:t>
            </a:r>
          </a:p>
        </p:txBody>
      </p:sp>
      <p:cxnSp>
        <p:nvCxnSpPr>
          <p:cNvPr id="20" name="Straight Connector 17">
            <a:extLst>
              <a:ext uri="{FF2B5EF4-FFF2-40B4-BE49-F238E27FC236}">
                <a16:creationId xmlns:a16="http://schemas.microsoft.com/office/drawing/2014/main" id="{DA7AB547-A506-0404-8723-A08E51724085}"/>
              </a:ext>
            </a:extLst>
          </p:cNvPr>
          <p:cNvCxnSpPr>
            <a:cxnSpLocks/>
          </p:cNvCxnSpPr>
          <p:nvPr userDrawn="1"/>
        </p:nvCxnSpPr>
        <p:spPr>
          <a:xfrm>
            <a:off x="8516768" y="3826961"/>
            <a:ext cx="31887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Text Placeholder 25">
            <a:extLst>
              <a:ext uri="{FF2B5EF4-FFF2-40B4-BE49-F238E27FC236}">
                <a16:creationId xmlns:a16="http://schemas.microsoft.com/office/drawing/2014/main" id="{42B19508-E24B-4D66-D436-1B1DDF21DBF7}"/>
              </a:ext>
            </a:extLst>
          </p:cNvPr>
          <p:cNvSpPr>
            <a:spLocks noGrp="1"/>
          </p:cNvSpPr>
          <p:nvPr userDrawn="1">
            <p:ph type="body" sz="quarter" idx="42" hasCustomPrompt="1"/>
          </p:nvPr>
        </p:nvSpPr>
        <p:spPr>
          <a:xfrm>
            <a:off x="8530156" y="2449420"/>
            <a:ext cx="3175343" cy="741200"/>
          </a:xfrm>
        </p:spPr>
        <p:txBody>
          <a:bodyPr anchor="ctr">
            <a:noAutofit/>
          </a:bodyPr>
          <a:lstStyle>
            <a:lvl1pPr marL="0" indent="0" algn="l">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22" name="Text Placeholder 25">
            <a:extLst>
              <a:ext uri="{FF2B5EF4-FFF2-40B4-BE49-F238E27FC236}">
                <a16:creationId xmlns:a16="http://schemas.microsoft.com/office/drawing/2014/main" id="{E4B0DB9A-A2DF-0092-8345-2F32EF0D524A}"/>
              </a:ext>
            </a:extLst>
          </p:cNvPr>
          <p:cNvSpPr>
            <a:spLocks noGrp="1"/>
          </p:cNvSpPr>
          <p:nvPr userDrawn="1">
            <p:ph type="body" sz="quarter" idx="43" hasCustomPrompt="1"/>
          </p:nvPr>
        </p:nvSpPr>
        <p:spPr>
          <a:xfrm>
            <a:off x="8530156" y="1653401"/>
            <a:ext cx="3175343" cy="838428"/>
          </a:xfrm>
        </p:spPr>
        <p:txBody>
          <a:bodyPr anchor="b">
            <a:noAutofit/>
          </a:bodyPr>
          <a:lstStyle>
            <a:lvl1pPr marL="0" indent="0" algn="l">
              <a:lnSpc>
                <a:spcPct val="120000"/>
              </a:lnSpc>
              <a:buFont typeface="Arial" panose="020B0604020202020204" pitchFamily="34" charset="0"/>
              <a:buNone/>
              <a:defRPr sz="2000">
                <a:solidFill>
                  <a:schemeClr val="accent1"/>
                </a:solidFill>
              </a:defRPr>
            </a:lvl1pPr>
          </a:lstStyle>
          <a:p>
            <a:pPr lvl="0"/>
            <a:r>
              <a:rPr lang="en-US" dirty="0"/>
              <a:t>Titel</a:t>
            </a:r>
          </a:p>
        </p:txBody>
      </p:sp>
      <p:sp>
        <p:nvSpPr>
          <p:cNvPr id="24" name="Text Placeholder 25">
            <a:extLst>
              <a:ext uri="{FF2B5EF4-FFF2-40B4-BE49-F238E27FC236}">
                <a16:creationId xmlns:a16="http://schemas.microsoft.com/office/drawing/2014/main" id="{309573FC-F7B3-4BF3-E346-4E11FFAC8F5C}"/>
              </a:ext>
            </a:extLst>
          </p:cNvPr>
          <p:cNvSpPr>
            <a:spLocks noGrp="1"/>
          </p:cNvSpPr>
          <p:nvPr userDrawn="1">
            <p:ph type="body" sz="quarter" idx="44" hasCustomPrompt="1"/>
          </p:nvPr>
        </p:nvSpPr>
        <p:spPr>
          <a:xfrm>
            <a:off x="8530156" y="5318420"/>
            <a:ext cx="3175343" cy="741200"/>
          </a:xfrm>
        </p:spPr>
        <p:txBody>
          <a:bodyPr anchor="ctr">
            <a:noAutofit/>
          </a:bodyPr>
          <a:lstStyle>
            <a:lvl1pPr marL="0" indent="0" algn="l">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25" name="Text Placeholder 25">
            <a:extLst>
              <a:ext uri="{FF2B5EF4-FFF2-40B4-BE49-F238E27FC236}">
                <a16:creationId xmlns:a16="http://schemas.microsoft.com/office/drawing/2014/main" id="{64A4A732-47F8-9EA7-631A-D0904F8C033D}"/>
              </a:ext>
            </a:extLst>
          </p:cNvPr>
          <p:cNvSpPr>
            <a:spLocks noGrp="1"/>
          </p:cNvSpPr>
          <p:nvPr userDrawn="1">
            <p:ph type="body" sz="quarter" idx="45" hasCustomPrompt="1"/>
          </p:nvPr>
        </p:nvSpPr>
        <p:spPr>
          <a:xfrm>
            <a:off x="8530156" y="4522401"/>
            <a:ext cx="3175343" cy="838428"/>
          </a:xfrm>
        </p:spPr>
        <p:txBody>
          <a:bodyPr anchor="b">
            <a:noAutofit/>
          </a:bodyPr>
          <a:lstStyle>
            <a:lvl1pPr marL="0" indent="0" algn="l">
              <a:lnSpc>
                <a:spcPct val="120000"/>
              </a:lnSpc>
              <a:buFont typeface="Arial" panose="020B0604020202020204" pitchFamily="34" charset="0"/>
              <a:buNone/>
              <a:defRPr sz="2000">
                <a:solidFill>
                  <a:schemeClr val="accent1"/>
                </a:solidFill>
              </a:defRPr>
            </a:lvl1pPr>
          </a:lstStyle>
          <a:p>
            <a:pPr lvl="0"/>
            <a:r>
              <a:rPr lang="en-US" dirty="0"/>
              <a:t>Titel</a:t>
            </a:r>
          </a:p>
        </p:txBody>
      </p:sp>
      <p:sp>
        <p:nvSpPr>
          <p:cNvPr id="27" name="Text Placeholder 8">
            <a:extLst>
              <a:ext uri="{FF2B5EF4-FFF2-40B4-BE49-F238E27FC236}">
                <a16:creationId xmlns:a16="http://schemas.microsoft.com/office/drawing/2014/main" id="{82AE70CF-953A-1087-3F95-0B55F05D10A5}"/>
              </a:ext>
            </a:extLst>
          </p:cNvPr>
          <p:cNvSpPr>
            <a:spLocks noGrp="1"/>
          </p:cNvSpPr>
          <p:nvPr userDrawn="1">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10">
            <a:extLst>
              <a:ext uri="{FF2B5EF4-FFF2-40B4-BE49-F238E27FC236}">
                <a16:creationId xmlns:a16="http://schemas.microsoft.com/office/drawing/2014/main" id="{BD97D7EC-9747-1EBA-B2EE-9E342A356B9F}"/>
              </a:ext>
            </a:extLst>
          </p:cNvPr>
          <p:cNvSpPr>
            <a:spLocks noGrp="1" noChangeAspect="1"/>
          </p:cNvSpPr>
          <p:nvPr>
            <p:ph type="body" sz="quarter" idx="56" hasCustomPrompt="1"/>
          </p:nvPr>
        </p:nvSpPr>
        <p:spPr>
          <a:xfrm>
            <a:off x="3996865" y="1951228"/>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Tree>
    <p:extLst>
      <p:ext uri="{BB962C8B-B14F-4D97-AF65-F5344CB8AC3E}">
        <p14:creationId xmlns:p14="http://schemas.microsoft.com/office/powerpoint/2010/main" val="416678887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 AT Kart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2704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2" name="Text Placeholder 16">
            <a:extLst>
              <a:ext uri="{FF2B5EF4-FFF2-40B4-BE49-F238E27FC236}">
                <a16:creationId xmlns:a16="http://schemas.microsoft.com/office/drawing/2014/main" id="{EA1A999F-8DAD-E717-6437-0DBF3963CAC8}"/>
              </a:ext>
            </a:extLst>
          </p:cNvPr>
          <p:cNvSpPr>
            <a:spLocks noGrp="1"/>
          </p:cNvSpPr>
          <p:nvPr>
            <p:ph type="body" sz="quarter" idx="19"/>
          </p:nvPr>
        </p:nvSpPr>
        <p:spPr>
          <a:xfrm>
            <a:off x="431800" y="1990863"/>
            <a:ext cx="5582838" cy="415276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4" name="Freeform 73">
            <a:extLst>
              <a:ext uri="{FF2B5EF4-FFF2-40B4-BE49-F238E27FC236}">
                <a16:creationId xmlns:a16="http://schemas.microsoft.com/office/drawing/2014/main" id="{96E0E21F-45B3-3C72-D6E1-9AE588046C70}"/>
              </a:ext>
            </a:extLst>
          </p:cNvPr>
          <p:cNvSpPr>
            <a:spLocks noGrp="1"/>
          </p:cNvSpPr>
          <p:nvPr>
            <p:ph type="body" sz="quarter" idx="47" hasCustomPrompt="1"/>
          </p:nvPr>
        </p:nvSpPr>
        <p:spPr>
          <a:xfrm>
            <a:off x="8067432" y="4795699"/>
            <a:ext cx="3127661" cy="1525565"/>
          </a:xfrm>
          <a:custGeom>
            <a:avLst/>
            <a:gdLst>
              <a:gd name="connsiteX0" fmla="*/ 2652426 w 2652478"/>
              <a:gd name="connsiteY0" fmla="*/ 438933 h 1293787"/>
              <a:gd name="connsiteX1" fmla="*/ 2652478 w 2652478"/>
              <a:gd name="connsiteY1" fmla="*/ 439090 h 1293787"/>
              <a:gd name="connsiteX2" fmla="*/ 2652402 w 2652478"/>
              <a:gd name="connsiteY2" fmla="*/ 439005 h 1293787"/>
              <a:gd name="connsiteX3" fmla="*/ 1958225 w 2652478"/>
              <a:gd name="connsiteY3" fmla="*/ 0 h 1293787"/>
              <a:gd name="connsiteX4" fmla="*/ 2052908 w 2652478"/>
              <a:gd name="connsiteY4" fmla="*/ 0 h 1293787"/>
              <a:gd name="connsiteX5" fmla="*/ 2177179 w 2652478"/>
              <a:gd name="connsiteY5" fmla="*/ 38474 h 1293787"/>
              <a:gd name="connsiteX6" fmla="*/ 2280712 w 2652478"/>
              <a:gd name="connsiteY6" fmla="*/ 56243 h 1293787"/>
              <a:gd name="connsiteX7" fmla="*/ 2293543 w 2652478"/>
              <a:gd name="connsiteY7" fmla="*/ 88793 h 1293787"/>
              <a:gd name="connsiteX8" fmla="*/ 2375395 w 2652478"/>
              <a:gd name="connsiteY8" fmla="*/ 88793 h 1293787"/>
              <a:gd name="connsiteX9" fmla="*/ 2436457 w 2652478"/>
              <a:gd name="connsiteY9" fmla="*/ 56243 h 1293787"/>
              <a:gd name="connsiteX10" fmla="*/ 2493748 w 2652478"/>
              <a:gd name="connsiteY10" fmla="*/ 59178 h 1293787"/>
              <a:gd name="connsiteX11" fmla="*/ 2523337 w 2652478"/>
              <a:gd name="connsiteY11" fmla="*/ 97651 h 1293787"/>
              <a:gd name="connsiteX12" fmla="*/ 2585446 w 2652478"/>
              <a:gd name="connsiteY12" fmla="*/ 109497 h 1293787"/>
              <a:gd name="connsiteX13" fmla="*/ 2612049 w 2652478"/>
              <a:gd name="connsiteY13" fmla="*/ 112433 h 1293787"/>
              <a:gd name="connsiteX14" fmla="*/ 2570626 w 2652478"/>
              <a:gd name="connsiteY14" fmla="*/ 204213 h 1293787"/>
              <a:gd name="connsiteX15" fmla="*/ 2546955 w 2652478"/>
              <a:gd name="connsiteY15" fmla="*/ 242687 h 1293787"/>
              <a:gd name="connsiteX16" fmla="*/ 2544022 w 2652478"/>
              <a:gd name="connsiteY16" fmla="*/ 304852 h 1293787"/>
              <a:gd name="connsiteX17" fmla="*/ 2612049 w 2652478"/>
              <a:gd name="connsiteY17" fmla="*/ 393698 h 1293787"/>
              <a:gd name="connsiteX18" fmla="*/ 2652402 w 2652478"/>
              <a:gd name="connsiteY18" fmla="*/ 439005 h 1293787"/>
              <a:gd name="connsiteX19" fmla="*/ 2630745 w 2652478"/>
              <a:gd name="connsiteY19" fmla="*/ 504086 h 1293787"/>
              <a:gd name="connsiteX20" fmla="*/ 2601157 w 2652478"/>
              <a:gd name="connsiteY20" fmla="*/ 529770 h 1293787"/>
              <a:gd name="connsiteX21" fmla="*/ 2622837 w 2652478"/>
              <a:gd name="connsiteY21" fmla="*/ 592931 h 1293787"/>
              <a:gd name="connsiteX22" fmla="*/ 2624827 w 2652478"/>
              <a:gd name="connsiteY22" fmla="*/ 612692 h 1293787"/>
              <a:gd name="connsiteX23" fmla="*/ 2436352 w 2652478"/>
              <a:gd name="connsiteY23" fmla="*/ 618615 h 1293787"/>
              <a:gd name="connsiteX24" fmla="*/ 2399956 w 2652478"/>
              <a:gd name="connsiteY24" fmla="*/ 622546 h 1293787"/>
              <a:gd name="connsiteX25" fmla="*/ 2436352 w 2652478"/>
              <a:gd name="connsiteY25" fmla="*/ 658085 h 1293787"/>
              <a:gd name="connsiteX26" fmla="*/ 2484741 w 2652478"/>
              <a:gd name="connsiteY26" fmla="*/ 679785 h 1293787"/>
              <a:gd name="connsiteX27" fmla="*/ 2478823 w 2652478"/>
              <a:gd name="connsiteY27" fmla="*/ 744938 h 1293787"/>
              <a:gd name="connsiteX28" fmla="*/ 2446302 w 2652478"/>
              <a:gd name="connsiteY28" fmla="*/ 752853 h 1293787"/>
              <a:gd name="connsiteX29" fmla="*/ 2421637 w 2652478"/>
              <a:gd name="connsiteY29" fmla="*/ 782468 h 1293787"/>
              <a:gd name="connsiteX30" fmla="*/ 2436352 w 2652478"/>
              <a:gd name="connsiteY30" fmla="*/ 970013 h 1293787"/>
              <a:gd name="connsiteX31" fmla="*/ 2352615 w 2652478"/>
              <a:gd name="connsiteY31" fmla="*/ 962098 h 1293787"/>
              <a:gd name="connsiteX32" fmla="*/ 2325016 w 2652478"/>
              <a:gd name="connsiteY32" fmla="*/ 997636 h 1293787"/>
              <a:gd name="connsiteX33" fmla="*/ 2293438 w 2652478"/>
              <a:gd name="connsiteY33" fmla="*/ 1045020 h 1293787"/>
              <a:gd name="connsiteX34" fmla="*/ 2268772 w 2652478"/>
              <a:gd name="connsiteY34" fmla="*/ 1045020 h 1293787"/>
              <a:gd name="connsiteX35" fmla="*/ 2268772 w 2652478"/>
              <a:gd name="connsiteY35" fmla="*/ 1145712 h 1293787"/>
              <a:gd name="connsiteX36" fmla="*/ 2236251 w 2652478"/>
              <a:gd name="connsiteY36" fmla="*/ 1154570 h 1293787"/>
              <a:gd name="connsiteX37" fmla="*/ 2197813 w 2652478"/>
              <a:gd name="connsiteY37" fmla="*/ 1127942 h 1293787"/>
              <a:gd name="connsiteX38" fmla="*/ 2114965 w 2652478"/>
              <a:gd name="connsiteY38" fmla="*/ 1130878 h 1293787"/>
              <a:gd name="connsiteX39" fmla="*/ 2106115 w 2652478"/>
              <a:gd name="connsiteY39" fmla="*/ 1169351 h 1293787"/>
              <a:gd name="connsiteX40" fmla="*/ 1978911 w 2652478"/>
              <a:gd name="connsiteY40" fmla="*/ 1160493 h 1293787"/>
              <a:gd name="connsiteX41" fmla="*/ 1887213 w 2652478"/>
              <a:gd name="connsiteY41" fmla="*/ 1157558 h 1293787"/>
              <a:gd name="connsiteX42" fmla="*/ 1780695 w 2652478"/>
              <a:gd name="connsiteY42" fmla="*/ 1293787 h 1293787"/>
              <a:gd name="connsiteX43" fmla="*/ 1741261 w 2652478"/>
              <a:gd name="connsiteY43" fmla="*/ 1290852 h 1293787"/>
              <a:gd name="connsiteX44" fmla="*/ 1715601 w 2652478"/>
              <a:gd name="connsiteY44" fmla="*/ 1261237 h 1293787"/>
              <a:gd name="connsiteX45" fmla="*/ 1617985 w 2652478"/>
              <a:gd name="connsiteY45" fmla="*/ 1261237 h 1293787"/>
              <a:gd name="connsiteX46" fmla="*/ 1609135 w 2652478"/>
              <a:gd name="connsiteY46" fmla="*/ 1228686 h 1293787"/>
              <a:gd name="connsiteX47" fmla="*/ 1511520 w 2652478"/>
              <a:gd name="connsiteY47" fmla="*/ 1234609 h 1293787"/>
              <a:gd name="connsiteX48" fmla="*/ 1490834 w 2652478"/>
              <a:gd name="connsiteY48" fmla="*/ 1204994 h 1293787"/>
              <a:gd name="connsiteX49" fmla="*/ 1437575 w 2652478"/>
              <a:gd name="connsiteY49" fmla="*/ 1204994 h 1293787"/>
              <a:gd name="connsiteX50" fmla="*/ 1357713 w 2652478"/>
              <a:gd name="connsiteY50" fmla="*/ 1204994 h 1293787"/>
              <a:gd name="connsiteX51" fmla="*/ 1337027 w 2652478"/>
              <a:gd name="connsiteY51" fmla="*/ 1169456 h 1293787"/>
              <a:gd name="connsiteX52" fmla="*/ 1260097 w 2652478"/>
              <a:gd name="connsiteY52" fmla="*/ 1169456 h 1293787"/>
              <a:gd name="connsiteX53" fmla="*/ 1203906 w 2652478"/>
              <a:gd name="connsiteY53" fmla="*/ 1187225 h 1293787"/>
              <a:gd name="connsiteX54" fmla="*/ 1177302 w 2652478"/>
              <a:gd name="connsiteY54" fmla="*/ 1154675 h 1293787"/>
              <a:gd name="connsiteX55" fmla="*/ 1085605 w 2652478"/>
              <a:gd name="connsiteY55" fmla="*/ 1169456 h 1293787"/>
              <a:gd name="connsiteX56" fmla="*/ 1023495 w 2652478"/>
              <a:gd name="connsiteY56" fmla="*/ 1119137 h 1293787"/>
              <a:gd name="connsiteX57" fmla="*/ 946565 w 2652478"/>
              <a:gd name="connsiteY57" fmla="*/ 1062894 h 1293787"/>
              <a:gd name="connsiteX58" fmla="*/ 946565 w 2652478"/>
              <a:gd name="connsiteY58" fmla="*/ 1006652 h 1293787"/>
              <a:gd name="connsiteX59" fmla="*/ 945256 w 2652478"/>
              <a:gd name="connsiteY59" fmla="*/ 935575 h 1293787"/>
              <a:gd name="connsiteX60" fmla="*/ 896291 w 2652478"/>
              <a:gd name="connsiteY60" fmla="*/ 935575 h 1293787"/>
              <a:gd name="connsiteX61" fmla="*/ 896291 w 2652478"/>
              <a:gd name="connsiteY61" fmla="*/ 971113 h 1293787"/>
              <a:gd name="connsiteX62" fmla="*/ 846017 w 2652478"/>
              <a:gd name="connsiteY62" fmla="*/ 971113 h 1293787"/>
              <a:gd name="connsiteX63" fmla="*/ 816429 w 2652478"/>
              <a:gd name="connsiteY63" fmla="*/ 1006652 h 1293787"/>
              <a:gd name="connsiteX64" fmla="*/ 591558 w 2652478"/>
              <a:gd name="connsiteY64" fmla="*/ 1012574 h 1293787"/>
              <a:gd name="connsiteX65" fmla="*/ 573805 w 2652478"/>
              <a:gd name="connsiteY65" fmla="*/ 1056971 h 1293787"/>
              <a:gd name="connsiteX66" fmla="*/ 541284 w 2652478"/>
              <a:gd name="connsiteY66" fmla="*/ 1114734 h 1293787"/>
              <a:gd name="connsiteX67" fmla="*/ 493942 w 2652478"/>
              <a:gd name="connsiteY67" fmla="*/ 1086586 h 1293787"/>
              <a:gd name="connsiteX68" fmla="*/ 431833 w 2652478"/>
              <a:gd name="connsiteY68" fmla="*/ 1080663 h 1293787"/>
              <a:gd name="connsiteX69" fmla="*/ 393394 w 2652478"/>
              <a:gd name="connsiteY69" fmla="*/ 1045125 h 1293787"/>
              <a:gd name="connsiteX70" fmla="*/ 354956 w 2652478"/>
              <a:gd name="connsiteY70" fmla="*/ 1051048 h 1293787"/>
              <a:gd name="connsiteX71" fmla="*/ 340187 w 2652478"/>
              <a:gd name="connsiteY71" fmla="*/ 994806 h 1293787"/>
              <a:gd name="connsiteX72" fmla="*/ 289913 w 2652478"/>
              <a:gd name="connsiteY72" fmla="*/ 991870 h 1293787"/>
              <a:gd name="connsiteX73" fmla="*/ 278078 w 2652478"/>
              <a:gd name="connsiteY73" fmla="*/ 1045177 h 1293787"/>
              <a:gd name="connsiteX74" fmla="*/ 233722 w 2652478"/>
              <a:gd name="connsiteY74" fmla="*/ 1062947 h 1293787"/>
              <a:gd name="connsiteX75" fmla="*/ 186380 w 2652478"/>
              <a:gd name="connsiteY75" fmla="*/ 1045177 h 1293787"/>
              <a:gd name="connsiteX76" fmla="*/ 186380 w 2652478"/>
              <a:gd name="connsiteY76" fmla="*/ 1015562 h 1293787"/>
              <a:gd name="connsiteX77" fmla="*/ 139039 w 2652478"/>
              <a:gd name="connsiteY77" fmla="*/ 1012627 h 1293787"/>
              <a:gd name="connsiteX78" fmla="*/ 139039 w 2652478"/>
              <a:gd name="connsiteY78" fmla="*/ 977089 h 1293787"/>
              <a:gd name="connsiteX79" fmla="*/ 68027 w 2652478"/>
              <a:gd name="connsiteY79" fmla="*/ 959320 h 1293787"/>
              <a:gd name="connsiteX80" fmla="*/ 0 w 2652478"/>
              <a:gd name="connsiteY80" fmla="*/ 950462 h 1293787"/>
              <a:gd name="connsiteX81" fmla="*/ 20686 w 2652478"/>
              <a:gd name="connsiteY81" fmla="*/ 876922 h 1293787"/>
              <a:gd name="connsiteX82" fmla="*/ 47289 w 2652478"/>
              <a:gd name="connsiteY82" fmla="*/ 808309 h 1293787"/>
              <a:gd name="connsiteX83" fmla="*/ 76877 w 2652478"/>
              <a:gd name="connsiteY83" fmla="*/ 796463 h 1293787"/>
              <a:gd name="connsiteX84" fmla="*/ 65042 w 2652478"/>
              <a:gd name="connsiteY84" fmla="*/ 743156 h 1293787"/>
              <a:gd name="connsiteX85" fmla="*/ 82795 w 2652478"/>
              <a:gd name="connsiteY85" fmla="*/ 695771 h 1293787"/>
              <a:gd name="connsiteX86" fmla="*/ 198163 w 2652478"/>
              <a:gd name="connsiteY86" fmla="*/ 695771 h 1293787"/>
              <a:gd name="connsiteX87" fmla="*/ 204081 w 2652478"/>
              <a:gd name="connsiteY87" fmla="*/ 766848 h 1293787"/>
              <a:gd name="connsiteX88" fmla="*/ 251423 w 2652478"/>
              <a:gd name="connsiteY88" fmla="*/ 775706 h 1293787"/>
              <a:gd name="connsiteX89" fmla="*/ 257340 w 2652478"/>
              <a:gd name="connsiteY89" fmla="*/ 834937 h 1293787"/>
              <a:gd name="connsiteX90" fmla="*/ 331285 w 2652478"/>
              <a:gd name="connsiteY90" fmla="*/ 793475 h 1293787"/>
              <a:gd name="connsiteX91" fmla="*/ 360873 w 2652478"/>
              <a:gd name="connsiteY91" fmla="*/ 722399 h 1293787"/>
              <a:gd name="connsiteX92" fmla="*/ 349038 w 2652478"/>
              <a:gd name="connsiteY92" fmla="*/ 672080 h 1293787"/>
              <a:gd name="connsiteX93" fmla="*/ 399312 w 2652478"/>
              <a:gd name="connsiteY93" fmla="*/ 672080 h 1293787"/>
              <a:gd name="connsiteX94" fmla="*/ 422982 w 2652478"/>
              <a:gd name="connsiteY94" fmla="*/ 701695 h 1293787"/>
              <a:gd name="connsiteX95" fmla="*/ 517665 w 2652478"/>
              <a:gd name="connsiteY95" fmla="*/ 695771 h 1293787"/>
              <a:gd name="connsiteX96" fmla="*/ 535418 w 2652478"/>
              <a:gd name="connsiteY96" fmla="*/ 772771 h 1293787"/>
              <a:gd name="connsiteX97" fmla="*/ 659689 w 2652478"/>
              <a:gd name="connsiteY97" fmla="*/ 772771 h 1293787"/>
              <a:gd name="connsiteX98" fmla="*/ 712948 w 2652478"/>
              <a:gd name="connsiteY98" fmla="*/ 719464 h 1293787"/>
              <a:gd name="connsiteX99" fmla="*/ 780975 w 2652478"/>
              <a:gd name="connsiteY99" fmla="*/ 672080 h 1293787"/>
              <a:gd name="connsiteX100" fmla="*/ 961438 w 2652478"/>
              <a:gd name="connsiteY100" fmla="*/ 672080 h 1293787"/>
              <a:gd name="connsiteX101" fmla="*/ 964371 w 2652478"/>
              <a:gd name="connsiteY101" fmla="*/ 583234 h 1293787"/>
              <a:gd name="connsiteX102" fmla="*/ 1044233 w 2652478"/>
              <a:gd name="connsiteY102" fmla="*/ 642464 h 1293787"/>
              <a:gd name="connsiteX103" fmla="*/ 1159602 w 2652478"/>
              <a:gd name="connsiteY103" fmla="*/ 633606 h 1293787"/>
              <a:gd name="connsiteX104" fmla="*/ 1227629 w 2652478"/>
              <a:gd name="connsiteY104" fmla="*/ 553671 h 1293787"/>
              <a:gd name="connsiteX105" fmla="*/ 1195108 w 2652478"/>
              <a:gd name="connsiteY105" fmla="*/ 485583 h 1293787"/>
              <a:gd name="connsiteX106" fmla="*/ 1159602 w 2652478"/>
              <a:gd name="connsiteY106" fmla="*/ 390815 h 1293787"/>
              <a:gd name="connsiteX107" fmla="*/ 1209876 w 2652478"/>
              <a:gd name="connsiteY107" fmla="*/ 367123 h 1293787"/>
              <a:gd name="connsiteX108" fmla="*/ 1322311 w 2652478"/>
              <a:gd name="connsiteY108" fmla="*/ 322726 h 1293787"/>
              <a:gd name="connsiteX109" fmla="*/ 1360750 w 2652478"/>
              <a:gd name="connsiteY109" fmla="*/ 284253 h 1293787"/>
              <a:gd name="connsiteX110" fmla="*/ 1411024 w 2652478"/>
              <a:gd name="connsiteY110" fmla="*/ 149019 h 1293787"/>
              <a:gd name="connsiteX111" fmla="*/ 1461298 w 2652478"/>
              <a:gd name="connsiteY111" fmla="*/ 189484 h 1293787"/>
              <a:gd name="connsiteX112" fmla="*/ 1505654 w 2652478"/>
              <a:gd name="connsiteY112" fmla="*/ 186549 h 1293787"/>
              <a:gd name="connsiteX113" fmla="*/ 1523407 w 2652478"/>
              <a:gd name="connsiteY113" fmla="*/ 59230 h 1293787"/>
              <a:gd name="connsiteX114" fmla="*/ 1665432 w 2652478"/>
              <a:gd name="connsiteY114" fmla="*/ 180626 h 1293787"/>
              <a:gd name="connsiteX115" fmla="*/ 1733459 w 2652478"/>
              <a:gd name="connsiteY115" fmla="*/ 130307 h 1293787"/>
              <a:gd name="connsiteX116" fmla="*/ 1801485 w 2652478"/>
              <a:gd name="connsiteY116" fmla="*/ 168780 h 1293787"/>
              <a:gd name="connsiteX117" fmla="*/ 1842909 w 2652478"/>
              <a:gd name="connsiteY117" fmla="*/ 115473 h 1293787"/>
              <a:gd name="connsiteX118" fmla="*/ 1857677 w 2652478"/>
              <a:gd name="connsiteY118" fmla="*/ 59230 h 1293787"/>
              <a:gd name="connsiteX119" fmla="*/ 1907951 w 2652478"/>
              <a:gd name="connsiteY119" fmla="*/ 74012 h 129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652478" h="1293787">
                <a:moveTo>
                  <a:pt x="2652426" y="438933"/>
                </a:moveTo>
                <a:lnTo>
                  <a:pt x="2652478" y="439090"/>
                </a:lnTo>
                <a:lnTo>
                  <a:pt x="2652402" y="439005"/>
                </a:lnTo>
                <a:close/>
                <a:moveTo>
                  <a:pt x="1958225" y="0"/>
                </a:moveTo>
                <a:lnTo>
                  <a:pt x="2052908" y="0"/>
                </a:lnTo>
                <a:lnTo>
                  <a:pt x="2177179" y="38474"/>
                </a:lnTo>
                <a:lnTo>
                  <a:pt x="2280712" y="56243"/>
                </a:lnTo>
                <a:cubicBezTo>
                  <a:pt x="2280712" y="56243"/>
                  <a:pt x="2276785" y="91781"/>
                  <a:pt x="2293543" y="88793"/>
                </a:cubicBezTo>
                <a:cubicBezTo>
                  <a:pt x="2310301" y="85858"/>
                  <a:pt x="2375395" y="88793"/>
                  <a:pt x="2375395" y="88793"/>
                </a:cubicBezTo>
                <a:lnTo>
                  <a:pt x="2436457" y="56243"/>
                </a:lnTo>
                <a:lnTo>
                  <a:pt x="2493748" y="59178"/>
                </a:lnTo>
                <a:lnTo>
                  <a:pt x="2523337" y="97651"/>
                </a:lnTo>
                <a:lnTo>
                  <a:pt x="2585446" y="109497"/>
                </a:lnTo>
                <a:lnTo>
                  <a:pt x="2612049" y="112433"/>
                </a:lnTo>
                <a:lnTo>
                  <a:pt x="2570626" y="204213"/>
                </a:lnTo>
                <a:lnTo>
                  <a:pt x="2546955" y="242687"/>
                </a:lnTo>
                <a:lnTo>
                  <a:pt x="2544022" y="304852"/>
                </a:lnTo>
                <a:lnTo>
                  <a:pt x="2612049" y="393698"/>
                </a:lnTo>
                <a:lnTo>
                  <a:pt x="2652402" y="439005"/>
                </a:lnTo>
                <a:lnTo>
                  <a:pt x="2630745" y="504086"/>
                </a:lnTo>
                <a:lnTo>
                  <a:pt x="2601157" y="529770"/>
                </a:lnTo>
                <a:lnTo>
                  <a:pt x="2622837" y="592931"/>
                </a:lnTo>
                <a:lnTo>
                  <a:pt x="2624827" y="612692"/>
                </a:lnTo>
                <a:lnTo>
                  <a:pt x="2436352" y="618615"/>
                </a:lnTo>
                <a:lnTo>
                  <a:pt x="2399956" y="622546"/>
                </a:lnTo>
                <a:lnTo>
                  <a:pt x="2436352" y="658085"/>
                </a:lnTo>
                <a:lnTo>
                  <a:pt x="2484741" y="679785"/>
                </a:lnTo>
                <a:lnTo>
                  <a:pt x="2478823" y="744938"/>
                </a:lnTo>
                <a:lnTo>
                  <a:pt x="2446302" y="752853"/>
                </a:lnTo>
                <a:lnTo>
                  <a:pt x="2421637" y="782468"/>
                </a:lnTo>
                <a:lnTo>
                  <a:pt x="2436352" y="970013"/>
                </a:lnTo>
                <a:lnTo>
                  <a:pt x="2352615" y="962098"/>
                </a:lnTo>
                <a:lnTo>
                  <a:pt x="2325016" y="997636"/>
                </a:lnTo>
                <a:lnTo>
                  <a:pt x="2293438" y="1045020"/>
                </a:lnTo>
                <a:lnTo>
                  <a:pt x="2268772" y="1045020"/>
                </a:lnTo>
                <a:lnTo>
                  <a:pt x="2268772" y="1145712"/>
                </a:lnTo>
                <a:lnTo>
                  <a:pt x="2236251" y="1154570"/>
                </a:lnTo>
                <a:lnTo>
                  <a:pt x="2197813" y="1127942"/>
                </a:lnTo>
                <a:lnTo>
                  <a:pt x="2114965" y="1130878"/>
                </a:lnTo>
                <a:lnTo>
                  <a:pt x="2106115" y="1169351"/>
                </a:lnTo>
                <a:lnTo>
                  <a:pt x="1978911" y="1160493"/>
                </a:lnTo>
                <a:lnTo>
                  <a:pt x="1887213" y="1157558"/>
                </a:lnTo>
                <a:lnTo>
                  <a:pt x="1780695" y="1293787"/>
                </a:lnTo>
                <a:lnTo>
                  <a:pt x="1741261" y="1290852"/>
                </a:lnTo>
                <a:lnTo>
                  <a:pt x="1715601" y="1261237"/>
                </a:lnTo>
                <a:lnTo>
                  <a:pt x="1617985" y="1261237"/>
                </a:lnTo>
                <a:lnTo>
                  <a:pt x="1609135" y="1228686"/>
                </a:lnTo>
                <a:lnTo>
                  <a:pt x="1511520" y="1234609"/>
                </a:lnTo>
                <a:lnTo>
                  <a:pt x="1490834" y="1204994"/>
                </a:lnTo>
                <a:cubicBezTo>
                  <a:pt x="1455328" y="1207929"/>
                  <a:pt x="1437575" y="1204994"/>
                  <a:pt x="1437575" y="1204994"/>
                </a:cubicBezTo>
                <a:lnTo>
                  <a:pt x="1357713" y="1204994"/>
                </a:lnTo>
                <a:lnTo>
                  <a:pt x="1337027" y="1169456"/>
                </a:lnTo>
                <a:cubicBezTo>
                  <a:pt x="1337027" y="1169456"/>
                  <a:pt x="1269000" y="1163533"/>
                  <a:pt x="1260097" y="1169456"/>
                </a:cubicBezTo>
                <a:cubicBezTo>
                  <a:pt x="1251247" y="1175379"/>
                  <a:pt x="1203906" y="1187225"/>
                  <a:pt x="1203906" y="1187225"/>
                </a:cubicBezTo>
                <a:lnTo>
                  <a:pt x="1177302" y="1154675"/>
                </a:lnTo>
                <a:cubicBezTo>
                  <a:pt x="1177302" y="1154675"/>
                  <a:pt x="1097440" y="1184290"/>
                  <a:pt x="1085605" y="1169456"/>
                </a:cubicBezTo>
                <a:cubicBezTo>
                  <a:pt x="1073769" y="1154675"/>
                  <a:pt x="1035330" y="1125060"/>
                  <a:pt x="1023495" y="1119137"/>
                </a:cubicBezTo>
                <a:cubicBezTo>
                  <a:pt x="1011660" y="1113214"/>
                  <a:pt x="949551" y="1071753"/>
                  <a:pt x="946565" y="1062894"/>
                </a:cubicBezTo>
                <a:cubicBezTo>
                  <a:pt x="943580" y="1054036"/>
                  <a:pt x="946565" y="1006652"/>
                  <a:pt x="946565" y="1006652"/>
                </a:cubicBezTo>
                <a:lnTo>
                  <a:pt x="945256" y="935575"/>
                </a:lnTo>
                <a:lnTo>
                  <a:pt x="896291" y="935575"/>
                </a:lnTo>
                <a:lnTo>
                  <a:pt x="896291" y="971113"/>
                </a:lnTo>
                <a:lnTo>
                  <a:pt x="846017" y="971113"/>
                </a:lnTo>
                <a:lnTo>
                  <a:pt x="816429" y="1006652"/>
                </a:lnTo>
                <a:lnTo>
                  <a:pt x="591558" y="1012574"/>
                </a:lnTo>
                <a:lnTo>
                  <a:pt x="573805" y="1056971"/>
                </a:lnTo>
                <a:lnTo>
                  <a:pt x="541284" y="1114734"/>
                </a:lnTo>
                <a:lnTo>
                  <a:pt x="493942" y="1086586"/>
                </a:lnTo>
                <a:cubicBezTo>
                  <a:pt x="493942" y="1086586"/>
                  <a:pt x="452519" y="1080663"/>
                  <a:pt x="431833" y="1080663"/>
                </a:cubicBezTo>
                <a:cubicBezTo>
                  <a:pt x="411147" y="1080663"/>
                  <a:pt x="393394" y="1045125"/>
                  <a:pt x="393394" y="1045125"/>
                </a:cubicBezTo>
                <a:lnTo>
                  <a:pt x="354956" y="1051048"/>
                </a:lnTo>
                <a:lnTo>
                  <a:pt x="340187" y="994806"/>
                </a:lnTo>
                <a:lnTo>
                  <a:pt x="289913" y="991870"/>
                </a:lnTo>
                <a:lnTo>
                  <a:pt x="278078" y="1045177"/>
                </a:lnTo>
                <a:cubicBezTo>
                  <a:pt x="278078" y="1045177"/>
                  <a:pt x="242572" y="1062947"/>
                  <a:pt x="233722" y="1062947"/>
                </a:cubicBezTo>
                <a:cubicBezTo>
                  <a:pt x="224872" y="1062947"/>
                  <a:pt x="186380" y="1062947"/>
                  <a:pt x="186380" y="1045177"/>
                </a:cubicBezTo>
                <a:cubicBezTo>
                  <a:pt x="186380" y="1027408"/>
                  <a:pt x="210051" y="1012627"/>
                  <a:pt x="186380" y="1015562"/>
                </a:cubicBezTo>
                <a:cubicBezTo>
                  <a:pt x="162710" y="1018498"/>
                  <a:pt x="139039" y="1012627"/>
                  <a:pt x="139039" y="1012627"/>
                </a:cubicBezTo>
                <a:lnTo>
                  <a:pt x="139039" y="977089"/>
                </a:lnTo>
                <a:cubicBezTo>
                  <a:pt x="139039" y="977089"/>
                  <a:pt x="73945" y="959320"/>
                  <a:pt x="68027" y="959320"/>
                </a:cubicBezTo>
                <a:cubicBezTo>
                  <a:pt x="62109" y="959320"/>
                  <a:pt x="0" y="950462"/>
                  <a:pt x="0" y="950462"/>
                </a:cubicBezTo>
                <a:lnTo>
                  <a:pt x="20686" y="876922"/>
                </a:lnTo>
                <a:lnTo>
                  <a:pt x="47289" y="808309"/>
                </a:lnTo>
                <a:lnTo>
                  <a:pt x="76877" y="796463"/>
                </a:lnTo>
                <a:lnTo>
                  <a:pt x="65042" y="743156"/>
                </a:lnTo>
                <a:lnTo>
                  <a:pt x="82795" y="695771"/>
                </a:lnTo>
                <a:lnTo>
                  <a:pt x="198163" y="695771"/>
                </a:lnTo>
                <a:lnTo>
                  <a:pt x="204081" y="766848"/>
                </a:lnTo>
                <a:lnTo>
                  <a:pt x="251423" y="775706"/>
                </a:lnTo>
                <a:lnTo>
                  <a:pt x="257340" y="834937"/>
                </a:lnTo>
                <a:lnTo>
                  <a:pt x="331285" y="793475"/>
                </a:lnTo>
                <a:lnTo>
                  <a:pt x="360873" y="722399"/>
                </a:lnTo>
                <a:lnTo>
                  <a:pt x="349038" y="672080"/>
                </a:lnTo>
                <a:lnTo>
                  <a:pt x="399312" y="672080"/>
                </a:lnTo>
                <a:lnTo>
                  <a:pt x="422982" y="701695"/>
                </a:lnTo>
                <a:lnTo>
                  <a:pt x="517665" y="695771"/>
                </a:lnTo>
                <a:lnTo>
                  <a:pt x="535418" y="772771"/>
                </a:lnTo>
                <a:lnTo>
                  <a:pt x="659689" y="772771"/>
                </a:lnTo>
                <a:lnTo>
                  <a:pt x="712948" y="719464"/>
                </a:lnTo>
                <a:lnTo>
                  <a:pt x="780975" y="672080"/>
                </a:lnTo>
                <a:lnTo>
                  <a:pt x="961438" y="672080"/>
                </a:lnTo>
                <a:lnTo>
                  <a:pt x="964371" y="583234"/>
                </a:lnTo>
                <a:cubicBezTo>
                  <a:pt x="999877" y="586170"/>
                  <a:pt x="1044233" y="642464"/>
                  <a:pt x="1044233" y="642464"/>
                </a:cubicBezTo>
                <a:lnTo>
                  <a:pt x="1159602" y="633606"/>
                </a:lnTo>
                <a:lnTo>
                  <a:pt x="1227629" y="553671"/>
                </a:lnTo>
                <a:lnTo>
                  <a:pt x="1195108" y="485583"/>
                </a:lnTo>
                <a:lnTo>
                  <a:pt x="1159602" y="390815"/>
                </a:lnTo>
                <a:lnTo>
                  <a:pt x="1209876" y="367123"/>
                </a:lnTo>
                <a:lnTo>
                  <a:pt x="1322311" y="322726"/>
                </a:lnTo>
                <a:lnTo>
                  <a:pt x="1360750" y="284253"/>
                </a:lnTo>
                <a:lnTo>
                  <a:pt x="1411024" y="149019"/>
                </a:lnTo>
                <a:lnTo>
                  <a:pt x="1461298" y="189484"/>
                </a:lnTo>
                <a:lnTo>
                  <a:pt x="1505654" y="186549"/>
                </a:lnTo>
                <a:lnTo>
                  <a:pt x="1523407" y="59230"/>
                </a:lnTo>
                <a:lnTo>
                  <a:pt x="1665432" y="180626"/>
                </a:lnTo>
                <a:lnTo>
                  <a:pt x="1733459" y="130307"/>
                </a:lnTo>
                <a:lnTo>
                  <a:pt x="1801485" y="168780"/>
                </a:lnTo>
                <a:lnTo>
                  <a:pt x="1842909" y="115473"/>
                </a:lnTo>
                <a:lnTo>
                  <a:pt x="1857677" y="59230"/>
                </a:lnTo>
                <a:lnTo>
                  <a:pt x="1907951" y="74012"/>
                </a:lnTo>
                <a:close/>
              </a:path>
            </a:pathLst>
          </a:custGeom>
          <a:solidFill>
            <a:schemeClr val="accent1">
              <a:lumMod val="10000"/>
              <a:lumOff val="90000"/>
              <a:alpha val="50000"/>
            </a:schemeClr>
          </a:solidFill>
          <a:ln w="317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l">
              <a:buNone/>
              <a:defRPr lang="en-US" sz="14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2" name="Freeform 71">
            <a:extLst>
              <a:ext uri="{FF2B5EF4-FFF2-40B4-BE49-F238E27FC236}">
                <a16:creationId xmlns:a16="http://schemas.microsoft.com/office/drawing/2014/main" id="{DDB632CB-B277-C499-ADCD-DEE6BEFFD1BF}"/>
              </a:ext>
            </a:extLst>
          </p:cNvPr>
          <p:cNvSpPr>
            <a:spLocks noGrp="1"/>
          </p:cNvSpPr>
          <p:nvPr>
            <p:ph type="body" sz="quarter" idx="46"/>
          </p:nvPr>
        </p:nvSpPr>
        <p:spPr>
          <a:xfrm>
            <a:off x="6771058" y="917841"/>
            <a:ext cx="3694224" cy="4944259"/>
          </a:xfrm>
          <a:custGeom>
            <a:avLst/>
            <a:gdLst>
              <a:gd name="connsiteX0" fmla="*/ 958401 w 3132962"/>
              <a:gd name="connsiteY0" fmla="*/ 0 h 4193080"/>
              <a:gd name="connsiteX1" fmla="*/ 1286805 w 3132962"/>
              <a:gd name="connsiteY1" fmla="*/ 56242 h 4193080"/>
              <a:gd name="connsiteX2" fmla="*/ 1397461 w 3132962"/>
              <a:gd name="connsiteY2" fmla="*/ 64000 h 4193080"/>
              <a:gd name="connsiteX3" fmla="*/ 1431814 w 3132962"/>
              <a:gd name="connsiteY3" fmla="*/ 162804 h 4193080"/>
              <a:gd name="connsiteX4" fmla="*/ 1422964 w 3132962"/>
              <a:gd name="connsiteY4" fmla="*/ 210189 h 4193080"/>
              <a:gd name="connsiteX5" fmla="*/ 1384525 w 3132962"/>
              <a:gd name="connsiteY5" fmla="*/ 245727 h 4193080"/>
              <a:gd name="connsiteX6" fmla="*/ 1446635 w 3132962"/>
              <a:gd name="connsiteY6" fmla="*/ 313815 h 4193080"/>
              <a:gd name="connsiteX7" fmla="*/ 1511729 w 3132962"/>
              <a:gd name="connsiteY7" fmla="*/ 328597 h 4193080"/>
              <a:gd name="connsiteX8" fmla="*/ 1566455 w 3132962"/>
              <a:gd name="connsiteY8" fmla="*/ 304905 h 4193080"/>
              <a:gd name="connsiteX9" fmla="*/ 1609345 w 3132962"/>
              <a:gd name="connsiteY9" fmla="*/ 361147 h 4193080"/>
              <a:gd name="connsiteX10" fmla="*/ 1671454 w 3132962"/>
              <a:gd name="connsiteY10" fmla="*/ 375928 h 4193080"/>
              <a:gd name="connsiteX11" fmla="*/ 1715810 w 3132962"/>
              <a:gd name="connsiteY11" fmla="*/ 358159 h 4193080"/>
              <a:gd name="connsiteX12" fmla="*/ 1766084 w 3132962"/>
              <a:gd name="connsiteY12" fmla="*/ 367018 h 4193080"/>
              <a:gd name="connsiteX13" fmla="*/ 1754249 w 3132962"/>
              <a:gd name="connsiteY13" fmla="*/ 452875 h 4193080"/>
              <a:gd name="connsiteX14" fmla="*/ 1715810 w 3132962"/>
              <a:gd name="connsiteY14" fmla="*/ 497272 h 4193080"/>
              <a:gd name="connsiteX15" fmla="*/ 1677372 w 3132962"/>
              <a:gd name="connsiteY15" fmla="*/ 553514 h 4193080"/>
              <a:gd name="connsiteX16" fmla="*/ 1774987 w 3132962"/>
              <a:gd name="connsiteY16" fmla="*/ 583129 h 4193080"/>
              <a:gd name="connsiteX17" fmla="*/ 1854849 w 3132962"/>
              <a:gd name="connsiteY17" fmla="*/ 603834 h 4193080"/>
              <a:gd name="connsiteX18" fmla="*/ 1899206 w 3132962"/>
              <a:gd name="connsiteY18" fmla="*/ 600898 h 4193080"/>
              <a:gd name="connsiteX19" fmla="*/ 1928794 w 3132962"/>
              <a:gd name="connsiteY19" fmla="*/ 541668 h 4193080"/>
              <a:gd name="connsiteX20" fmla="*/ 2023477 w 3132962"/>
              <a:gd name="connsiteY20" fmla="*/ 473580 h 4193080"/>
              <a:gd name="connsiteX21" fmla="*/ 2097422 w 3132962"/>
              <a:gd name="connsiteY21" fmla="*/ 473580 h 4193080"/>
              <a:gd name="connsiteX22" fmla="*/ 2257199 w 3132962"/>
              <a:gd name="connsiteY22" fmla="*/ 361042 h 4193080"/>
              <a:gd name="connsiteX23" fmla="*/ 2307473 w 3132962"/>
              <a:gd name="connsiteY23" fmla="*/ 287031 h 4193080"/>
              <a:gd name="connsiteX24" fmla="*/ 2411006 w 3132962"/>
              <a:gd name="connsiteY24" fmla="*/ 307735 h 4193080"/>
              <a:gd name="connsiteX25" fmla="*/ 2473115 w 3132962"/>
              <a:gd name="connsiteY25" fmla="*/ 310670 h 4193080"/>
              <a:gd name="connsiteX26" fmla="*/ 2481965 w 3132962"/>
              <a:gd name="connsiteY26" fmla="*/ 349144 h 4193080"/>
              <a:gd name="connsiteX27" fmla="*/ 2529307 w 3132962"/>
              <a:gd name="connsiteY27" fmla="*/ 343221 h 4193080"/>
              <a:gd name="connsiteX28" fmla="*/ 2532239 w 3132962"/>
              <a:gd name="connsiteY28" fmla="*/ 224760 h 4193080"/>
              <a:gd name="connsiteX29" fmla="*/ 2597334 w 3132962"/>
              <a:gd name="connsiteY29" fmla="*/ 186287 h 4193080"/>
              <a:gd name="connsiteX30" fmla="*/ 2647608 w 3132962"/>
              <a:gd name="connsiteY30" fmla="*/ 201068 h 4193080"/>
              <a:gd name="connsiteX31" fmla="*/ 2659443 w 3132962"/>
              <a:gd name="connsiteY31" fmla="*/ 289914 h 4193080"/>
              <a:gd name="connsiteX32" fmla="*/ 2686047 w 3132962"/>
              <a:gd name="connsiteY32" fmla="*/ 363925 h 4193080"/>
              <a:gd name="connsiteX33" fmla="*/ 2609117 w 3132962"/>
              <a:gd name="connsiteY33" fmla="*/ 378706 h 4193080"/>
              <a:gd name="connsiteX34" fmla="*/ 2552925 w 3132962"/>
              <a:gd name="connsiteY34" fmla="*/ 402399 h 4193080"/>
              <a:gd name="connsiteX35" fmla="*/ 2620952 w 3132962"/>
              <a:gd name="connsiteY35" fmla="*/ 470487 h 4193080"/>
              <a:gd name="connsiteX36" fmla="*/ 2727470 w 3132962"/>
              <a:gd name="connsiteY36" fmla="*/ 491191 h 4193080"/>
              <a:gd name="connsiteX37" fmla="*/ 2759991 w 3132962"/>
              <a:gd name="connsiteY37" fmla="*/ 529665 h 4193080"/>
              <a:gd name="connsiteX38" fmla="*/ 2712650 w 3132962"/>
              <a:gd name="connsiteY38" fmla="*/ 562215 h 4193080"/>
              <a:gd name="connsiteX39" fmla="*/ 2742238 w 3132962"/>
              <a:gd name="connsiteY39" fmla="*/ 588843 h 4193080"/>
              <a:gd name="connsiteX40" fmla="*/ 2777744 w 3132962"/>
              <a:gd name="connsiteY40" fmla="*/ 603624 h 4193080"/>
              <a:gd name="connsiteX41" fmla="*/ 2817859 w 3132962"/>
              <a:gd name="connsiteY41" fmla="*/ 645085 h 4193080"/>
              <a:gd name="connsiteX42" fmla="*/ 2869494 w 3132962"/>
              <a:gd name="connsiteY42" fmla="*/ 612535 h 4193080"/>
              <a:gd name="connsiteX43" fmla="*/ 2884262 w 3132962"/>
              <a:gd name="connsiteY43" fmla="*/ 585907 h 4193080"/>
              <a:gd name="connsiteX44" fmla="*/ 2884420 w 3132962"/>
              <a:gd name="connsiteY44" fmla="*/ 586379 h 4193080"/>
              <a:gd name="connsiteX45" fmla="*/ 2925843 w 3132962"/>
              <a:gd name="connsiteY45" fmla="*/ 660338 h 4193080"/>
              <a:gd name="connsiteX46" fmla="*/ 2996855 w 3132962"/>
              <a:gd name="connsiteY46" fmla="*/ 689953 h 4193080"/>
              <a:gd name="connsiteX47" fmla="*/ 2967267 w 3132962"/>
              <a:gd name="connsiteY47" fmla="*/ 755107 h 4193080"/>
              <a:gd name="connsiteX48" fmla="*/ 2884420 w 3132962"/>
              <a:gd name="connsiteY48" fmla="*/ 737338 h 4193080"/>
              <a:gd name="connsiteX49" fmla="*/ 2925843 w 3132962"/>
              <a:gd name="connsiteY49" fmla="*/ 956489 h 4193080"/>
              <a:gd name="connsiteX50" fmla="*/ 2908090 w 3132962"/>
              <a:gd name="connsiteY50" fmla="*/ 1086796 h 4193080"/>
              <a:gd name="connsiteX51" fmla="*/ 2831160 w 3132962"/>
              <a:gd name="connsiteY51" fmla="*/ 1134180 h 4193080"/>
              <a:gd name="connsiteX52" fmla="*/ 2831160 w 3132962"/>
              <a:gd name="connsiteY52" fmla="*/ 1234871 h 4193080"/>
              <a:gd name="connsiteX53" fmla="*/ 2943596 w 3132962"/>
              <a:gd name="connsiteY53" fmla="*/ 1288178 h 4193080"/>
              <a:gd name="connsiteX54" fmla="*/ 2985020 w 3132962"/>
              <a:gd name="connsiteY54" fmla="*/ 1394793 h 4193080"/>
              <a:gd name="connsiteX55" fmla="*/ 2961349 w 3132962"/>
              <a:gd name="connsiteY55" fmla="*/ 1457116 h 4193080"/>
              <a:gd name="connsiteX56" fmla="*/ 2985020 w 3132962"/>
              <a:gd name="connsiteY56" fmla="*/ 1560585 h 4193080"/>
              <a:gd name="connsiteX57" fmla="*/ 3038279 w 3132962"/>
              <a:gd name="connsiteY57" fmla="*/ 1619815 h 4193080"/>
              <a:gd name="connsiteX58" fmla="*/ 3020526 w 3132962"/>
              <a:gd name="connsiteY58" fmla="*/ 1708661 h 4193080"/>
              <a:gd name="connsiteX59" fmla="*/ 2990937 w 3132962"/>
              <a:gd name="connsiteY59" fmla="*/ 1815275 h 4193080"/>
              <a:gd name="connsiteX60" fmla="*/ 3044196 w 3132962"/>
              <a:gd name="connsiteY60" fmla="*/ 1921889 h 4193080"/>
              <a:gd name="connsiteX61" fmla="*/ 3091538 w 3132962"/>
              <a:gd name="connsiteY61" fmla="*/ 1991655 h 4193080"/>
              <a:gd name="connsiteX62" fmla="*/ 3132962 w 3132962"/>
              <a:gd name="connsiteY62" fmla="*/ 2063989 h 4193080"/>
              <a:gd name="connsiteX63" fmla="*/ 3115208 w 3132962"/>
              <a:gd name="connsiteY63" fmla="*/ 2235757 h 4193080"/>
              <a:gd name="connsiteX64" fmla="*/ 3077713 w 3132962"/>
              <a:gd name="connsiteY64" fmla="*/ 2263380 h 4193080"/>
              <a:gd name="connsiteX65" fmla="*/ 3063887 w 3132962"/>
              <a:gd name="connsiteY65" fmla="*/ 2312756 h 4193080"/>
              <a:gd name="connsiteX66" fmla="*/ 2996803 w 3132962"/>
              <a:gd name="connsiteY66" fmla="*/ 2312756 h 4193080"/>
              <a:gd name="connsiteX67" fmla="*/ 2979050 w 3132962"/>
              <a:gd name="connsiteY67" fmla="*/ 2232822 h 4193080"/>
              <a:gd name="connsiteX68" fmla="*/ 2904110 w 3132962"/>
              <a:gd name="connsiteY68" fmla="*/ 2216049 h 4193080"/>
              <a:gd name="connsiteX69" fmla="*/ 2874522 w 3132962"/>
              <a:gd name="connsiteY69" fmla="*/ 2184442 h 4193080"/>
              <a:gd name="connsiteX70" fmla="*/ 2874522 w 3132962"/>
              <a:gd name="connsiteY70" fmla="*/ 2241680 h 4193080"/>
              <a:gd name="connsiteX71" fmla="*/ 2902120 w 3132962"/>
              <a:gd name="connsiteY71" fmla="*/ 2283141 h 4193080"/>
              <a:gd name="connsiteX72" fmla="*/ 2870123 w 3132962"/>
              <a:gd name="connsiteY72" fmla="*/ 2316688 h 4193080"/>
              <a:gd name="connsiteX73" fmla="*/ 2783767 w 3132962"/>
              <a:gd name="connsiteY73" fmla="*/ 2368003 h 4193080"/>
              <a:gd name="connsiteX74" fmla="*/ 2679239 w 3132962"/>
              <a:gd name="connsiteY74" fmla="*/ 2383780 h 4193080"/>
              <a:gd name="connsiteX75" fmla="*/ 2602309 w 3132962"/>
              <a:gd name="connsiteY75" fmla="*/ 2383780 h 4193080"/>
              <a:gd name="connsiteX76" fmla="*/ 2519461 w 3132962"/>
              <a:gd name="connsiteY76" fmla="*/ 2492386 h 4193080"/>
              <a:gd name="connsiteX77" fmla="*/ 2424779 w 3132962"/>
              <a:gd name="connsiteY77" fmla="*/ 2559531 h 4193080"/>
              <a:gd name="connsiteX78" fmla="*/ 2280817 w 3132962"/>
              <a:gd name="connsiteY78" fmla="*/ 2549677 h 4193080"/>
              <a:gd name="connsiteX79" fmla="*/ 2231486 w 3132962"/>
              <a:gd name="connsiteY79" fmla="*/ 2610532 h 4193080"/>
              <a:gd name="connsiteX80" fmla="*/ 2188072 w 3132962"/>
              <a:gd name="connsiteY80" fmla="*/ 2648377 h 4193080"/>
              <a:gd name="connsiteX81" fmla="*/ 2138741 w 3132962"/>
              <a:gd name="connsiteY81" fmla="*/ 2599001 h 4193080"/>
              <a:gd name="connsiteX82" fmla="*/ 2146648 w 3132962"/>
              <a:gd name="connsiteY82" fmla="*/ 2687846 h 4193080"/>
              <a:gd name="connsiteX83" fmla="*/ 2199907 w 3132962"/>
              <a:gd name="connsiteY83" fmla="*/ 2766837 h 4193080"/>
              <a:gd name="connsiteX84" fmla="*/ 2280765 w 3132962"/>
              <a:gd name="connsiteY84" fmla="*/ 2822136 h 4193080"/>
              <a:gd name="connsiteX85" fmla="*/ 2243269 w 3132962"/>
              <a:gd name="connsiteY85" fmla="*/ 2871512 h 4193080"/>
              <a:gd name="connsiteX86" fmla="*/ 2221588 w 3132962"/>
              <a:gd name="connsiteY86" fmla="*/ 2936665 h 4193080"/>
              <a:gd name="connsiteX87" fmla="*/ 2306425 w 3132962"/>
              <a:gd name="connsiteY87" fmla="*/ 3025511 h 4193080"/>
              <a:gd name="connsiteX88" fmla="*/ 2733440 w 3132962"/>
              <a:gd name="connsiteY88" fmla="*/ 3417373 h 4193080"/>
              <a:gd name="connsiteX89" fmla="*/ 2715687 w 3132962"/>
              <a:gd name="connsiteY89" fmla="*/ 3544692 h 4193080"/>
              <a:gd name="connsiteX90" fmla="*/ 2671331 w 3132962"/>
              <a:gd name="connsiteY90" fmla="*/ 3547628 h 4193080"/>
              <a:gd name="connsiteX91" fmla="*/ 2621057 w 3132962"/>
              <a:gd name="connsiteY91" fmla="*/ 3507162 h 4193080"/>
              <a:gd name="connsiteX92" fmla="*/ 2570783 w 3132962"/>
              <a:gd name="connsiteY92" fmla="*/ 3642396 h 4193080"/>
              <a:gd name="connsiteX93" fmla="*/ 2532344 w 3132962"/>
              <a:gd name="connsiteY93" fmla="*/ 3680869 h 4193080"/>
              <a:gd name="connsiteX94" fmla="*/ 2419909 w 3132962"/>
              <a:gd name="connsiteY94" fmla="*/ 3725266 h 4193080"/>
              <a:gd name="connsiteX95" fmla="*/ 2369635 w 3132962"/>
              <a:gd name="connsiteY95" fmla="*/ 3748958 h 4193080"/>
              <a:gd name="connsiteX96" fmla="*/ 2405141 w 3132962"/>
              <a:gd name="connsiteY96" fmla="*/ 3843726 h 4193080"/>
              <a:gd name="connsiteX97" fmla="*/ 2437661 w 3132962"/>
              <a:gd name="connsiteY97" fmla="*/ 3911815 h 4193080"/>
              <a:gd name="connsiteX98" fmla="*/ 2369635 w 3132962"/>
              <a:gd name="connsiteY98" fmla="*/ 3991749 h 4193080"/>
              <a:gd name="connsiteX99" fmla="*/ 2254266 w 3132962"/>
              <a:gd name="connsiteY99" fmla="*/ 4000608 h 4193080"/>
              <a:gd name="connsiteX100" fmla="*/ 2174404 w 3132962"/>
              <a:gd name="connsiteY100" fmla="*/ 3941377 h 4193080"/>
              <a:gd name="connsiteX101" fmla="*/ 2171471 w 3132962"/>
              <a:gd name="connsiteY101" fmla="*/ 4030223 h 4193080"/>
              <a:gd name="connsiteX102" fmla="*/ 1991008 w 3132962"/>
              <a:gd name="connsiteY102" fmla="*/ 4030223 h 4193080"/>
              <a:gd name="connsiteX103" fmla="*/ 1922981 w 3132962"/>
              <a:gd name="connsiteY103" fmla="*/ 4077607 h 4193080"/>
              <a:gd name="connsiteX104" fmla="*/ 1869722 w 3132962"/>
              <a:gd name="connsiteY104" fmla="*/ 4130914 h 4193080"/>
              <a:gd name="connsiteX105" fmla="*/ 1745451 w 3132962"/>
              <a:gd name="connsiteY105" fmla="*/ 4130914 h 4193080"/>
              <a:gd name="connsiteX106" fmla="*/ 1727698 w 3132962"/>
              <a:gd name="connsiteY106" fmla="*/ 4053915 h 4193080"/>
              <a:gd name="connsiteX107" fmla="*/ 1633015 w 3132962"/>
              <a:gd name="connsiteY107" fmla="*/ 4059838 h 4193080"/>
              <a:gd name="connsiteX108" fmla="*/ 1609345 w 3132962"/>
              <a:gd name="connsiteY108" fmla="*/ 4030223 h 4193080"/>
              <a:gd name="connsiteX109" fmla="*/ 1559071 w 3132962"/>
              <a:gd name="connsiteY109" fmla="*/ 4030223 h 4193080"/>
              <a:gd name="connsiteX110" fmla="*/ 1570906 w 3132962"/>
              <a:gd name="connsiteY110" fmla="*/ 4080542 h 4193080"/>
              <a:gd name="connsiteX111" fmla="*/ 1541318 w 3132962"/>
              <a:gd name="connsiteY111" fmla="*/ 4151618 h 4193080"/>
              <a:gd name="connsiteX112" fmla="*/ 1467373 w 3132962"/>
              <a:gd name="connsiteY112" fmla="*/ 4193080 h 4193080"/>
              <a:gd name="connsiteX113" fmla="*/ 1461455 w 3132962"/>
              <a:gd name="connsiteY113" fmla="*/ 4133849 h 4193080"/>
              <a:gd name="connsiteX114" fmla="*/ 1414114 w 3132962"/>
              <a:gd name="connsiteY114" fmla="*/ 4124991 h 4193080"/>
              <a:gd name="connsiteX115" fmla="*/ 1408196 w 3132962"/>
              <a:gd name="connsiteY115" fmla="*/ 4053915 h 4193080"/>
              <a:gd name="connsiteX116" fmla="*/ 1292828 w 3132962"/>
              <a:gd name="connsiteY116" fmla="*/ 4053915 h 4193080"/>
              <a:gd name="connsiteX117" fmla="*/ 1275075 w 3132962"/>
              <a:gd name="connsiteY117" fmla="*/ 4101299 h 4193080"/>
              <a:gd name="connsiteX118" fmla="*/ 1209980 w 3132962"/>
              <a:gd name="connsiteY118" fmla="*/ 4058370 h 4193080"/>
              <a:gd name="connsiteX119" fmla="*/ 1165624 w 3132962"/>
              <a:gd name="connsiteY119" fmla="*/ 4005063 h 4193080"/>
              <a:gd name="connsiteX120" fmla="*/ 1019149 w 3132962"/>
              <a:gd name="connsiteY120" fmla="*/ 4005063 h 4193080"/>
              <a:gd name="connsiteX121" fmla="*/ 965890 w 3132962"/>
              <a:gd name="connsiteY121" fmla="*/ 3969525 h 4193080"/>
              <a:gd name="connsiteX122" fmla="*/ 939286 w 3132962"/>
              <a:gd name="connsiteY122" fmla="*/ 4005063 h 4193080"/>
              <a:gd name="connsiteX123" fmla="*/ 859424 w 3132962"/>
              <a:gd name="connsiteY123" fmla="*/ 4027288 h 4193080"/>
              <a:gd name="connsiteX124" fmla="*/ 837219 w 3132962"/>
              <a:gd name="connsiteY124" fmla="*/ 4053915 h 4193080"/>
              <a:gd name="connsiteX125" fmla="*/ 584278 w 3132962"/>
              <a:gd name="connsiteY125" fmla="*/ 4058370 h 4193080"/>
              <a:gd name="connsiteX126" fmla="*/ 584278 w 3132962"/>
              <a:gd name="connsiteY126" fmla="*/ 3769662 h 4193080"/>
              <a:gd name="connsiteX127" fmla="*/ 602031 w 3132962"/>
              <a:gd name="connsiteY127" fmla="*/ 3658592 h 4193080"/>
              <a:gd name="connsiteX128" fmla="*/ 650839 w 3132962"/>
              <a:gd name="connsiteY128" fmla="*/ 3507058 h 4193080"/>
              <a:gd name="connsiteX129" fmla="*/ 810616 w 3132962"/>
              <a:gd name="connsiteY129" fmla="*/ 3315319 h 4193080"/>
              <a:gd name="connsiteX130" fmla="*/ 650839 w 3132962"/>
              <a:gd name="connsiteY130" fmla="*/ 3272129 h 4193080"/>
              <a:gd name="connsiteX131" fmla="*/ 539870 w 3132962"/>
              <a:gd name="connsiteY131" fmla="*/ 3227732 h 4193080"/>
              <a:gd name="connsiteX132" fmla="*/ 446653 w 3132962"/>
              <a:gd name="connsiteY132" fmla="*/ 3227732 h 4193080"/>
              <a:gd name="connsiteX133" fmla="*/ 446653 w 3132962"/>
              <a:gd name="connsiteY133" fmla="*/ 3258815 h 4193080"/>
              <a:gd name="connsiteX134" fmla="*/ 371190 w 3132962"/>
              <a:gd name="connsiteY134" fmla="*/ 3245501 h 4193080"/>
              <a:gd name="connsiteX135" fmla="*/ 371190 w 3132962"/>
              <a:gd name="connsiteY135" fmla="*/ 3201105 h 4193080"/>
              <a:gd name="connsiteX136" fmla="*/ 291327 w 3132962"/>
              <a:gd name="connsiteY136" fmla="*/ 3232188 h 4193080"/>
              <a:gd name="connsiteX137" fmla="*/ 251370 w 3132962"/>
              <a:gd name="connsiteY137" fmla="*/ 3161111 h 4193080"/>
              <a:gd name="connsiteX138" fmla="*/ 229166 w 3132962"/>
              <a:gd name="connsiteY138" fmla="*/ 3090035 h 4193080"/>
              <a:gd name="connsiteX139" fmla="*/ 167056 w 3132962"/>
              <a:gd name="connsiteY139" fmla="*/ 3067811 h 4193080"/>
              <a:gd name="connsiteX140" fmla="*/ 167056 w 3132962"/>
              <a:gd name="connsiteY140" fmla="*/ 3032272 h 4193080"/>
              <a:gd name="connsiteX141" fmla="*/ 201096 w 3132962"/>
              <a:gd name="connsiteY141" fmla="*/ 2952338 h 4193080"/>
              <a:gd name="connsiteX142" fmla="*/ 209946 w 3132962"/>
              <a:gd name="connsiteY142" fmla="*/ 2884249 h 4193080"/>
              <a:gd name="connsiteX143" fmla="*/ 144852 w 3132962"/>
              <a:gd name="connsiteY143" fmla="*/ 2845776 h 4193080"/>
              <a:gd name="connsiteX144" fmla="*/ 118249 w 3132962"/>
              <a:gd name="connsiteY144" fmla="*/ 2839853 h 4193080"/>
              <a:gd name="connsiteX145" fmla="*/ 97563 w 3132962"/>
              <a:gd name="connsiteY145" fmla="*/ 2798392 h 4193080"/>
              <a:gd name="connsiteX146" fmla="*/ 82795 w 3132962"/>
              <a:gd name="connsiteY146" fmla="*/ 2742149 h 4193080"/>
              <a:gd name="connsiteX147" fmla="*/ 82795 w 3132962"/>
              <a:gd name="connsiteY147" fmla="*/ 2688842 h 4193080"/>
              <a:gd name="connsiteX148" fmla="*/ 165642 w 3132962"/>
              <a:gd name="connsiteY148" fmla="*/ 2620753 h 4193080"/>
              <a:gd name="connsiteX149" fmla="*/ 147889 w 3132962"/>
              <a:gd name="connsiteY149" fmla="*/ 2561523 h 4193080"/>
              <a:gd name="connsiteX150" fmla="*/ 97615 w 3132962"/>
              <a:gd name="connsiteY150" fmla="*/ 2546742 h 4193080"/>
              <a:gd name="connsiteX151" fmla="*/ 71012 w 3132962"/>
              <a:gd name="connsiteY151" fmla="*/ 2449038 h 4193080"/>
              <a:gd name="connsiteX152" fmla="*/ 59177 w 3132962"/>
              <a:gd name="connsiteY152" fmla="*/ 2372039 h 4193080"/>
              <a:gd name="connsiteX153" fmla="*/ 59177 w 3132962"/>
              <a:gd name="connsiteY153" fmla="*/ 2277271 h 4193080"/>
              <a:gd name="connsiteX154" fmla="*/ 29588 w 3132962"/>
              <a:gd name="connsiteY154" fmla="*/ 2223964 h 4193080"/>
              <a:gd name="connsiteX155" fmla="*/ 0 w 3132962"/>
              <a:gd name="connsiteY155" fmla="*/ 2197336 h 4193080"/>
              <a:gd name="connsiteX156" fmla="*/ 65094 w 3132962"/>
              <a:gd name="connsiteY156" fmla="*/ 2155875 h 4193080"/>
              <a:gd name="connsiteX157" fmla="*/ 106518 w 3132962"/>
              <a:gd name="connsiteY157" fmla="*/ 2173644 h 4193080"/>
              <a:gd name="connsiteX158" fmla="*/ 91750 w 3132962"/>
              <a:gd name="connsiteY158" fmla="*/ 2070017 h 4193080"/>
              <a:gd name="connsiteX159" fmla="*/ 97668 w 3132962"/>
              <a:gd name="connsiteY159" fmla="*/ 1972314 h 4193080"/>
              <a:gd name="connsiteX160" fmla="*/ 118353 w 3132962"/>
              <a:gd name="connsiteY160" fmla="*/ 1945686 h 4193080"/>
              <a:gd name="connsiteX161" fmla="*/ 29588 w 3132962"/>
              <a:gd name="connsiteY161" fmla="*/ 1853906 h 4193080"/>
              <a:gd name="connsiteX162" fmla="*/ 0 w 3132962"/>
              <a:gd name="connsiteY162" fmla="*/ 1794675 h 4193080"/>
              <a:gd name="connsiteX163" fmla="*/ 29588 w 3132962"/>
              <a:gd name="connsiteY163" fmla="*/ 1759137 h 4193080"/>
              <a:gd name="connsiteX164" fmla="*/ 76930 w 3132962"/>
              <a:gd name="connsiteY164" fmla="*/ 1747291 h 4193080"/>
              <a:gd name="connsiteX165" fmla="*/ 150874 w 3132962"/>
              <a:gd name="connsiteY165" fmla="*/ 1714741 h 4193080"/>
              <a:gd name="connsiteX166" fmla="*/ 272160 w 3132962"/>
              <a:gd name="connsiteY166" fmla="*/ 1729522 h 4193080"/>
              <a:gd name="connsiteX167" fmla="*/ 304681 w 3132962"/>
              <a:gd name="connsiteY167" fmla="*/ 1682138 h 4193080"/>
              <a:gd name="connsiteX168" fmla="*/ 281011 w 3132962"/>
              <a:gd name="connsiteY168" fmla="*/ 1640677 h 4193080"/>
              <a:gd name="connsiteX169" fmla="*/ 354956 w 3132962"/>
              <a:gd name="connsiteY169" fmla="*/ 1581447 h 4193080"/>
              <a:gd name="connsiteX170" fmla="*/ 417065 w 3132962"/>
              <a:gd name="connsiteY170" fmla="*/ 1545908 h 4193080"/>
              <a:gd name="connsiteX171" fmla="*/ 411147 w 3132962"/>
              <a:gd name="connsiteY171" fmla="*/ 1234976 h 4193080"/>
              <a:gd name="connsiteX172" fmla="*/ 440736 w 3132962"/>
              <a:gd name="connsiteY172" fmla="*/ 983274 h 4193080"/>
              <a:gd name="connsiteX173" fmla="*/ 461421 w 3132962"/>
              <a:gd name="connsiteY173" fmla="*/ 962570 h 4193080"/>
              <a:gd name="connsiteX174" fmla="*/ 443668 w 3132962"/>
              <a:gd name="connsiteY174" fmla="*/ 927031 h 4193080"/>
              <a:gd name="connsiteX175" fmla="*/ 393394 w 3132962"/>
              <a:gd name="connsiteY175" fmla="*/ 906327 h 4193080"/>
              <a:gd name="connsiteX176" fmla="*/ 399312 w 3132962"/>
              <a:gd name="connsiteY176" fmla="*/ 826393 h 4193080"/>
              <a:gd name="connsiteX177" fmla="*/ 502845 w 3132962"/>
              <a:gd name="connsiteY177" fmla="*/ 764227 h 4193080"/>
              <a:gd name="connsiteX178" fmla="*/ 644869 w 3132962"/>
              <a:gd name="connsiteY178" fmla="*/ 725754 h 4193080"/>
              <a:gd name="connsiteX179" fmla="*/ 769140 w 3132962"/>
              <a:gd name="connsiteY179" fmla="*/ 743523 h 4193080"/>
              <a:gd name="connsiteX180" fmla="*/ 780975 w 3132962"/>
              <a:gd name="connsiteY180" fmla="*/ 805688 h 4193080"/>
              <a:gd name="connsiteX181" fmla="*/ 807579 w 3132962"/>
              <a:gd name="connsiteY181" fmla="*/ 867854 h 4193080"/>
              <a:gd name="connsiteX182" fmla="*/ 840100 w 3132962"/>
              <a:gd name="connsiteY182" fmla="*/ 820469 h 4193080"/>
              <a:gd name="connsiteX183" fmla="*/ 822347 w 3132962"/>
              <a:gd name="connsiteY183" fmla="*/ 779008 h 4193080"/>
              <a:gd name="connsiteX184" fmla="*/ 872621 w 3132962"/>
              <a:gd name="connsiteY184" fmla="*/ 793790 h 4193080"/>
              <a:gd name="connsiteX185" fmla="*/ 893306 w 3132962"/>
              <a:gd name="connsiteY185" fmla="*/ 823405 h 4193080"/>
              <a:gd name="connsiteX186" fmla="*/ 896239 w 3132962"/>
              <a:gd name="connsiteY186" fmla="*/ 758252 h 4193080"/>
              <a:gd name="connsiteX187" fmla="*/ 881471 w 3132962"/>
              <a:gd name="connsiteY187" fmla="*/ 722713 h 4193080"/>
              <a:gd name="connsiteX188" fmla="*/ 922895 w 3132962"/>
              <a:gd name="connsiteY188" fmla="*/ 642779 h 4193080"/>
              <a:gd name="connsiteX189" fmla="*/ 1002757 w 3132962"/>
              <a:gd name="connsiteY189" fmla="*/ 633921 h 4193080"/>
              <a:gd name="connsiteX190" fmla="*/ 1097440 w 3132962"/>
              <a:gd name="connsiteY190" fmla="*/ 622074 h 4193080"/>
              <a:gd name="connsiteX191" fmla="*/ 1085605 w 3132962"/>
              <a:gd name="connsiteY191" fmla="*/ 586589 h 4193080"/>
              <a:gd name="connsiteX192" fmla="*/ 1041248 w 3132962"/>
              <a:gd name="connsiteY192" fmla="*/ 571755 h 4193080"/>
              <a:gd name="connsiteX193" fmla="*/ 1023495 w 3132962"/>
              <a:gd name="connsiteY193" fmla="*/ 468128 h 4193080"/>
              <a:gd name="connsiteX194" fmla="*/ 1011660 w 3132962"/>
              <a:gd name="connsiteY194" fmla="*/ 379283 h 4193080"/>
              <a:gd name="connsiteX195" fmla="*/ 976154 w 3132962"/>
              <a:gd name="connsiteY195" fmla="*/ 379283 h 4193080"/>
              <a:gd name="connsiteX196" fmla="*/ 964319 w 3132962"/>
              <a:gd name="connsiteY196" fmla="*/ 331899 h 4193080"/>
              <a:gd name="connsiteX197" fmla="*/ 1017578 w 3132962"/>
              <a:gd name="connsiteY197" fmla="*/ 331899 h 4193080"/>
              <a:gd name="connsiteX198" fmla="*/ 1038263 w 3132962"/>
              <a:gd name="connsiteY198" fmla="*/ 251964 h 4193080"/>
              <a:gd name="connsiteX199" fmla="*/ 1017578 w 3132962"/>
              <a:gd name="connsiteY199" fmla="*/ 172030 h 4193080"/>
              <a:gd name="connsiteX200" fmla="*/ 958401 w 3132962"/>
              <a:gd name="connsiteY200" fmla="*/ 86172 h 419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Lst>
            <a:rect l="l" t="t" r="r" b="b"/>
            <a:pathLst>
              <a:path w="3132962" h="4193080">
                <a:moveTo>
                  <a:pt x="958401" y="0"/>
                </a:moveTo>
                <a:lnTo>
                  <a:pt x="1286805" y="56242"/>
                </a:lnTo>
                <a:lnTo>
                  <a:pt x="1397461" y="64000"/>
                </a:lnTo>
                <a:lnTo>
                  <a:pt x="1431814" y="162804"/>
                </a:lnTo>
                <a:cubicBezTo>
                  <a:pt x="1431814" y="162804"/>
                  <a:pt x="1431814" y="204266"/>
                  <a:pt x="1422964" y="210189"/>
                </a:cubicBezTo>
                <a:cubicBezTo>
                  <a:pt x="1414114" y="216112"/>
                  <a:pt x="1384525" y="245727"/>
                  <a:pt x="1384525" y="245727"/>
                </a:cubicBezTo>
                <a:lnTo>
                  <a:pt x="1446635" y="313815"/>
                </a:lnTo>
                <a:cubicBezTo>
                  <a:pt x="1446635" y="313815"/>
                  <a:pt x="1502827" y="328597"/>
                  <a:pt x="1511729" y="328597"/>
                </a:cubicBezTo>
                <a:cubicBezTo>
                  <a:pt x="1520632" y="328597"/>
                  <a:pt x="1567921" y="298982"/>
                  <a:pt x="1566455" y="304905"/>
                </a:cubicBezTo>
                <a:cubicBezTo>
                  <a:pt x="1564988" y="310828"/>
                  <a:pt x="1609345" y="361147"/>
                  <a:pt x="1609345" y="361147"/>
                </a:cubicBezTo>
                <a:lnTo>
                  <a:pt x="1671454" y="375928"/>
                </a:lnTo>
                <a:lnTo>
                  <a:pt x="1715810" y="358159"/>
                </a:lnTo>
                <a:lnTo>
                  <a:pt x="1766084" y="367018"/>
                </a:lnTo>
                <a:lnTo>
                  <a:pt x="1754249" y="452875"/>
                </a:lnTo>
                <a:cubicBezTo>
                  <a:pt x="1754249" y="452875"/>
                  <a:pt x="1724661" y="491349"/>
                  <a:pt x="1715810" y="497272"/>
                </a:cubicBezTo>
                <a:cubicBezTo>
                  <a:pt x="1706960" y="503195"/>
                  <a:pt x="1677372" y="553514"/>
                  <a:pt x="1677372" y="553514"/>
                </a:cubicBezTo>
                <a:cubicBezTo>
                  <a:pt x="1677372" y="553514"/>
                  <a:pt x="1748384" y="586065"/>
                  <a:pt x="1774987" y="583129"/>
                </a:cubicBezTo>
                <a:cubicBezTo>
                  <a:pt x="1801590" y="580194"/>
                  <a:pt x="1854849" y="603834"/>
                  <a:pt x="1854849" y="603834"/>
                </a:cubicBezTo>
                <a:lnTo>
                  <a:pt x="1899206" y="600898"/>
                </a:lnTo>
                <a:lnTo>
                  <a:pt x="1928794" y="541668"/>
                </a:lnTo>
                <a:lnTo>
                  <a:pt x="2023477" y="473580"/>
                </a:lnTo>
                <a:lnTo>
                  <a:pt x="2097422" y="473580"/>
                </a:lnTo>
                <a:lnTo>
                  <a:pt x="2257199" y="361042"/>
                </a:lnTo>
                <a:lnTo>
                  <a:pt x="2307473" y="287031"/>
                </a:lnTo>
                <a:lnTo>
                  <a:pt x="2411006" y="307735"/>
                </a:lnTo>
                <a:lnTo>
                  <a:pt x="2473115" y="310670"/>
                </a:lnTo>
                <a:lnTo>
                  <a:pt x="2481965" y="349144"/>
                </a:lnTo>
                <a:lnTo>
                  <a:pt x="2529307" y="343221"/>
                </a:lnTo>
                <a:lnTo>
                  <a:pt x="2532239" y="224760"/>
                </a:lnTo>
                <a:lnTo>
                  <a:pt x="2597334" y="186287"/>
                </a:lnTo>
                <a:lnTo>
                  <a:pt x="2647608" y="201068"/>
                </a:lnTo>
                <a:cubicBezTo>
                  <a:pt x="2647608" y="201068"/>
                  <a:pt x="2656458" y="281003"/>
                  <a:pt x="2659443" y="289914"/>
                </a:cubicBezTo>
                <a:cubicBezTo>
                  <a:pt x="2662428" y="298824"/>
                  <a:pt x="2694949" y="358002"/>
                  <a:pt x="2686047" y="363925"/>
                </a:cubicBezTo>
                <a:cubicBezTo>
                  <a:pt x="2677196" y="369848"/>
                  <a:pt x="2609117" y="378706"/>
                  <a:pt x="2609117" y="378706"/>
                </a:cubicBezTo>
                <a:lnTo>
                  <a:pt x="2552925" y="402399"/>
                </a:lnTo>
                <a:lnTo>
                  <a:pt x="2620952" y="470487"/>
                </a:lnTo>
                <a:lnTo>
                  <a:pt x="2727470" y="491191"/>
                </a:lnTo>
                <a:cubicBezTo>
                  <a:pt x="2727470" y="491191"/>
                  <a:pt x="2771827" y="520807"/>
                  <a:pt x="2759991" y="529665"/>
                </a:cubicBezTo>
                <a:cubicBezTo>
                  <a:pt x="2748156" y="538523"/>
                  <a:pt x="2712650" y="562215"/>
                  <a:pt x="2712650" y="562215"/>
                </a:cubicBezTo>
                <a:lnTo>
                  <a:pt x="2742238" y="588843"/>
                </a:lnTo>
                <a:lnTo>
                  <a:pt x="2777744" y="603624"/>
                </a:lnTo>
                <a:lnTo>
                  <a:pt x="2817859" y="645085"/>
                </a:lnTo>
                <a:lnTo>
                  <a:pt x="2869494" y="612535"/>
                </a:lnTo>
                <a:lnTo>
                  <a:pt x="2884262" y="585907"/>
                </a:lnTo>
                <a:lnTo>
                  <a:pt x="2884420" y="586379"/>
                </a:lnTo>
                <a:lnTo>
                  <a:pt x="2925843" y="660338"/>
                </a:lnTo>
                <a:lnTo>
                  <a:pt x="2996855" y="689953"/>
                </a:lnTo>
                <a:lnTo>
                  <a:pt x="2967267" y="755107"/>
                </a:lnTo>
                <a:lnTo>
                  <a:pt x="2884420" y="737338"/>
                </a:lnTo>
                <a:lnTo>
                  <a:pt x="2925843" y="956489"/>
                </a:lnTo>
                <a:lnTo>
                  <a:pt x="2908090" y="1086796"/>
                </a:lnTo>
                <a:lnTo>
                  <a:pt x="2831160" y="1134180"/>
                </a:lnTo>
                <a:cubicBezTo>
                  <a:pt x="2831160" y="1134180"/>
                  <a:pt x="2801572" y="1228948"/>
                  <a:pt x="2831160" y="1234871"/>
                </a:cubicBezTo>
                <a:cubicBezTo>
                  <a:pt x="2860749" y="1240794"/>
                  <a:pt x="2943596" y="1288178"/>
                  <a:pt x="2943596" y="1288178"/>
                </a:cubicBezTo>
                <a:lnTo>
                  <a:pt x="2985020" y="1394793"/>
                </a:lnTo>
                <a:lnTo>
                  <a:pt x="2961349" y="1457116"/>
                </a:lnTo>
                <a:cubicBezTo>
                  <a:pt x="2961349" y="1457116"/>
                  <a:pt x="2967267" y="1554662"/>
                  <a:pt x="2985020" y="1560585"/>
                </a:cubicBezTo>
                <a:cubicBezTo>
                  <a:pt x="3002773" y="1566508"/>
                  <a:pt x="3038279" y="1619815"/>
                  <a:pt x="3038279" y="1619815"/>
                </a:cubicBezTo>
                <a:lnTo>
                  <a:pt x="3020526" y="1708661"/>
                </a:lnTo>
                <a:lnTo>
                  <a:pt x="2990937" y="1815275"/>
                </a:lnTo>
                <a:lnTo>
                  <a:pt x="3044196" y="1921889"/>
                </a:lnTo>
                <a:lnTo>
                  <a:pt x="3091538" y="1991655"/>
                </a:lnTo>
                <a:lnTo>
                  <a:pt x="3132962" y="2063989"/>
                </a:lnTo>
                <a:lnTo>
                  <a:pt x="3115208" y="2235757"/>
                </a:lnTo>
                <a:lnTo>
                  <a:pt x="3077713" y="2263380"/>
                </a:lnTo>
                <a:lnTo>
                  <a:pt x="3063887" y="2312756"/>
                </a:lnTo>
                <a:lnTo>
                  <a:pt x="2996803" y="2312756"/>
                </a:lnTo>
                <a:cubicBezTo>
                  <a:pt x="2996803" y="2312756"/>
                  <a:pt x="2984967" y="2235757"/>
                  <a:pt x="2979050" y="2232822"/>
                </a:cubicBezTo>
                <a:cubicBezTo>
                  <a:pt x="2973132" y="2229887"/>
                  <a:pt x="2913955" y="2219980"/>
                  <a:pt x="2904110" y="2216049"/>
                </a:cubicBezTo>
                <a:cubicBezTo>
                  <a:pt x="2894265" y="2212117"/>
                  <a:pt x="2884367" y="2178519"/>
                  <a:pt x="2874522" y="2184442"/>
                </a:cubicBezTo>
                <a:cubicBezTo>
                  <a:pt x="2864676" y="2190365"/>
                  <a:pt x="2874522" y="2241680"/>
                  <a:pt x="2874522" y="2241680"/>
                </a:cubicBezTo>
                <a:lnTo>
                  <a:pt x="2902120" y="2283141"/>
                </a:lnTo>
                <a:lnTo>
                  <a:pt x="2870123" y="2316688"/>
                </a:lnTo>
                <a:cubicBezTo>
                  <a:pt x="2870123" y="2316688"/>
                  <a:pt x="2789684" y="2366064"/>
                  <a:pt x="2783767" y="2368003"/>
                </a:cubicBezTo>
                <a:cubicBezTo>
                  <a:pt x="2777849" y="2369995"/>
                  <a:pt x="2687094" y="2385772"/>
                  <a:pt x="2679239" y="2383780"/>
                </a:cubicBezTo>
                <a:cubicBezTo>
                  <a:pt x="2671383" y="2381788"/>
                  <a:pt x="2608227" y="2375865"/>
                  <a:pt x="2602309" y="2383780"/>
                </a:cubicBezTo>
                <a:cubicBezTo>
                  <a:pt x="2596391" y="2391695"/>
                  <a:pt x="2527369" y="2486463"/>
                  <a:pt x="2519461" y="2492386"/>
                </a:cubicBezTo>
                <a:cubicBezTo>
                  <a:pt x="2511554" y="2498309"/>
                  <a:pt x="2432686" y="2559531"/>
                  <a:pt x="2424779" y="2559531"/>
                </a:cubicBezTo>
                <a:cubicBezTo>
                  <a:pt x="2416871" y="2559531"/>
                  <a:pt x="2280817" y="2549677"/>
                  <a:pt x="2280817" y="2549677"/>
                </a:cubicBezTo>
                <a:cubicBezTo>
                  <a:pt x="2280817" y="2549677"/>
                  <a:pt x="2231486" y="2598319"/>
                  <a:pt x="2231486" y="2610532"/>
                </a:cubicBezTo>
                <a:cubicBezTo>
                  <a:pt x="2231486" y="2622745"/>
                  <a:pt x="2188072" y="2648377"/>
                  <a:pt x="2188072" y="2648377"/>
                </a:cubicBezTo>
                <a:cubicBezTo>
                  <a:pt x="2188072" y="2648377"/>
                  <a:pt x="2142721" y="2597061"/>
                  <a:pt x="2138741" y="2599001"/>
                </a:cubicBezTo>
                <a:cubicBezTo>
                  <a:pt x="2134813" y="2600993"/>
                  <a:pt x="2146648" y="2687846"/>
                  <a:pt x="2146648" y="2687846"/>
                </a:cubicBezTo>
                <a:cubicBezTo>
                  <a:pt x="2146648" y="2687846"/>
                  <a:pt x="2190062" y="2762853"/>
                  <a:pt x="2199907" y="2766837"/>
                </a:cubicBezTo>
                <a:cubicBezTo>
                  <a:pt x="2209753" y="2770768"/>
                  <a:pt x="2280765" y="2822136"/>
                  <a:pt x="2280765" y="2822136"/>
                </a:cubicBezTo>
                <a:lnTo>
                  <a:pt x="2243269" y="2871512"/>
                </a:lnTo>
                <a:cubicBezTo>
                  <a:pt x="2243269" y="2871512"/>
                  <a:pt x="2213680" y="2922827"/>
                  <a:pt x="2221588" y="2936665"/>
                </a:cubicBezTo>
                <a:cubicBezTo>
                  <a:pt x="2229496" y="2950503"/>
                  <a:pt x="2300508" y="3021580"/>
                  <a:pt x="2306425" y="3025511"/>
                </a:cubicBezTo>
                <a:cubicBezTo>
                  <a:pt x="2312343" y="3029442"/>
                  <a:pt x="2733440" y="3417373"/>
                  <a:pt x="2733440" y="3417373"/>
                </a:cubicBezTo>
                <a:lnTo>
                  <a:pt x="2715687" y="3544692"/>
                </a:lnTo>
                <a:lnTo>
                  <a:pt x="2671331" y="3547628"/>
                </a:lnTo>
                <a:lnTo>
                  <a:pt x="2621057" y="3507162"/>
                </a:lnTo>
                <a:lnTo>
                  <a:pt x="2570783" y="3642396"/>
                </a:lnTo>
                <a:lnTo>
                  <a:pt x="2532344" y="3680869"/>
                </a:lnTo>
                <a:lnTo>
                  <a:pt x="2419909" y="3725266"/>
                </a:lnTo>
                <a:lnTo>
                  <a:pt x="2369635" y="3748958"/>
                </a:lnTo>
                <a:lnTo>
                  <a:pt x="2405141" y="3843726"/>
                </a:lnTo>
                <a:lnTo>
                  <a:pt x="2437661" y="3911815"/>
                </a:lnTo>
                <a:lnTo>
                  <a:pt x="2369635" y="3991749"/>
                </a:lnTo>
                <a:lnTo>
                  <a:pt x="2254266" y="4000608"/>
                </a:lnTo>
                <a:cubicBezTo>
                  <a:pt x="2254266" y="4000608"/>
                  <a:pt x="2209910" y="3944365"/>
                  <a:pt x="2174404" y="3941377"/>
                </a:cubicBezTo>
                <a:lnTo>
                  <a:pt x="2171471" y="4030223"/>
                </a:lnTo>
                <a:lnTo>
                  <a:pt x="1991008" y="4030223"/>
                </a:lnTo>
                <a:lnTo>
                  <a:pt x="1922981" y="4077607"/>
                </a:lnTo>
                <a:lnTo>
                  <a:pt x="1869722" y="4130914"/>
                </a:lnTo>
                <a:lnTo>
                  <a:pt x="1745451" y="4130914"/>
                </a:lnTo>
                <a:lnTo>
                  <a:pt x="1727698" y="4053915"/>
                </a:lnTo>
                <a:lnTo>
                  <a:pt x="1633015" y="4059838"/>
                </a:lnTo>
                <a:lnTo>
                  <a:pt x="1609345" y="4030223"/>
                </a:lnTo>
                <a:lnTo>
                  <a:pt x="1559071" y="4030223"/>
                </a:lnTo>
                <a:lnTo>
                  <a:pt x="1570906" y="4080542"/>
                </a:lnTo>
                <a:lnTo>
                  <a:pt x="1541318" y="4151618"/>
                </a:lnTo>
                <a:lnTo>
                  <a:pt x="1467373" y="4193080"/>
                </a:lnTo>
                <a:lnTo>
                  <a:pt x="1461455" y="4133849"/>
                </a:lnTo>
                <a:lnTo>
                  <a:pt x="1414114" y="4124991"/>
                </a:lnTo>
                <a:lnTo>
                  <a:pt x="1408196" y="4053915"/>
                </a:lnTo>
                <a:lnTo>
                  <a:pt x="1292828" y="4053915"/>
                </a:lnTo>
                <a:lnTo>
                  <a:pt x="1275075" y="4101299"/>
                </a:lnTo>
                <a:lnTo>
                  <a:pt x="1209980" y="4058370"/>
                </a:lnTo>
                <a:lnTo>
                  <a:pt x="1165624" y="4005063"/>
                </a:lnTo>
                <a:lnTo>
                  <a:pt x="1019149" y="4005063"/>
                </a:lnTo>
                <a:lnTo>
                  <a:pt x="965890" y="3969525"/>
                </a:lnTo>
                <a:lnTo>
                  <a:pt x="939286" y="4005063"/>
                </a:lnTo>
                <a:lnTo>
                  <a:pt x="859424" y="4027288"/>
                </a:lnTo>
                <a:lnTo>
                  <a:pt x="837219" y="4053915"/>
                </a:lnTo>
                <a:lnTo>
                  <a:pt x="584278" y="4058370"/>
                </a:lnTo>
                <a:lnTo>
                  <a:pt x="584278" y="3769662"/>
                </a:lnTo>
                <a:lnTo>
                  <a:pt x="602031" y="3658592"/>
                </a:lnTo>
                <a:lnTo>
                  <a:pt x="650839" y="3507058"/>
                </a:lnTo>
                <a:lnTo>
                  <a:pt x="810616" y="3315319"/>
                </a:lnTo>
                <a:lnTo>
                  <a:pt x="650839" y="3272129"/>
                </a:lnTo>
                <a:lnTo>
                  <a:pt x="539870" y="3227732"/>
                </a:lnTo>
                <a:lnTo>
                  <a:pt x="446653" y="3227732"/>
                </a:lnTo>
                <a:lnTo>
                  <a:pt x="446653" y="3258815"/>
                </a:lnTo>
                <a:lnTo>
                  <a:pt x="371190" y="3245501"/>
                </a:lnTo>
                <a:cubicBezTo>
                  <a:pt x="371190" y="3245501"/>
                  <a:pt x="393185" y="3198170"/>
                  <a:pt x="371190" y="3201105"/>
                </a:cubicBezTo>
                <a:cubicBezTo>
                  <a:pt x="304629" y="3209963"/>
                  <a:pt x="291327" y="3232188"/>
                  <a:pt x="291327" y="3232188"/>
                </a:cubicBezTo>
                <a:cubicBezTo>
                  <a:pt x="291327" y="3232188"/>
                  <a:pt x="255821" y="3174425"/>
                  <a:pt x="251370" y="3161111"/>
                </a:cubicBezTo>
                <a:cubicBezTo>
                  <a:pt x="246919" y="3147797"/>
                  <a:pt x="242520" y="3090035"/>
                  <a:pt x="229166" y="3090035"/>
                </a:cubicBezTo>
                <a:cubicBezTo>
                  <a:pt x="215812" y="3090035"/>
                  <a:pt x="180358" y="3067811"/>
                  <a:pt x="167056" y="3067811"/>
                </a:cubicBezTo>
                <a:cubicBezTo>
                  <a:pt x="153755" y="3067811"/>
                  <a:pt x="167056" y="3032272"/>
                  <a:pt x="167056" y="3032272"/>
                </a:cubicBezTo>
                <a:lnTo>
                  <a:pt x="201096" y="2952338"/>
                </a:lnTo>
                <a:lnTo>
                  <a:pt x="209946" y="2884249"/>
                </a:lnTo>
                <a:lnTo>
                  <a:pt x="144852" y="2845776"/>
                </a:lnTo>
                <a:cubicBezTo>
                  <a:pt x="144852" y="2845776"/>
                  <a:pt x="118249" y="2848711"/>
                  <a:pt x="118249" y="2839853"/>
                </a:cubicBezTo>
                <a:cubicBezTo>
                  <a:pt x="118249" y="2830994"/>
                  <a:pt x="97563" y="2798392"/>
                  <a:pt x="97563" y="2798392"/>
                </a:cubicBezTo>
                <a:lnTo>
                  <a:pt x="82795" y="2742149"/>
                </a:lnTo>
                <a:lnTo>
                  <a:pt x="82795" y="2688842"/>
                </a:lnTo>
                <a:lnTo>
                  <a:pt x="165642" y="2620753"/>
                </a:lnTo>
                <a:lnTo>
                  <a:pt x="147889" y="2561523"/>
                </a:lnTo>
                <a:lnTo>
                  <a:pt x="97615" y="2546742"/>
                </a:lnTo>
                <a:lnTo>
                  <a:pt x="71012" y="2449038"/>
                </a:lnTo>
                <a:cubicBezTo>
                  <a:pt x="71012" y="2449038"/>
                  <a:pt x="71012" y="2377962"/>
                  <a:pt x="59177" y="2372039"/>
                </a:cubicBezTo>
                <a:cubicBezTo>
                  <a:pt x="47341" y="2366116"/>
                  <a:pt x="59177" y="2277271"/>
                  <a:pt x="59177" y="2277271"/>
                </a:cubicBezTo>
                <a:lnTo>
                  <a:pt x="29588" y="2223964"/>
                </a:lnTo>
                <a:lnTo>
                  <a:pt x="0" y="2197336"/>
                </a:lnTo>
                <a:lnTo>
                  <a:pt x="65094" y="2155875"/>
                </a:lnTo>
                <a:lnTo>
                  <a:pt x="106518" y="2173644"/>
                </a:lnTo>
                <a:cubicBezTo>
                  <a:pt x="106518" y="2173644"/>
                  <a:pt x="91750" y="2081863"/>
                  <a:pt x="91750" y="2070017"/>
                </a:cubicBezTo>
                <a:cubicBezTo>
                  <a:pt x="91750" y="2058171"/>
                  <a:pt x="97668" y="1972314"/>
                  <a:pt x="97668" y="1972314"/>
                </a:cubicBezTo>
                <a:lnTo>
                  <a:pt x="118353" y="1945686"/>
                </a:lnTo>
                <a:lnTo>
                  <a:pt x="29588" y="1853906"/>
                </a:lnTo>
                <a:lnTo>
                  <a:pt x="0" y="1794675"/>
                </a:lnTo>
                <a:lnTo>
                  <a:pt x="29588" y="1759137"/>
                </a:lnTo>
                <a:lnTo>
                  <a:pt x="76930" y="1747291"/>
                </a:lnTo>
                <a:lnTo>
                  <a:pt x="150874" y="1714741"/>
                </a:lnTo>
                <a:lnTo>
                  <a:pt x="272160" y="1729522"/>
                </a:lnTo>
                <a:lnTo>
                  <a:pt x="304681" y="1682138"/>
                </a:lnTo>
                <a:lnTo>
                  <a:pt x="281011" y="1640677"/>
                </a:lnTo>
                <a:lnTo>
                  <a:pt x="354956" y="1581447"/>
                </a:lnTo>
                <a:cubicBezTo>
                  <a:pt x="354956" y="1581447"/>
                  <a:pt x="422983" y="1554819"/>
                  <a:pt x="417065" y="1545908"/>
                </a:cubicBezTo>
                <a:cubicBezTo>
                  <a:pt x="411147" y="1536998"/>
                  <a:pt x="411147" y="1234976"/>
                  <a:pt x="411147" y="1234976"/>
                </a:cubicBezTo>
                <a:lnTo>
                  <a:pt x="440736" y="983274"/>
                </a:lnTo>
                <a:lnTo>
                  <a:pt x="461421" y="962570"/>
                </a:lnTo>
                <a:lnTo>
                  <a:pt x="443668" y="927031"/>
                </a:lnTo>
                <a:lnTo>
                  <a:pt x="393394" y="906327"/>
                </a:lnTo>
                <a:cubicBezTo>
                  <a:pt x="393394" y="906327"/>
                  <a:pt x="390462" y="829328"/>
                  <a:pt x="399312" y="826393"/>
                </a:cubicBezTo>
                <a:cubicBezTo>
                  <a:pt x="408162" y="823457"/>
                  <a:pt x="502845" y="764227"/>
                  <a:pt x="502845" y="764227"/>
                </a:cubicBezTo>
                <a:cubicBezTo>
                  <a:pt x="502845" y="764227"/>
                  <a:pt x="630049" y="725754"/>
                  <a:pt x="644869" y="725754"/>
                </a:cubicBezTo>
                <a:cubicBezTo>
                  <a:pt x="659689" y="725754"/>
                  <a:pt x="772073" y="728689"/>
                  <a:pt x="769140" y="743523"/>
                </a:cubicBezTo>
                <a:cubicBezTo>
                  <a:pt x="766207" y="758304"/>
                  <a:pt x="780975" y="805688"/>
                  <a:pt x="780975" y="805688"/>
                </a:cubicBezTo>
                <a:lnTo>
                  <a:pt x="807579" y="867854"/>
                </a:lnTo>
                <a:lnTo>
                  <a:pt x="840100" y="820469"/>
                </a:lnTo>
                <a:lnTo>
                  <a:pt x="822347" y="779008"/>
                </a:lnTo>
                <a:lnTo>
                  <a:pt x="872621" y="793790"/>
                </a:lnTo>
                <a:lnTo>
                  <a:pt x="893306" y="823405"/>
                </a:lnTo>
                <a:cubicBezTo>
                  <a:pt x="922895" y="808623"/>
                  <a:pt x="896239" y="758252"/>
                  <a:pt x="896239" y="758252"/>
                </a:cubicBezTo>
                <a:cubicBezTo>
                  <a:pt x="896239" y="758252"/>
                  <a:pt x="872568" y="728636"/>
                  <a:pt x="881471" y="722713"/>
                </a:cubicBezTo>
                <a:cubicBezTo>
                  <a:pt x="890374" y="716790"/>
                  <a:pt x="922895" y="642779"/>
                  <a:pt x="922895" y="642779"/>
                </a:cubicBezTo>
                <a:cubicBezTo>
                  <a:pt x="922895" y="642779"/>
                  <a:pt x="993907" y="633921"/>
                  <a:pt x="1002757" y="633921"/>
                </a:cubicBezTo>
                <a:cubicBezTo>
                  <a:pt x="1011608" y="633921"/>
                  <a:pt x="1097440" y="622074"/>
                  <a:pt x="1097440" y="622074"/>
                </a:cubicBezTo>
                <a:cubicBezTo>
                  <a:pt x="1097440" y="622074"/>
                  <a:pt x="1094507" y="589577"/>
                  <a:pt x="1085605" y="586589"/>
                </a:cubicBezTo>
                <a:cubicBezTo>
                  <a:pt x="1076754" y="583601"/>
                  <a:pt x="1048161" y="577259"/>
                  <a:pt x="1041248" y="571755"/>
                </a:cubicBezTo>
                <a:cubicBezTo>
                  <a:pt x="1011660" y="548063"/>
                  <a:pt x="1023495" y="468128"/>
                  <a:pt x="1023495" y="468128"/>
                </a:cubicBezTo>
                <a:lnTo>
                  <a:pt x="1011660" y="379283"/>
                </a:lnTo>
                <a:lnTo>
                  <a:pt x="976154" y="379283"/>
                </a:lnTo>
                <a:lnTo>
                  <a:pt x="964319" y="331899"/>
                </a:lnTo>
                <a:lnTo>
                  <a:pt x="1017578" y="331899"/>
                </a:lnTo>
                <a:cubicBezTo>
                  <a:pt x="1017578" y="331899"/>
                  <a:pt x="1041248" y="260823"/>
                  <a:pt x="1038263" y="251964"/>
                </a:cubicBezTo>
                <a:cubicBezTo>
                  <a:pt x="1035278" y="243106"/>
                  <a:pt x="1026428" y="180888"/>
                  <a:pt x="1017578" y="172030"/>
                </a:cubicBezTo>
                <a:cubicBezTo>
                  <a:pt x="1008727" y="163171"/>
                  <a:pt x="958401" y="86172"/>
                  <a:pt x="958401" y="86172"/>
                </a:cubicBezTo>
                <a:close/>
              </a:path>
            </a:pathLst>
          </a:custGeom>
          <a:solidFill>
            <a:schemeClr val="accent1">
              <a:lumMod val="10000"/>
              <a:lumOff val="90000"/>
              <a:alpha val="50000"/>
            </a:schemeClr>
          </a:solidFill>
          <a:ln w="317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l">
              <a:buNone/>
              <a:defRPr lang="en-US" sz="14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38" name="Text Placeholder 37">
            <a:extLst>
              <a:ext uri="{FF2B5EF4-FFF2-40B4-BE49-F238E27FC236}">
                <a16:creationId xmlns:a16="http://schemas.microsoft.com/office/drawing/2014/main" id="{FAA86109-1518-DA62-233B-C3E50EC36E1B}"/>
              </a:ext>
            </a:extLst>
          </p:cNvPr>
          <p:cNvSpPr>
            <a:spLocks noGrp="1"/>
          </p:cNvSpPr>
          <p:nvPr>
            <p:ph type="body" sz="quarter" idx="28"/>
          </p:nvPr>
        </p:nvSpPr>
        <p:spPr>
          <a:xfrm>
            <a:off x="7674491" y="385843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5" name="Text Placeholder 37">
            <a:extLst>
              <a:ext uri="{FF2B5EF4-FFF2-40B4-BE49-F238E27FC236}">
                <a16:creationId xmlns:a16="http://schemas.microsoft.com/office/drawing/2014/main" id="{01DC16EA-806D-A16D-69E4-8733E2FB20DD}"/>
              </a:ext>
            </a:extLst>
          </p:cNvPr>
          <p:cNvSpPr>
            <a:spLocks noGrp="1"/>
          </p:cNvSpPr>
          <p:nvPr>
            <p:ph type="body" sz="quarter" idx="48"/>
          </p:nvPr>
        </p:nvSpPr>
        <p:spPr>
          <a:xfrm>
            <a:off x="7857371" y="253763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6" name="Text Placeholder 37">
            <a:extLst>
              <a:ext uri="{FF2B5EF4-FFF2-40B4-BE49-F238E27FC236}">
                <a16:creationId xmlns:a16="http://schemas.microsoft.com/office/drawing/2014/main" id="{988B3D87-C9B7-5C7A-49A1-7A0E11BA3D31}"/>
              </a:ext>
            </a:extLst>
          </p:cNvPr>
          <p:cNvSpPr>
            <a:spLocks noGrp="1"/>
          </p:cNvSpPr>
          <p:nvPr>
            <p:ph type="body" sz="quarter" idx="49"/>
          </p:nvPr>
        </p:nvSpPr>
        <p:spPr>
          <a:xfrm>
            <a:off x="8934331" y="335043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7" name="Text Placeholder 37">
            <a:extLst>
              <a:ext uri="{FF2B5EF4-FFF2-40B4-BE49-F238E27FC236}">
                <a16:creationId xmlns:a16="http://schemas.microsoft.com/office/drawing/2014/main" id="{6AB23A72-A248-16E0-034B-66BD859FCDC6}"/>
              </a:ext>
            </a:extLst>
          </p:cNvPr>
          <p:cNvSpPr>
            <a:spLocks noGrp="1"/>
          </p:cNvSpPr>
          <p:nvPr>
            <p:ph type="body" sz="quarter" idx="50"/>
          </p:nvPr>
        </p:nvSpPr>
        <p:spPr>
          <a:xfrm>
            <a:off x="8558411" y="470171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8" name="Text Placeholder 37">
            <a:extLst>
              <a:ext uri="{FF2B5EF4-FFF2-40B4-BE49-F238E27FC236}">
                <a16:creationId xmlns:a16="http://schemas.microsoft.com/office/drawing/2014/main" id="{37D42094-D5C4-3956-B223-D6522F43127D}"/>
              </a:ext>
            </a:extLst>
          </p:cNvPr>
          <p:cNvSpPr>
            <a:spLocks noGrp="1"/>
          </p:cNvSpPr>
          <p:nvPr>
            <p:ph type="body" sz="quarter" idx="51"/>
          </p:nvPr>
        </p:nvSpPr>
        <p:spPr>
          <a:xfrm>
            <a:off x="9554091" y="532147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9" name="Text Placeholder 39">
            <a:extLst>
              <a:ext uri="{FF2B5EF4-FFF2-40B4-BE49-F238E27FC236}">
                <a16:creationId xmlns:a16="http://schemas.microsoft.com/office/drawing/2014/main" id="{36902B29-4F88-7A82-6A4F-CE234DC954C3}"/>
              </a:ext>
            </a:extLst>
          </p:cNvPr>
          <p:cNvSpPr>
            <a:spLocks noGrp="1"/>
          </p:cNvSpPr>
          <p:nvPr>
            <p:ph type="body" sz="quarter" idx="52"/>
          </p:nvPr>
        </p:nvSpPr>
        <p:spPr>
          <a:xfrm>
            <a:off x="10310440" y="4981852"/>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80" name="Text Placeholder 37">
            <a:extLst>
              <a:ext uri="{FF2B5EF4-FFF2-40B4-BE49-F238E27FC236}">
                <a16:creationId xmlns:a16="http://schemas.microsoft.com/office/drawing/2014/main" id="{5FE4A59F-B4F8-7206-9D7E-6077262215FF}"/>
              </a:ext>
            </a:extLst>
          </p:cNvPr>
          <p:cNvSpPr>
            <a:spLocks noGrp="1"/>
          </p:cNvSpPr>
          <p:nvPr>
            <p:ph type="body" sz="quarter" idx="53"/>
          </p:nvPr>
        </p:nvSpPr>
        <p:spPr>
          <a:xfrm>
            <a:off x="9290590" y="205602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81" name="Text Placeholder 10">
            <a:extLst>
              <a:ext uri="{FF2B5EF4-FFF2-40B4-BE49-F238E27FC236}">
                <a16:creationId xmlns:a16="http://schemas.microsoft.com/office/drawing/2014/main" id="{8B6AEBF3-5D55-531C-31EC-F9E68084C392}"/>
              </a:ext>
            </a:extLst>
          </p:cNvPr>
          <p:cNvSpPr>
            <a:spLocks noGrp="1"/>
          </p:cNvSpPr>
          <p:nvPr>
            <p:ph type="body" sz="quarter" idx="54" hasCustomPrompt="1"/>
          </p:nvPr>
        </p:nvSpPr>
        <p:spPr>
          <a:xfrm>
            <a:off x="431800"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 name="Text Placeholder 8">
            <a:extLst>
              <a:ext uri="{FF2B5EF4-FFF2-40B4-BE49-F238E27FC236}">
                <a16:creationId xmlns:a16="http://schemas.microsoft.com/office/drawing/2014/main" id="{A91D16D2-647E-9E5A-86D2-D7794096F5B1}"/>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32005555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feld groß">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437403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6">
            <a:extLst>
              <a:ext uri="{FF2B5EF4-FFF2-40B4-BE49-F238E27FC236}">
                <a16:creationId xmlns:a16="http://schemas.microsoft.com/office/drawing/2014/main" id="{BE30BC64-1883-75D8-C8FC-CB118E113C9F}"/>
              </a:ext>
            </a:extLst>
          </p:cNvPr>
          <p:cNvSpPr>
            <a:spLocks noGrp="1"/>
          </p:cNvSpPr>
          <p:nvPr>
            <p:ph type="body" sz="quarter" idx="19"/>
          </p:nvPr>
        </p:nvSpPr>
        <p:spPr>
          <a:xfrm>
            <a:off x="438150" y="1489075"/>
            <a:ext cx="11315700" cy="46545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ext Placeholder 8">
            <a:extLst>
              <a:ext uri="{FF2B5EF4-FFF2-40B4-BE49-F238E27FC236}">
                <a16:creationId xmlns:a16="http://schemas.microsoft.com/office/drawing/2014/main" id="{62FF9BD0-2AF9-C55C-5A37-58D0CA121EA5}"/>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75399951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4 Persone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99758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6" name="Picture Placeholder 15">
            <a:extLst>
              <a:ext uri="{FF2B5EF4-FFF2-40B4-BE49-F238E27FC236}">
                <a16:creationId xmlns:a16="http://schemas.microsoft.com/office/drawing/2014/main" id="{8EAC8E47-4714-A0AD-3B15-BEC5A9520773}"/>
              </a:ext>
            </a:extLst>
          </p:cNvPr>
          <p:cNvSpPr>
            <a:spLocks noGrp="1" noChangeAspect="1"/>
          </p:cNvSpPr>
          <p:nvPr>
            <p:ph type="pic" sz="quarter" idx="30"/>
          </p:nvPr>
        </p:nvSpPr>
        <p:spPr>
          <a:xfrm>
            <a:off x="1161968" y="1636436"/>
            <a:ext cx="1224000" cy="1224000"/>
          </a:xfrm>
          <a:prstGeom prst="ellipse">
            <a:avLst/>
          </a:prstGeom>
          <a:ln w="28575">
            <a:solidFill>
              <a:schemeClr val="accent2"/>
            </a:solidFill>
          </a:ln>
        </p:spPr>
        <p:txBody>
          <a:bodyPr>
            <a:noAutofit/>
          </a:bodyPr>
          <a:lstStyle/>
          <a:p>
            <a:endParaRPr lang="en-GB"/>
          </a:p>
        </p:txBody>
      </p:sp>
      <p:sp>
        <p:nvSpPr>
          <p:cNvPr id="17" name="Text Placeholder 16">
            <a:extLst>
              <a:ext uri="{FF2B5EF4-FFF2-40B4-BE49-F238E27FC236}">
                <a16:creationId xmlns:a16="http://schemas.microsoft.com/office/drawing/2014/main" id="{4E7745FC-566A-A684-8DC1-E85C2D3B5CED}"/>
              </a:ext>
            </a:extLst>
          </p:cNvPr>
          <p:cNvSpPr>
            <a:spLocks noGrp="1"/>
          </p:cNvSpPr>
          <p:nvPr>
            <p:ph type="body" sz="quarter" idx="31"/>
          </p:nvPr>
        </p:nvSpPr>
        <p:spPr>
          <a:xfrm>
            <a:off x="431799"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1" name="Picture Placeholder 15">
            <a:extLst>
              <a:ext uri="{FF2B5EF4-FFF2-40B4-BE49-F238E27FC236}">
                <a16:creationId xmlns:a16="http://schemas.microsoft.com/office/drawing/2014/main" id="{64097D49-F93F-626D-F600-B5AE3A0E0FAA}"/>
              </a:ext>
            </a:extLst>
          </p:cNvPr>
          <p:cNvSpPr>
            <a:spLocks noGrp="1" noChangeAspect="1"/>
          </p:cNvSpPr>
          <p:nvPr>
            <p:ph type="pic" sz="quarter" idx="33"/>
          </p:nvPr>
        </p:nvSpPr>
        <p:spPr>
          <a:xfrm>
            <a:off x="4041205" y="1636436"/>
            <a:ext cx="1224000" cy="1224000"/>
          </a:xfrm>
          <a:prstGeom prst="ellipse">
            <a:avLst/>
          </a:prstGeom>
          <a:ln w="28575">
            <a:solidFill>
              <a:schemeClr val="accent2"/>
            </a:solidFill>
          </a:ln>
        </p:spPr>
        <p:txBody>
          <a:bodyPr>
            <a:noAutofit/>
          </a:bodyPr>
          <a:lstStyle/>
          <a:p>
            <a:endParaRPr lang="en-GB"/>
          </a:p>
        </p:txBody>
      </p:sp>
      <p:sp>
        <p:nvSpPr>
          <p:cNvPr id="22" name="Text Placeholder 16">
            <a:extLst>
              <a:ext uri="{FF2B5EF4-FFF2-40B4-BE49-F238E27FC236}">
                <a16:creationId xmlns:a16="http://schemas.microsoft.com/office/drawing/2014/main" id="{6C7B39CE-8DF9-EA5A-8B12-1F2DB9DF4775}"/>
              </a:ext>
            </a:extLst>
          </p:cNvPr>
          <p:cNvSpPr>
            <a:spLocks noGrp="1"/>
          </p:cNvSpPr>
          <p:nvPr>
            <p:ph type="body" sz="quarter" idx="34"/>
          </p:nvPr>
        </p:nvSpPr>
        <p:spPr>
          <a:xfrm>
            <a:off x="3311036"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4" name="Text Placeholder 10">
            <a:extLst>
              <a:ext uri="{FF2B5EF4-FFF2-40B4-BE49-F238E27FC236}">
                <a16:creationId xmlns:a16="http://schemas.microsoft.com/office/drawing/2014/main" id="{63C3CDCE-F7E1-0237-C359-0D3C44B45A8E}"/>
              </a:ext>
            </a:extLst>
          </p:cNvPr>
          <p:cNvSpPr>
            <a:spLocks noGrp="1"/>
          </p:cNvSpPr>
          <p:nvPr>
            <p:ph type="body" sz="quarter" idx="35" hasCustomPrompt="1"/>
          </p:nvPr>
        </p:nvSpPr>
        <p:spPr>
          <a:xfrm>
            <a:off x="3311036"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26" name="Picture Placeholder 15">
            <a:extLst>
              <a:ext uri="{FF2B5EF4-FFF2-40B4-BE49-F238E27FC236}">
                <a16:creationId xmlns:a16="http://schemas.microsoft.com/office/drawing/2014/main" id="{DBF8F8BA-67D6-97D4-636D-1C24BA79E564}"/>
              </a:ext>
            </a:extLst>
          </p:cNvPr>
          <p:cNvSpPr>
            <a:spLocks noGrp="1" noChangeAspect="1"/>
          </p:cNvSpPr>
          <p:nvPr>
            <p:ph type="pic" sz="quarter" idx="37"/>
          </p:nvPr>
        </p:nvSpPr>
        <p:spPr>
          <a:xfrm>
            <a:off x="6920442" y="1636436"/>
            <a:ext cx="1224000" cy="1224000"/>
          </a:xfrm>
          <a:prstGeom prst="ellipse">
            <a:avLst/>
          </a:prstGeom>
          <a:ln w="28575">
            <a:solidFill>
              <a:schemeClr val="accent2"/>
            </a:solidFill>
          </a:ln>
        </p:spPr>
        <p:txBody>
          <a:bodyPr>
            <a:noAutofit/>
          </a:bodyPr>
          <a:lstStyle/>
          <a:p>
            <a:endParaRPr lang="en-GB"/>
          </a:p>
        </p:txBody>
      </p:sp>
      <p:sp>
        <p:nvSpPr>
          <p:cNvPr id="27" name="Text Placeholder 16">
            <a:extLst>
              <a:ext uri="{FF2B5EF4-FFF2-40B4-BE49-F238E27FC236}">
                <a16:creationId xmlns:a16="http://schemas.microsoft.com/office/drawing/2014/main" id="{3357CCAC-3618-0683-92B5-CF2CED5A683A}"/>
              </a:ext>
            </a:extLst>
          </p:cNvPr>
          <p:cNvSpPr>
            <a:spLocks noGrp="1"/>
          </p:cNvSpPr>
          <p:nvPr>
            <p:ph type="body" sz="quarter" idx="38"/>
          </p:nvPr>
        </p:nvSpPr>
        <p:spPr>
          <a:xfrm>
            <a:off x="6190272"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0">
            <a:extLst>
              <a:ext uri="{FF2B5EF4-FFF2-40B4-BE49-F238E27FC236}">
                <a16:creationId xmlns:a16="http://schemas.microsoft.com/office/drawing/2014/main" id="{CFAA26A9-4791-4940-9829-75A43B9E9D85}"/>
              </a:ext>
            </a:extLst>
          </p:cNvPr>
          <p:cNvSpPr>
            <a:spLocks noGrp="1"/>
          </p:cNvSpPr>
          <p:nvPr>
            <p:ph type="body" sz="quarter" idx="39" hasCustomPrompt="1"/>
          </p:nvPr>
        </p:nvSpPr>
        <p:spPr>
          <a:xfrm>
            <a:off x="6190272"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35" name="Picture Placeholder 15">
            <a:extLst>
              <a:ext uri="{FF2B5EF4-FFF2-40B4-BE49-F238E27FC236}">
                <a16:creationId xmlns:a16="http://schemas.microsoft.com/office/drawing/2014/main" id="{B59EBC6F-08A3-DEE3-5624-7A68D2374E6D}"/>
              </a:ext>
            </a:extLst>
          </p:cNvPr>
          <p:cNvSpPr>
            <a:spLocks noGrp="1" noChangeAspect="1"/>
          </p:cNvSpPr>
          <p:nvPr>
            <p:ph type="pic" sz="quarter" idx="41"/>
          </p:nvPr>
        </p:nvSpPr>
        <p:spPr>
          <a:xfrm>
            <a:off x="9799679" y="1636436"/>
            <a:ext cx="1224000" cy="1224000"/>
          </a:xfrm>
          <a:prstGeom prst="ellipse">
            <a:avLst/>
          </a:prstGeom>
          <a:ln w="28575">
            <a:solidFill>
              <a:schemeClr val="accent2"/>
            </a:solidFill>
          </a:ln>
        </p:spPr>
        <p:txBody>
          <a:bodyPr>
            <a:noAutofit/>
          </a:bodyPr>
          <a:lstStyle/>
          <a:p>
            <a:endParaRPr lang="en-GB"/>
          </a:p>
        </p:txBody>
      </p:sp>
      <p:sp>
        <p:nvSpPr>
          <p:cNvPr id="36" name="Text Placeholder 16">
            <a:extLst>
              <a:ext uri="{FF2B5EF4-FFF2-40B4-BE49-F238E27FC236}">
                <a16:creationId xmlns:a16="http://schemas.microsoft.com/office/drawing/2014/main" id="{9818C736-B86D-8857-08B0-89EE84CE31CD}"/>
              </a:ext>
            </a:extLst>
          </p:cNvPr>
          <p:cNvSpPr>
            <a:spLocks noGrp="1"/>
          </p:cNvSpPr>
          <p:nvPr>
            <p:ph type="body" sz="quarter" idx="42"/>
          </p:nvPr>
        </p:nvSpPr>
        <p:spPr>
          <a:xfrm>
            <a:off x="9069509"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7" name="Text Placeholder 10">
            <a:extLst>
              <a:ext uri="{FF2B5EF4-FFF2-40B4-BE49-F238E27FC236}">
                <a16:creationId xmlns:a16="http://schemas.microsoft.com/office/drawing/2014/main" id="{14278082-502B-F76D-D349-7A5F1C61EF50}"/>
              </a:ext>
            </a:extLst>
          </p:cNvPr>
          <p:cNvSpPr>
            <a:spLocks noGrp="1"/>
          </p:cNvSpPr>
          <p:nvPr>
            <p:ph type="body" sz="quarter" idx="43" hasCustomPrompt="1"/>
          </p:nvPr>
        </p:nvSpPr>
        <p:spPr>
          <a:xfrm>
            <a:off x="9069509"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2" name="Text Placeholder 10">
            <a:extLst>
              <a:ext uri="{FF2B5EF4-FFF2-40B4-BE49-F238E27FC236}">
                <a16:creationId xmlns:a16="http://schemas.microsoft.com/office/drawing/2014/main" id="{35E32AD7-6442-EF72-81F0-367AF7851454}"/>
              </a:ext>
            </a:extLst>
          </p:cNvPr>
          <p:cNvSpPr>
            <a:spLocks noGrp="1"/>
          </p:cNvSpPr>
          <p:nvPr>
            <p:ph type="body" sz="quarter" idx="44" hasCustomPrompt="1"/>
          </p:nvPr>
        </p:nvSpPr>
        <p:spPr>
          <a:xfrm>
            <a:off x="431798"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3" name="Text Placeholder 8">
            <a:extLst>
              <a:ext uri="{FF2B5EF4-FFF2-40B4-BE49-F238E27FC236}">
                <a16:creationId xmlns:a16="http://schemas.microsoft.com/office/drawing/2014/main" id="{BB053B98-4D4E-733F-FB5F-964E7C84A02E}"/>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671197956"/>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ontakt 1 Perso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69B6FAB-1880-6253-5E4E-453C46EDBA3E}"/>
              </a:ext>
            </a:extLst>
          </p:cNvPr>
          <p:cNvGraphicFramePr>
            <a:graphicFrameLocks noChangeAspect="1"/>
          </p:cNvGraphicFramePr>
          <p:nvPr userDrawn="1">
            <p:custDataLst>
              <p:tags r:id="rId1"/>
            </p:custDataLst>
            <p:extLst>
              <p:ext uri="{D42A27DB-BD31-4B8C-83A1-F6EECF244321}">
                <p14:modId xmlns:p14="http://schemas.microsoft.com/office/powerpoint/2010/main" val="1332876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269B6FAB-1880-6253-5E4E-453C46EDBA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F9F1D055-4498-76EF-EAA3-C8612B630F22}"/>
              </a:ext>
            </a:extLst>
          </p:cNvPr>
          <p:cNvSpPr/>
          <p:nvPr userDrawn="1"/>
        </p:nvSpPr>
        <p:spPr>
          <a:xfrm>
            <a:off x="-1" y="-1"/>
            <a:ext cx="518531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8" name="Text Placeholder 17">
            <a:extLst>
              <a:ext uri="{FF2B5EF4-FFF2-40B4-BE49-F238E27FC236}">
                <a16:creationId xmlns:a16="http://schemas.microsoft.com/office/drawing/2014/main" id="{6F836084-1BCF-FA34-1816-4B644E837265}"/>
              </a:ext>
            </a:extLst>
          </p:cNvPr>
          <p:cNvSpPr>
            <a:spLocks noGrp="1"/>
          </p:cNvSpPr>
          <p:nvPr>
            <p:ph type="body" sz="quarter" idx="20" hasCustomPrompt="1"/>
          </p:nvPr>
        </p:nvSpPr>
        <p:spPr>
          <a:xfrm>
            <a:off x="5640384" y="3924886"/>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Telefonnummer</a:t>
            </a:r>
            <a:r>
              <a:rPr lang="en-US" dirty="0"/>
              <a:t>: </a:t>
            </a:r>
          </a:p>
        </p:txBody>
      </p:sp>
      <p:sp>
        <p:nvSpPr>
          <p:cNvPr id="11" name="Text Placeholder 17">
            <a:extLst>
              <a:ext uri="{FF2B5EF4-FFF2-40B4-BE49-F238E27FC236}">
                <a16:creationId xmlns:a16="http://schemas.microsoft.com/office/drawing/2014/main" id="{42E7DFBA-A98F-FDF5-4248-F52A5669EA7A}"/>
              </a:ext>
            </a:extLst>
          </p:cNvPr>
          <p:cNvSpPr>
            <a:spLocks noGrp="1"/>
          </p:cNvSpPr>
          <p:nvPr>
            <p:ph type="body" sz="quarter" idx="31" hasCustomPrompt="1"/>
          </p:nvPr>
        </p:nvSpPr>
        <p:spPr>
          <a:xfrm>
            <a:off x="5640384" y="4510740"/>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E-Mail:</a:t>
            </a:r>
          </a:p>
        </p:txBody>
      </p:sp>
      <p:cxnSp>
        <p:nvCxnSpPr>
          <p:cNvPr id="15" name="Straight Connector 14">
            <a:extLst>
              <a:ext uri="{FF2B5EF4-FFF2-40B4-BE49-F238E27FC236}">
                <a16:creationId xmlns:a16="http://schemas.microsoft.com/office/drawing/2014/main" id="{CCA0C109-4C61-3F3F-7161-CF2A9B4BFAC4}"/>
              </a:ext>
            </a:extLst>
          </p:cNvPr>
          <p:cNvCxnSpPr/>
          <p:nvPr userDrawn="1"/>
        </p:nvCxnSpPr>
        <p:spPr>
          <a:xfrm>
            <a:off x="5595782" y="6026111"/>
            <a:ext cx="429036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black background with a black square&#10;&#10;AI-generated content may be incorrect.">
            <a:extLst>
              <a:ext uri="{FF2B5EF4-FFF2-40B4-BE49-F238E27FC236}">
                <a16:creationId xmlns:a16="http://schemas.microsoft.com/office/drawing/2014/main" id="{156EBC72-7224-1455-6FB7-003825E9CA1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5" name="Text Placeholder 5">
            <a:extLst>
              <a:ext uri="{FF2B5EF4-FFF2-40B4-BE49-F238E27FC236}">
                <a16:creationId xmlns:a16="http://schemas.microsoft.com/office/drawing/2014/main" id="{1CB7CA73-224B-FF9F-4004-D203FE4A58AB}"/>
              </a:ext>
            </a:extLst>
          </p:cNvPr>
          <p:cNvSpPr>
            <a:spLocks noGrp="1"/>
          </p:cNvSpPr>
          <p:nvPr>
            <p:ph type="body" sz="quarter" idx="10" hasCustomPrompt="1"/>
          </p:nvPr>
        </p:nvSpPr>
        <p:spPr>
          <a:xfrm>
            <a:off x="459143" y="2997836"/>
            <a:ext cx="2796403" cy="1001813"/>
          </a:xfrm>
          <a:prstGeom prst="rect">
            <a:avLst/>
          </a:prstGeom>
        </p:spPr>
        <p:txBody>
          <a:bodyPr wrap="square" lIns="0" rIns="0" anchor="ctr">
            <a:noAutofit/>
          </a:bodyPr>
          <a:lstStyle>
            <a:lvl1pPr marL="0" indent="0" algn="l" defTabSz="914400" rtl="0" eaLnBrk="1" latinLnBrk="0" hangingPunct="1">
              <a:buNone/>
              <a:defRPr lang="en-GB" sz="6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err="1"/>
              <a:t>Kontakt</a:t>
            </a:r>
            <a:endParaRPr lang="en-GB" dirty="0"/>
          </a:p>
        </p:txBody>
      </p:sp>
      <p:sp>
        <p:nvSpPr>
          <p:cNvPr id="19" name="Rectangle 18">
            <a:extLst>
              <a:ext uri="{FF2B5EF4-FFF2-40B4-BE49-F238E27FC236}">
                <a16:creationId xmlns:a16="http://schemas.microsoft.com/office/drawing/2014/main" id="{AE678B5D-C26C-C4FF-D06D-FD9075E2DF4A}"/>
              </a:ext>
            </a:extLst>
          </p:cNvPr>
          <p:cNvSpPr/>
          <p:nvPr userDrawn="1"/>
        </p:nvSpPr>
        <p:spPr>
          <a:xfrm rot="16200000">
            <a:off x="2522188" y="4210962"/>
            <a:ext cx="136527" cy="520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2" name="Text Placeholder 17">
            <a:extLst>
              <a:ext uri="{FF2B5EF4-FFF2-40B4-BE49-F238E27FC236}">
                <a16:creationId xmlns:a16="http://schemas.microsoft.com/office/drawing/2014/main" id="{A606CBE1-16A5-A991-28CE-572CE6460700}"/>
              </a:ext>
            </a:extLst>
          </p:cNvPr>
          <p:cNvSpPr>
            <a:spLocks noGrp="1"/>
          </p:cNvSpPr>
          <p:nvPr>
            <p:ph type="body" sz="quarter" idx="35" hasCustomPrompt="1"/>
          </p:nvPr>
        </p:nvSpPr>
        <p:spPr>
          <a:xfrm>
            <a:off x="5640384" y="5096594"/>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Adresse</a:t>
            </a:r>
            <a:r>
              <a:rPr lang="en-US" dirty="0"/>
              <a:t>:</a:t>
            </a:r>
          </a:p>
        </p:txBody>
      </p:sp>
      <p:sp>
        <p:nvSpPr>
          <p:cNvPr id="17" name="Text Placeholder 17">
            <a:extLst>
              <a:ext uri="{FF2B5EF4-FFF2-40B4-BE49-F238E27FC236}">
                <a16:creationId xmlns:a16="http://schemas.microsoft.com/office/drawing/2014/main" id="{F233162E-8FC8-79EF-DACE-EEAABAE5C8BF}"/>
              </a:ext>
            </a:extLst>
          </p:cNvPr>
          <p:cNvSpPr>
            <a:spLocks noGrp="1"/>
          </p:cNvSpPr>
          <p:nvPr>
            <p:ph type="body" sz="quarter" idx="37" hasCustomPrompt="1"/>
          </p:nvPr>
        </p:nvSpPr>
        <p:spPr>
          <a:xfrm>
            <a:off x="5640384" y="5682448"/>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Website:</a:t>
            </a:r>
          </a:p>
        </p:txBody>
      </p:sp>
      <p:sp>
        <p:nvSpPr>
          <p:cNvPr id="6" name="Text Placeholder 10">
            <a:extLst>
              <a:ext uri="{FF2B5EF4-FFF2-40B4-BE49-F238E27FC236}">
                <a16:creationId xmlns:a16="http://schemas.microsoft.com/office/drawing/2014/main" id="{94C138AA-D921-3D73-EDD4-EDB939A1973D}"/>
              </a:ext>
            </a:extLst>
          </p:cNvPr>
          <p:cNvSpPr>
            <a:spLocks noGrp="1"/>
          </p:cNvSpPr>
          <p:nvPr>
            <p:ph type="body" sz="quarter" idx="27" hasCustomPrompt="1"/>
          </p:nvPr>
        </p:nvSpPr>
        <p:spPr>
          <a:xfrm>
            <a:off x="5640384" y="3430004"/>
            <a:ext cx="611346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Picture Placeholder 15">
            <a:extLst>
              <a:ext uri="{FF2B5EF4-FFF2-40B4-BE49-F238E27FC236}">
                <a16:creationId xmlns:a16="http://schemas.microsoft.com/office/drawing/2014/main" id="{6BD8C884-118A-0E95-82D4-A574C70ADABA}"/>
              </a:ext>
            </a:extLst>
          </p:cNvPr>
          <p:cNvSpPr>
            <a:spLocks noGrp="1"/>
          </p:cNvSpPr>
          <p:nvPr>
            <p:ph type="pic" sz="quarter" idx="44"/>
          </p:nvPr>
        </p:nvSpPr>
        <p:spPr>
          <a:xfrm>
            <a:off x="7818594" y="1489076"/>
            <a:ext cx="1757044" cy="1757044"/>
          </a:xfrm>
          <a:prstGeom prst="ellipse">
            <a:avLst/>
          </a:prstGeom>
        </p:spPr>
        <p:txBody>
          <a:bodyPr>
            <a:noAutofit/>
          </a:bodyPr>
          <a:lstStyle/>
          <a:p>
            <a:endParaRPr lang="en-GB"/>
          </a:p>
        </p:txBody>
      </p:sp>
      <p:sp>
        <p:nvSpPr>
          <p:cNvPr id="58" name="Text Placeholder 57">
            <a:extLst>
              <a:ext uri="{FF2B5EF4-FFF2-40B4-BE49-F238E27FC236}">
                <a16:creationId xmlns:a16="http://schemas.microsoft.com/office/drawing/2014/main" id="{95702B1A-10B4-E2D7-57AA-6F1B081BD3F9}"/>
              </a:ext>
            </a:extLst>
          </p:cNvPr>
          <p:cNvSpPr>
            <a:spLocks noGrp="1"/>
          </p:cNvSpPr>
          <p:nvPr>
            <p:ph type="body" sz="quarter" idx="49"/>
          </p:nvPr>
        </p:nvSpPr>
        <p:spPr>
          <a:xfrm>
            <a:off x="5745646" y="3978439"/>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59" name="Text Placeholder 58">
            <a:extLst>
              <a:ext uri="{FF2B5EF4-FFF2-40B4-BE49-F238E27FC236}">
                <a16:creationId xmlns:a16="http://schemas.microsoft.com/office/drawing/2014/main" id="{5F79BB66-A4C5-9B7D-8086-A82865C948F2}"/>
              </a:ext>
            </a:extLst>
          </p:cNvPr>
          <p:cNvSpPr>
            <a:spLocks noGrp="1"/>
          </p:cNvSpPr>
          <p:nvPr>
            <p:ph type="body" sz="quarter" idx="51" hasCustomPrompt="1"/>
          </p:nvPr>
        </p:nvSpPr>
        <p:spPr>
          <a:xfrm>
            <a:off x="5745646" y="4564293"/>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E-Mail:</a:t>
            </a:r>
          </a:p>
        </p:txBody>
      </p:sp>
      <p:sp>
        <p:nvSpPr>
          <p:cNvPr id="60" name="Text Placeholder 59">
            <a:extLst>
              <a:ext uri="{FF2B5EF4-FFF2-40B4-BE49-F238E27FC236}">
                <a16:creationId xmlns:a16="http://schemas.microsoft.com/office/drawing/2014/main" id="{35AE7A84-1BC7-566A-E342-9CD09F80FE78}"/>
              </a:ext>
            </a:extLst>
          </p:cNvPr>
          <p:cNvSpPr>
            <a:spLocks noGrp="1"/>
          </p:cNvSpPr>
          <p:nvPr>
            <p:ph type="body" sz="quarter" idx="52"/>
          </p:nvPr>
        </p:nvSpPr>
        <p:spPr>
          <a:xfrm>
            <a:off x="5745646" y="5150147"/>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61" name="Text Placeholder 60">
            <a:extLst>
              <a:ext uri="{FF2B5EF4-FFF2-40B4-BE49-F238E27FC236}">
                <a16:creationId xmlns:a16="http://schemas.microsoft.com/office/drawing/2014/main" id="{3FA9B9A4-F1F5-503A-CAD0-C6F638008590}"/>
              </a:ext>
            </a:extLst>
          </p:cNvPr>
          <p:cNvSpPr>
            <a:spLocks noGrp="1"/>
          </p:cNvSpPr>
          <p:nvPr>
            <p:ph type="body" sz="quarter" idx="53" hasCustomPrompt="1"/>
          </p:nvPr>
        </p:nvSpPr>
        <p:spPr>
          <a:xfrm>
            <a:off x="5745646" y="5736001"/>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Website:</a:t>
            </a:r>
          </a:p>
        </p:txBody>
      </p:sp>
      <p:sp>
        <p:nvSpPr>
          <p:cNvPr id="43" name="Text Placeholder 42">
            <a:extLst>
              <a:ext uri="{FF2B5EF4-FFF2-40B4-BE49-F238E27FC236}">
                <a16:creationId xmlns:a16="http://schemas.microsoft.com/office/drawing/2014/main" id="{EACCD593-DE84-635B-6C3E-0C7D30495A61}"/>
              </a:ext>
            </a:extLst>
          </p:cNvPr>
          <p:cNvSpPr>
            <a:spLocks noGrp="1"/>
          </p:cNvSpPr>
          <p:nvPr>
            <p:ph type="body" sz="quarter" idx="45"/>
          </p:nvPr>
        </p:nvSpPr>
        <p:spPr>
          <a:xfrm>
            <a:off x="5837954" y="4070440"/>
            <a:ext cx="169456" cy="170068"/>
          </a:xfrm>
          <a:custGeom>
            <a:avLst/>
            <a:gdLst>
              <a:gd name="csX0" fmla="*/ 44282 w 169456"/>
              <a:gd name="csY0" fmla="*/ 6504 h 170068"/>
              <a:gd name="csX1" fmla="*/ 13254 w 169456"/>
              <a:gd name="csY1" fmla="*/ 12965 h 170068"/>
              <a:gd name="csX2" fmla="*/ 10349 w 169456"/>
              <a:gd name="csY2" fmla="*/ 14360 h 170068"/>
              <a:gd name="csX3" fmla="*/ 8545 w 169456"/>
              <a:gd name="csY3" fmla="*/ 17042 h 170068"/>
              <a:gd name="csX4" fmla="*/ 8330 w 169456"/>
              <a:gd name="csY4" fmla="*/ 17690 h 170068"/>
              <a:gd name="csX5" fmla="*/ 8330 w 169456"/>
              <a:gd name="csY5" fmla="*/ 17688 h 170068"/>
              <a:gd name="csX6" fmla="*/ 8148 w 169456"/>
              <a:gd name="csY6" fmla="*/ 18369 h 170068"/>
              <a:gd name="csX7" fmla="*/ 8148 w 169456"/>
              <a:gd name="csY7" fmla="*/ 18385 h 170068"/>
              <a:gd name="csX8" fmla="*/ 8768 w 169456"/>
              <a:gd name="csY8" fmla="*/ 53978 h 170068"/>
              <a:gd name="csX9" fmla="*/ 48702 w 169456"/>
              <a:gd name="csY9" fmla="*/ 121202 h 170068"/>
              <a:gd name="csX10" fmla="*/ 115684 w 169456"/>
              <a:gd name="csY10" fmla="*/ 161272 h 170068"/>
              <a:gd name="csX11" fmla="*/ 151148 w 169456"/>
              <a:gd name="csY11" fmla="*/ 161894 h 170068"/>
              <a:gd name="csX12" fmla="*/ 151164 w 169456"/>
              <a:gd name="csY12" fmla="*/ 161894 h 170068"/>
              <a:gd name="csX13" fmla="*/ 151843 w 169456"/>
              <a:gd name="csY13" fmla="*/ 161712 h 170068"/>
              <a:gd name="csX14" fmla="*/ 151859 w 169456"/>
              <a:gd name="csY14" fmla="*/ 161712 h 170068"/>
              <a:gd name="csX15" fmla="*/ 152480 w 169456"/>
              <a:gd name="csY15" fmla="*/ 161504 h 170068"/>
              <a:gd name="csX16" fmla="*/ 155153 w 169456"/>
              <a:gd name="csY16" fmla="*/ 159694 h 170068"/>
              <a:gd name="csX17" fmla="*/ 156543 w 169456"/>
              <a:gd name="csY17" fmla="*/ 156779 h 170068"/>
              <a:gd name="csX18" fmla="*/ 162980 w 169456"/>
              <a:gd name="csY18" fmla="*/ 125638 h 170068"/>
              <a:gd name="csX19" fmla="*/ 162376 w 169456"/>
              <a:gd name="csY19" fmla="*/ 121295 h 170068"/>
              <a:gd name="csX20" fmla="*/ 159108 w 169456"/>
              <a:gd name="csY20" fmla="*/ 118388 h 170068"/>
              <a:gd name="csX21" fmla="*/ 159108 w 169456"/>
              <a:gd name="csY21" fmla="*/ 118380 h 170068"/>
              <a:gd name="csX22" fmla="*/ 126830 w 169456"/>
              <a:gd name="csY22" fmla="*/ 105275 h 170068"/>
              <a:gd name="csX23" fmla="*/ 122990 w 169456"/>
              <a:gd name="csY23" fmla="*/ 104935 h 170068"/>
              <a:gd name="csX24" fmla="*/ 119680 w 169456"/>
              <a:gd name="csY24" fmla="*/ 106912 h 170068"/>
              <a:gd name="csX25" fmla="*/ 108981 w 169456"/>
              <a:gd name="csY25" fmla="*/ 118762 h 170068"/>
              <a:gd name="csX26" fmla="*/ 101923 w 169456"/>
              <a:gd name="csY26" fmla="*/ 122698 h 170068"/>
              <a:gd name="csX27" fmla="*/ 93765 w 169456"/>
              <a:gd name="csY27" fmla="*/ 121577 h 170068"/>
              <a:gd name="csX28" fmla="*/ 67343 w 169456"/>
              <a:gd name="csY28" fmla="*/ 102510 h 170068"/>
              <a:gd name="csX29" fmla="*/ 48337 w 169456"/>
              <a:gd name="csY29" fmla="*/ 75978 h 170068"/>
              <a:gd name="csX30" fmla="*/ 47203 w 169456"/>
              <a:gd name="csY30" fmla="*/ 67782 h 170068"/>
              <a:gd name="csX31" fmla="*/ 51125 w 169456"/>
              <a:gd name="csY31" fmla="*/ 60690 h 170068"/>
              <a:gd name="csX32" fmla="*/ 62933 w 169456"/>
              <a:gd name="csY32" fmla="*/ 49952 h 170068"/>
              <a:gd name="csX33" fmla="*/ 64902 w 169456"/>
              <a:gd name="csY33" fmla="*/ 46630 h 170068"/>
              <a:gd name="csX34" fmla="*/ 64563 w 169456"/>
              <a:gd name="csY34" fmla="*/ 42777 h 170068"/>
              <a:gd name="csX35" fmla="*/ 51506 w 169456"/>
              <a:gd name="csY35" fmla="*/ 10374 h 170068"/>
              <a:gd name="csX36" fmla="*/ 48610 w 169456"/>
              <a:gd name="csY36" fmla="*/ 7110 h 170068"/>
              <a:gd name="csX37" fmla="*/ 44282 w 169456"/>
              <a:gd name="csY37" fmla="*/ 6504 h 170068"/>
              <a:gd name="csX38" fmla="*/ 42982 w 169456"/>
              <a:gd name="csY38" fmla="*/ 273 h 170068"/>
              <a:gd name="csX39" fmla="*/ 42999 w 169456"/>
              <a:gd name="csY39" fmla="*/ 273 h 170068"/>
              <a:gd name="csX40" fmla="*/ 51588 w 169456"/>
              <a:gd name="csY40" fmla="*/ 1502 h 170068"/>
              <a:gd name="csX41" fmla="*/ 57388 w 169456"/>
              <a:gd name="csY41" fmla="*/ 8005 h 170068"/>
              <a:gd name="csX42" fmla="*/ 70446 w 169456"/>
              <a:gd name="csY42" fmla="*/ 40408 h 170068"/>
              <a:gd name="csX43" fmla="*/ 71083 w 169456"/>
              <a:gd name="csY43" fmla="*/ 48057 h 170068"/>
              <a:gd name="csX44" fmla="*/ 67177 w 169456"/>
              <a:gd name="csY44" fmla="*/ 54667 h 170068"/>
              <a:gd name="csX45" fmla="*/ 55369 w 169456"/>
              <a:gd name="csY45" fmla="*/ 65405 h 170068"/>
              <a:gd name="csX46" fmla="*/ 53458 w 169456"/>
              <a:gd name="csY46" fmla="*/ 68876 h 170068"/>
              <a:gd name="csX47" fmla="*/ 54095 w 169456"/>
              <a:gd name="csY47" fmla="*/ 73336 h 170068"/>
              <a:gd name="csX48" fmla="*/ 71836 w 169456"/>
              <a:gd name="csY48" fmla="*/ 98001 h 170068"/>
              <a:gd name="csX49" fmla="*/ 96369 w 169456"/>
              <a:gd name="csY49" fmla="*/ 115764 h 170068"/>
              <a:gd name="csX50" fmla="*/ 100829 w 169456"/>
              <a:gd name="csY50" fmla="*/ 116412 h 170068"/>
              <a:gd name="csX51" fmla="*/ 104288 w 169456"/>
              <a:gd name="csY51" fmla="*/ 114493 h 170068"/>
              <a:gd name="csX52" fmla="*/ 114987 w 169456"/>
              <a:gd name="csY52" fmla="*/ 102643 h 170068"/>
              <a:gd name="csX53" fmla="*/ 121574 w 169456"/>
              <a:gd name="csY53" fmla="*/ 98723 h 170068"/>
              <a:gd name="csX54" fmla="*/ 129195 w 169456"/>
              <a:gd name="csY54" fmla="*/ 99363 h 170068"/>
              <a:gd name="csX55" fmla="*/ 161481 w 169456"/>
              <a:gd name="csY55" fmla="*/ 112467 h 170068"/>
              <a:gd name="csX56" fmla="*/ 161490 w 169456"/>
              <a:gd name="csY56" fmla="*/ 112467 h 170068"/>
              <a:gd name="csX57" fmla="*/ 167960 w 169456"/>
              <a:gd name="csY57" fmla="*/ 118289 h 170068"/>
              <a:gd name="csX58" fmla="*/ 169185 w 169456"/>
              <a:gd name="csY58" fmla="*/ 126917 h 170068"/>
              <a:gd name="csX59" fmla="*/ 162739 w 169456"/>
              <a:gd name="csY59" fmla="*/ 158075 h 170068"/>
              <a:gd name="csX60" fmla="*/ 159934 w 169456"/>
              <a:gd name="csY60" fmla="*/ 163855 h 170068"/>
              <a:gd name="csX61" fmla="*/ 154655 w 169456"/>
              <a:gd name="csY61" fmla="*/ 167484 h 170068"/>
              <a:gd name="csX62" fmla="*/ 153645 w 169456"/>
              <a:gd name="csY62" fmla="*/ 167816 h 170068"/>
              <a:gd name="csX63" fmla="*/ 152603 w 169456"/>
              <a:gd name="csY63" fmla="*/ 168098 h 170068"/>
              <a:gd name="csX64" fmla="*/ 114209 w 169456"/>
              <a:gd name="csY64" fmla="*/ 167475 h 170068"/>
              <a:gd name="csX65" fmla="*/ 44207 w 169456"/>
              <a:gd name="csY65" fmla="*/ 125705 h 170068"/>
              <a:gd name="csX66" fmla="*/ 2587 w 169456"/>
              <a:gd name="csY66" fmla="*/ 55441 h 170068"/>
              <a:gd name="csX67" fmla="*/ 1966 w 169456"/>
              <a:gd name="csY67" fmla="*/ 16908 h 170068"/>
              <a:gd name="csX68" fmla="*/ 1966 w 169456"/>
              <a:gd name="csY68" fmla="*/ 16907 h 170068"/>
              <a:gd name="csX69" fmla="*/ 2248 w 169456"/>
              <a:gd name="csY69" fmla="*/ 15861 h 170068"/>
              <a:gd name="csX70" fmla="*/ 2579 w 169456"/>
              <a:gd name="csY70" fmla="*/ 14847 h 170068"/>
              <a:gd name="csX71" fmla="*/ 6195 w 169456"/>
              <a:gd name="csY71" fmla="*/ 9549 h 170068"/>
              <a:gd name="csX72" fmla="*/ 11954 w 169456"/>
              <a:gd name="csY72" fmla="*/ 6734 h 170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69456" h="170068">
                <a:moveTo>
                  <a:pt x="44282" y="6504"/>
                </a:moveTo>
                <a:lnTo>
                  <a:pt x="13254" y="12965"/>
                </a:lnTo>
                <a:cubicBezTo>
                  <a:pt x="12120" y="13197"/>
                  <a:pt x="11135" y="13679"/>
                  <a:pt x="10349" y="14360"/>
                </a:cubicBezTo>
                <a:cubicBezTo>
                  <a:pt x="9563" y="15041"/>
                  <a:pt x="8943" y="15946"/>
                  <a:pt x="8545" y="17042"/>
                </a:cubicBezTo>
                <a:cubicBezTo>
                  <a:pt x="8463" y="17250"/>
                  <a:pt x="8396" y="17466"/>
                  <a:pt x="8330" y="17690"/>
                </a:cubicBezTo>
                <a:lnTo>
                  <a:pt x="8330" y="17688"/>
                </a:lnTo>
                <a:cubicBezTo>
                  <a:pt x="8263" y="17903"/>
                  <a:pt x="8205" y="18136"/>
                  <a:pt x="8148" y="18369"/>
                </a:cubicBezTo>
                <a:lnTo>
                  <a:pt x="8148" y="18385"/>
                </a:lnTo>
                <a:cubicBezTo>
                  <a:pt x="5467" y="29721"/>
                  <a:pt x="5897" y="41805"/>
                  <a:pt x="8768" y="53978"/>
                </a:cubicBezTo>
                <a:cubicBezTo>
                  <a:pt x="14378" y="77703"/>
                  <a:pt x="29272" y="101694"/>
                  <a:pt x="48702" y="121202"/>
                </a:cubicBezTo>
                <a:cubicBezTo>
                  <a:pt x="68130" y="140693"/>
                  <a:pt x="92044" y="155640"/>
                  <a:pt x="115684" y="161272"/>
                </a:cubicBezTo>
                <a:cubicBezTo>
                  <a:pt x="127814" y="164162"/>
                  <a:pt x="139853" y="164585"/>
                  <a:pt x="151148" y="161894"/>
                </a:cubicBezTo>
                <a:lnTo>
                  <a:pt x="151164" y="161894"/>
                </a:lnTo>
                <a:cubicBezTo>
                  <a:pt x="151396" y="161836"/>
                  <a:pt x="151628" y="161778"/>
                  <a:pt x="151843" y="161712"/>
                </a:cubicBezTo>
                <a:lnTo>
                  <a:pt x="151859" y="161712"/>
                </a:lnTo>
                <a:cubicBezTo>
                  <a:pt x="152033" y="161662"/>
                  <a:pt x="152240" y="161587"/>
                  <a:pt x="152480" y="161504"/>
                </a:cubicBezTo>
                <a:cubicBezTo>
                  <a:pt x="153572" y="161106"/>
                  <a:pt x="154474" y="160483"/>
                  <a:pt x="155153" y="159694"/>
                </a:cubicBezTo>
                <a:cubicBezTo>
                  <a:pt x="155831" y="158905"/>
                  <a:pt x="156311" y="157917"/>
                  <a:pt x="156543" y="156779"/>
                </a:cubicBezTo>
                <a:lnTo>
                  <a:pt x="162980" y="125638"/>
                </a:lnTo>
                <a:cubicBezTo>
                  <a:pt x="163303" y="124094"/>
                  <a:pt x="163055" y="122574"/>
                  <a:pt x="162376" y="121295"/>
                </a:cubicBezTo>
                <a:cubicBezTo>
                  <a:pt x="161698" y="120024"/>
                  <a:pt x="160573" y="118978"/>
                  <a:pt x="159108" y="118388"/>
                </a:cubicBezTo>
                <a:lnTo>
                  <a:pt x="159108" y="118380"/>
                </a:lnTo>
                <a:lnTo>
                  <a:pt x="126830" y="105275"/>
                </a:lnTo>
                <a:cubicBezTo>
                  <a:pt x="125547" y="104752"/>
                  <a:pt x="124215" y="104653"/>
                  <a:pt x="122990" y="104935"/>
                </a:cubicBezTo>
                <a:cubicBezTo>
                  <a:pt x="121757" y="105217"/>
                  <a:pt x="120607" y="105890"/>
                  <a:pt x="119680" y="106912"/>
                </a:cubicBezTo>
                <a:lnTo>
                  <a:pt x="108981" y="118762"/>
                </a:lnTo>
                <a:cubicBezTo>
                  <a:pt x="107020" y="120938"/>
                  <a:pt x="104555" y="122233"/>
                  <a:pt x="101923" y="122698"/>
                </a:cubicBezTo>
                <a:cubicBezTo>
                  <a:pt x="99242" y="123172"/>
                  <a:pt x="96404" y="122781"/>
                  <a:pt x="93765" y="121577"/>
                </a:cubicBezTo>
                <a:cubicBezTo>
                  <a:pt x="84679" y="117433"/>
                  <a:pt x="75379" y="110574"/>
                  <a:pt x="67343" y="102510"/>
                </a:cubicBezTo>
                <a:cubicBezTo>
                  <a:pt x="59308" y="94446"/>
                  <a:pt x="52474" y="85104"/>
                  <a:pt x="48337" y="75978"/>
                </a:cubicBezTo>
                <a:cubicBezTo>
                  <a:pt x="47129" y="73313"/>
                  <a:pt x="46731" y="70464"/>
                  <a:pt x="47203" y="67782"/>
                </a:cubicBezTo>
                <a:cubicBezTo>
                  <a:pt x="47666" y="65133"/>
                  <a:pt x="48957" y="62658"/>
                  <a:pt x="51125" y="60690"/>
                </a:cubicBezTo>
                <a:lnTo>
                  <a:pt x="62933" y="49952"/>
                </a:lnTo>
                <a:cubicBezTo>
                  <a:pt x="63951" y="49030"/>
                  <a:pt x="64613" y="47868"/>
                  <a:pt x="64902" y="46630"/>
                </a:cubicBezTo>
                <a:cubicBezTo>
                  <a:pt x="65184" y="45393"/>
                  <a:pt x="65084" y="44064"/>
                  <a:pt x="64563" y="42777"/>
                </a:cubicBezTo>
                <a:lnTo>
                  <a:pt x="51506" y="10374"/>
                </a:lnTo>
                <a:cubicBezTo>
                  <a:pt x="50918" y="8920"/>
                  <a:pt x="49876" y="7791"/>
                  <a:pt x="48610" y="7110"/>
                </a:cubicBezTo>
                <a:cubicBezTo>
                  <a:pt x="47335" y="6429"/>
                  <a:pt x="45821" y="6188"/>
                  <a:pt x="44282" y="6504"/>
                </a:cubicBezTo>
                <a:close/>
                <a:moveTo>
                  <a:pt x="42982" y="273"/>
                </a:moveTo>
                <a:lnTo>
                  <a:pt x="42999" y="273"/>
                </a:lnTo>
                <a:cubicBezTo>
                  <a:pt x="46019" y="-358"/>
                  <a:pt x="49031" y="132"/>
                  <a:pt x="51588" y="1502"/>
                </a:cubicBezTo>
                <a:cubicBezTo>
                  <a:pt x="54145" y="2872"/>
                  <a:pt x="56230" y="5123"/>
                  <a:pt x="57388" y="8005"/>
                </a:cubicBezTo>
                <a:lnTo>
                  <a:pt x="70446" y="40408"/>
                </a:lnTo>
                <a:cubicBezTo>
                  <a:pt x="71455" y="42924"/>
                  <a:pt x="71654" y="45574"/>
                  <a:pt x="71083" y="48057"/>
                </a:cubicBezTo>
                <a:cubicBezTo>
                  <a:pt x="70520" y="50531"/>
                  <a:pt x="69196" y="52832"/>
                  <a:pt x="67177" y="54667"/>
                </a:cubicBezTo>
                <a:lnTo>
                  <a:pt x="55369" y="65405"/>
                </a:lnTo>
                <a:cubicBezTo>
                  <a:pt x="54319" y="66360"/>
                  <a:pt x="53690" y="67572"/>
                  <a:pt x="53458" y="68876"/>
                </a:cubicBezTo>
                <a:cubicBezTo>
                  <a:pt x="53210" y="70313"/>
                  <a:pt x="53433" y="71865"/>
                  <a:pt x="54095" y="73336"/>
                </a:cubicBezTo>
                <a:cubicBezTo>
                  <a:pt x="57901" y="81723"/>
                  <a:pt x="64289" y="90418"/>
                  <a:pt x="71836" y="98001"/>
                </a:cubicBezTo>
                <a:cubicBezTo>
                  <a:pt x="79374" y="105566"/>
                  <a:pt x="88012" y="111952"/>
                  <a:pt x="96369" y="115764"/>
                </a:cubicBezTo>
                <a:cubicBezTo>
                  <a:pt x="97850" y="116437"/>
                  <a:pt x="99406" y="116669"/>
                  <a:pt x="100829" y="116412"/>
                </a:cubicBezTo>
                <a:cubicBezTo>
                  <a:pt x="102129" y="116187"/>
                  <a:pt x="103337" y="115548"/>
                  <a:pt x="104288" y="114493"/>
                </a:cubicBezTo>
                <a:lnTo>
                  <a:pt x="114987" y="102643"/>
                </a:lnTo>
                <a:cubicBezTo>
                  <a:pt x="116808" y="100625"/>
                  <a:pt x="119108" y="99296"/>
                  <a:pt x="121574" y="98723"/>
                </a:cubicBezTo>
                <a:cubicBezTo>
                  <a:pt x="124048" y="98150"/>
                  <a:pt x="126687" y="98349"/>
                  <a:pt x="129195" y="99363"/>
                </a:cubicBezTo>
                <a:lnTo>
                  <a:pt x="161481" y="112467"/>
                </a:lnTo>
                <a:lnTo>
                  <a:pt x="161490" y="112467"/>
                </a:lnTo>
                <a:cubicBezTo>
                  <a:pt x="164353" y="113630"/>
                  <a:pt x="166595" y="115722"/>
                  <a:pt x="167960" y="118289"/>
                </a:cubicBezTo>
                <a:cubicBezTo>
                  <a:pt x="169325" y="120846"/>
                  <a:pt x="169814" y="123877"/>
                  <a:pt x="169185" y="126917"/>
                </a:cubicBezTo>
                <a:lnTo>
                  <a:pt x="162739" y="158075"/>
                </a:lnTo>
                <a:cubicBezTo>
                  <a:pt x="162284" y="160284"/>
                  <a:pt x="161316" y="162243"/>
                  <a:pt x="159934" y="163855"/>
                </a:cubicBezTo>
                <a:cubicBezTo>
                  <a:pt x="158552" y="165466"/>
                  <a:pt x="156756" y="166711"/>
                  <a:pt x="154655" y="167484"/>
                </a:cubicBezTo>
                <a:cubicBezTo>
                  <a:pt x="154365" y="167592"/>
                  <a:pt x="154026" y="167700"/>
                  <a:pt x="153645" y="167816"/>
                </a:cubicBezTo>
                <a:cubicBezTo>
                  <a:pt x="153306" y="167915"/>
                  <a:pt x="152958" y="168015"/>
                  <a:pt x="152603" y="168098"/>
                </a:cubicBezTo>
                <a:cubicBezTo>
                  <a:pt x="140299" y="171030"/>
                  <a:pt x="127266" y="170581"/>
                  <a:pt x="114209" y="167475"/>
                </a:cubicBezTo>
                <a:cubicBezTo>
                  <a:pt x="89402" y="161563"/>
                  <a:pt x="64421" y="145993"/>
                  <a:pt x="44207" y="125705"/>
                </a:cubicBezTo>
                <a:cubicBezTo>
                  <a:pt x="23992" y="105417"/>
                  <a:pt x="8478" y="80346"/>
                  <a:pt x="2587" y="55441"/>
                </a:cubicBezTo>
                <a:cubicBezTo>
                  <a:pt x="-516" y="42336"/>
                  <a:pt x="-955" y="29257"/>
                  <a:pt x="1966" y="16908"/>
                </a:cubicBezTo>
                <a:lnTo>
                  <a:pt x="1966" y="16907"/>
                </a:lnTo>
                <a:cubicBezTo>
                  <a:pt x="2049" y="16550"/>
                  <a:pt x="2140" y="16201"/>
                  <a:pt x="2248" y="15861"/>
                </a:cubicBezTo>
                <a:cubicBezTo>
                  <a:pt x="2347" y="15520"/>
                  <a:pt x="2463" y="15180"/>
                  <a:pt x="2579" y="14847"/>
                </a:cubicBezTo>
                <a:cubicBezTo>
                  <a:pt x="3348" y="12738"/>
                  <a:pt x="4590" y="10936"/>
                  <a:pt x="6195" y="9549"/>
                </a:cubicBezTo>
                <a:cubicBezTo>
                  <a:pt x="7800" y="8162"/>
                  <a:pt x="9753" y="7191"/>
                  <a:pt x="11954" y="6734"/>
                </a:cubicBezTo>
                <a:close/>
              </a:path>
            </a:pathLst>
          </a:custGeom>
          <a:solidFill>
            <a:schemeClr val="bg1"/>
          </a:solidFill>
          <a:effectLst/>
        </p:spPr>
        <p:txBody>
          <a:bodyPr vert="horz" wrap="square" lIns="144000" tIns="144000" rIns="144000" bIns="144000" rtlCol="0" anchor="ctr">
            <a:noAutofit/>
          </a:bodyPr>
          <a:lstStyle>
            <a:lvl1pPr>
              <a:buNone/>
              <a:defRPr lang="en-US" sz="100" smtClean="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endParaRPr lang="en-US" dirty="0"/>
          </a:p>
        </p:txBody>
      </p:sp>
      <p:sp>
        <p:nvSpPr>
          <p:cNvPr id="47" name="Text Placeholder 46">
            <a:extLst>
              <a:ext uri="{FF2B5EF4-FFF2-40B4-BE49-F238E27FC236}">
                <a16:creationId xmlns:a16="http://schemas.microsoft.com/office/drawing/2014/main" id="{65205D9A-78CB-42EA-D56B-46556C049F3B}"/>
              </a:ext>
            </a:extLst>
          </p:cNvPr>
          <p:cNvSpPr>
            <a:spLocks noGrp="1"/>
          </p:cNvSpPr>
          <p:nvPr>
            <p:ph type="body" sz="quarter" idx="46" hasCustomPrompt="1"/>
          </p:nvPr>
        </p:nvSpPr>
        <p:spPr>
          <a:xfrm>
            <a:off x="5844505" y="4689028"/>
            <a:ext cx="156354" cy="104600"/>
          </a:xfrm>
          <a:custGeom>
            <a:avLst/>
            <a:gdLst>
              <a:gd name="csX0" fmla="*/ 7272 w 156354"/>
              <a:gd name="csY0" fmla="*/ 11102 h 104600"/>
              <a:gd name="csX1" fmla="*/ 7272 w 156354"/>
              <a:gd name="csY1" fmla="*/ 97386 h 104600"/>
              <a:gd name="csX2" fmla="*/ 149082 w 156354"/>
              <a:gd name="csY2" fmla="*/ 97386 h 104600"/>
              <a:gd name="csX3" fmla="*/ 149082 w 156354"/>
              <a:gd name="csY3" fmla="*/ 11102 h 104600"/>
              <a:gd name="csX4" fmla="*/ 80450 w 156354"/>
              <a:gd name="csY4" fmla="*/ 65879 h 104600"/>
              <a:gd name="csX5" fmla="*/ 75904 w 156354"/>
              <a:gd name="csY5" fmla="*/ 65879 h 104600"/>
              <a:gd name="csX6" fmla="*/ 13976 w 156354"/>
              <a:gd name="csY6" fmla="*/ 7214 h 104600"/>
              <a:gd name="csX7" fmla="*/ 78177 w 156354"/>
              <a:gd name="csY7" fmla="*/ 58502 h 104600"/>
              <a:gd name="csX8" fmla="*/ 142378 w 156354"/>
              <a:gd name="csY8" fmla="*/ 7214 h 104600"/>
              <a:gd name="csX9" fmla="*/ 3636 w 156354"/>
              <a:gd name="csY9" fmla="*/ 0 h 104600"/>
              <a:gd name="csX10" fmla="*/ 152718 w 156354"/>
              <a:gd name="csY10" fmla="*/ 0 h 104600"/>
              <a:gd name="csX11" fmla="*/ 156354 w 156354"/>
              <a:gd name="csY11" fmla="*/ 3607 h 104600"/>
              <a:gd name="csX12" fmla="*/ 156354 w 156354"/>
              <a:gd name="csY12" fmla="*/ 100993 h 104600"/>
              <a:gd name="csX13" fmla="*/ 152718 w 156354"/>
              <a:gd name="csY13" fmla="*/ 104600 h 104600"/>
              <a:gd name="csX14" fmla="*/ 3636 w 156354"/>
              <a:gd name="csY14" fmla="*/ 104600 h 104600"/>
              <a:gd name="csX15" fmla="*/ 0 w 156354"/>
              <a:gd name="csY15" fmla="*/ 100993 h 104600"/>
              <a:gd name="csX16" fmla="*/ 0 w 156354"/>
              <a:gd name="csY16" fmla="*/ 3607 h 104600"/>
              <a:gd name="csX17" fmla="*/ 3636 w 156354"/>
              <a:gd name="csY17" fmla="*/ 0 h 104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6354" h="104600">
                <a:moveTo>
                  <a:pt x="7272" y="11102"/>
                </a:moveTo>
                <a:lnTo>
                  <a:pt x="7272" y="97386"/>
                </a:lnTo>
                <a:lnTo>
                  <a:pt x="149082" y="97386"/>
                </a:lnTo>
                <a:lnTo>
                  <a:pt x="149082" y="11102"/>
                </a:lnTo>
                <a:lnTo>
                  <a:pt x="80450" y="65879"/>
                </a:lnTo>
                <a:cubicBezTo>
                  <a:pt x="79121" y="66943"/>
                  <a:pt x="77233" y="66943"/>
                  <a:pt x="75904" y="65879"/>
                </a:cubicBezTo>
                <a:close/>
                <a:moveTo>
                  <a:pt x="13976" y="7214"/>
                </a:moveTo>
                <a:lnTo>
                  <a:pt x="78177" y="58502"/>
                </a:lnTo>
                <a:lnTo>
                  <a:pt x="142378" y="7214"/>
                </a:lnTo>
                <a:close/>
                <a:moveTo>
                  <a:pt x="3636" y="0"/>
                </a:moveTo>
                <a:lnTo>
                  <a:pt x="152718" y="0"/>
                </a:lnTo>
                <a:cubicBezTo>
                  <a:pt x="154726" y="0"/>
                  <a:pt x="156354" y="1616"/>
                  <a:pt x="156354" y="3607"/>
                </a:cubicBezTo>
                <a:lnTo>
                  <a:pt x="156354" y="100993"/>
                </a:lnTo>
                <a:cubicBezTo>
                  <a:pt x="156354" y="102995"/>
                  <a:pt x="154726" y="104600"/>
                  <a:pt x="152718" y="104600"/>
                </a:cubicBezTo>
                <a:lnTo>
                  <a:pt x="3636" y="104600"/>
                </a:lnTo>
                <a:cubicBezTo>
                  <a:pt x="1628" y="104600"/>
                  <a:pt x="0" y="102995"/>
                  <a:pt x="0" y="100993"/>
                </a:cubicBezTo>
                <a:lnTo>
                  <a:pt x="0" y="3607"/>
                </a:lnTo>
                <a:cubicBezTo>
                  <a:pt x="0" y="1616"/>
                  <a:pt x="1628" y="0"/>
                  <a:pt x="3636" y="0"/>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E-Mail:</a:t>
            </a:r>
          </a:p>
        </p:txBody>
      </p:sp>
      <p:sp>
        <p:nvSpPr>
          <p:cNvPr id="48" name="Text Placeholder 47">
            <a:extLst>
              <a:ext uri="{FF2B5EF4-FFF2-40B4-BE49-F238E27FC236}">
                <a16:creationId xmlns:a16="http://schemas.microsoft.com/office/drawing/2014/main" id="{D87C7806-4F84-997B-FF0A-F821B23858AF}"/>
              </a:ext>
            </a:extLst>
          </p:cNvPr>
          <p:cNvSpPr>
            <a:spLocks noGrp="1"/>
          </p:cNvSpPr>
          <p:nvPr>
            <p:ph type="body" sz="quarter" idx="47"/>
          </p:nvPr>
        </p:nvSpPr>
        <p:spPr>
          <a:xfrm>
            <a:off x="5853398" y="5247830"/>
            <a:ext cx="138568" cy="158705"/>
          </a:xfrm>
          <a:custGeom>
            <a:avLst/>
            <a:gdLst>
              <a:gd name="csX0" fmla="*/ 47720 w 138568"/>
              <a:gd name="csY0" fmla="*/ 92965 h 158705"/>
              <a:gd name="csX1" fmla="*/ 47720 w 138568"/>
              <a:gd name="csY1" fmla="*/ 151120 h 158705"/>
              <a:gd name="csX2" fmla="*/ 90851 w 138568"/>
              <a:gd name="csY2" fmla="*/ 151120 h 158705"/>
              <a:gd name="csX3" fmla="*/ 90851 w 138568"/>
              <a:gd name="csY3" fmla="*/ 92965 h 158705"/>
              <a:gd name="csX4" fmla="*/ 69284 w 138568"/>
              <a:gd name="csY4" fmla="*/ 8544 h 158705"/>
              <a:gd name="csX5" fmla="*/ 7560 w 138568"/>
              <a:gd name="csY5" fmla="*/ 55192 h 158705"/>
              <a:gd name="csX6" fmla="*/ 7560 w 138568"/>
              <a:gd name="csY6" fmla="*/ 151120 h 158705"/>
              <a:gd name="csX7" fmla="*/ 40162 w 138568"/>
              <a:gd name="csY7" fmla="*/ 151120 h 158705"/>
              <a:gd name="csX8" fmla="*/ 40162 w 138568"/>
              <a:gd name="csY8" fmla="*/ 89173 h 158705"/>
              <a:gd name="csX9" fmla="*/ 43941 w 138568"/>
              <a:gd name="csY9" fmla="*/ 85380 h 158705"/>
              <a:gd name="csX10" fmla="*/ 94630 w 138568"/>
              <a:gd name="csY10" fmla="*/ 85380 h 158705"/>
              <a:gd name="csX11" fmla="*/ 98409 w 138568"/>
              <a:gd name="csY11" fmla="*/ 89173 h 158705"/>
              <a:gd name="csX12" fmla="*/ 98409 w 138568"/>
              <a:gd name="csY12" fmla="*/ 151120 h 158705"/>
              <a:gd name="csX13" fmla="*/ 131011 w 138568"/>
              <a:gd name="csY13" fmla="*/ 151120 h 158705"/>
              <a:gd name="csX14" fmla="*/ 131009 w 138568"/>
              <a:gd name="csY14" fmla="*/ 55192 h 158705"/>
              <a:gd name="csX15" fmla="*/ 67010 w 138568"/>
              <a:gd name="csY15" fmla="*/ 762 h 158705"/>
              <a:gd name="csX16" fmla="*/ 71560 w 138568"/>
              <a:gd name="csY16" fmla="*/ 762 h 158705"/>
              <a:gd name="csX17" fmla="*/ 137066 w 138568"/>
              <a:gd name="csY17" fmla="*/ 50269 h 158705"/>
              <a:gd name="csX18" fmla="*/ 137064 w 138568"/>
              <a:gd name="csY18" fmla="*/ 50270 h 158705"/>
              <a:gd name="csX19" fmla="*/ 138568 w 138568"/>
              <a:gd name="csY19" fmla="*/ 53304 h 158705"/>
              <a:gd name="csX20" fmla="*/ 138568 w 138568"/>
              <a:gd name="csY20" fmla="*/ 154912 h 158705"/>
              <a:gd name="csX21" fmla="*/ 134789 w 138568"/>
              <a:gd name="csY21" fmla="*/ 158705 h 158705"/>
              <a:gd name="csX22" fmla="*/ 3779 w 138568"/>
              <a:gd name="csY22" fmla="*/ 158705 h 158705"/>
              <a:gd name="csX23" fmla="*/ 0 w 138568"/>
              <a:gd name="csY23" fmla="*/ 154912 h 158705"/>
              <a:gd name="csX24" fmla="*/ 0 w 138568"/>
              <a:gd name="csY24" fmla="*/ 53296 h 158705"/>
              <a:gd name="csX25" fmla="*/ 1504 w 138568"/>
              <a:gd name="csY25" fmla="*/ 50269 h 1587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8568" h="158705">
                <a:moveTo>
                  <a:pt x="47720" y="92965"/>
                </a:moveTo>
                <a:lnTo>
                  <a:pt x="47720" y="151120"/>
                </a:lnTo>
                <a:lnTo>
                  <a:pt x="90851" y="151120"/>
                </a:lnTo>
                <a:lnTo>
                  <a:pt x="90851" y="92965"/>
                </a:lnTo>
                <a:close/>
                <a:moveTo>
                  <a:pt x="69284" y="8544"/>
                </a:moveTo>
                <a:lnTo>
                  <a:pt x="7560" y="55192"/>
                </a:lnTo>
                <a:lnTo>
                  <a:pt x="7560" y="151120"/>
                </a:lnTo>
                <a:lnTo>
                  <a:pt x="40162" y="151120"/>
                </a:lnTo>
                <a:lnTo>
                  <a:pt x="40162" y="89173"/>
                </a:lnTo>
                <a:cubicBezTo>
                  <a:pt x="40162" y="87079"/>
                  <a:pt x="41855" y="85380"/>
                  <a:pt x="43941" y="85380"/>
                </a:cubicBezTo>
                <a:lnTo>
                  <a:pt x="94630" y="85380"/>
                </a:lnTo>
                <a:cubicBezTo>
                  <a:pt x="96716" y="85380"/>
                  <a:pt x="98409" y="87079"/>
                  <a:pt x="98409" y="89173"/>
                </a:cubicBezTo>
                <a:lnTo>
                  <a:pt x="98409" y="151120"/>
                </a:lnTo>
                <a:lnTo>
                  <a:pt x="131011" y="151120"/>
                </a:lnTo>
                <a:lnTo>
                  <a:pt x="131009" y="55192"/>
                </a:lnTo>
                <a:close/>
                <a:moveTo>
                  <a:pt x="67010" y="762"/>
                </a:moveTo>
                <a:cubicBezTo>
                  <a:pt x="68363" y="-254"/>
                  <a:pt x="70215" y="-254"/>
                  <a:pt x="71560" y="762"/>
                </a:cubicBezTo>
                <a:lnTo>
                  <a:pt x="137066" y="50269"/>
                </a:lnTo>
                <a:lnTo>
                  <a:pt x="137064" y="50270"/>
                </a:lnTo>
                <a:cubicBezTo>
                  <a:pt x="138016" y="50990"/>
                  <a:pt x="138568" y="52113"/>
                  <a:pt x="138568" y="53304"/>
                </a:cubicBezTo>
                <a:lnTo>
                  <a:pt x="138568" y="154912"/>
                </a:lnTo>
                <a:cubicBezTo>
                  <a:pt x="138568" y="157006"/>
                  <a:pt x="136875" y="158705"/>
                  <a:pt x="134789" y="158705"/>
                </a:cubicBezTo>
                <a:lnTo>
                  <a:pt x="3779" y="158705"/>
                </a:lnTo>
                <a:cubicBezTo>
                  <a:pt x="1693" y="158705"/>
                  <a:pt x="0" y="157006"/>
                  <a:pt x="0" y="154912"/>
                </a:cubicBezTo>
                <a:lnTo>
                  <a:pt x="0" y="53296"/>
                </a:lnTo>
                <a:cubicBezTo>
                  <a:pt x="0" y="52105"/>
                  <a:pt x="559" y="50982"/>
                  <a:pt x="1504" y="50269"/>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endParaRPr lang="en-US" dirty="0"/>
          </a:p>
        </p:txBody>
      </p:sp>
      <p:sp>
        <p:nvSpPr>
          <p:cNvPr id="49" name="Text Placeholder 48">
            <a:extLst>
              <a:ext uri="{FF2B5EF4-FFF2-40B4-BE49-F238E27FC236}">
                <a16:creationId xmlns:a16="http://schemas.microsoft.com/office/drawing/2014/main" id="{A5773286-5C77-589A-BF10-5B3D8BA1E930}"/>
              </a:ext>
            </a:extLst>
          </p:cNvPr>
          <p:cNvSpPr>
            <a:spLocks noGrp="1"/>
          </p:cNvSpPr>
          <p:nvPr>
            <p:ph type="body" sz="quarter" idx="48" hasCustomPrompt="1"/>
          </p:nvPr>
        </p:nvSpPr>
        <p:spPr>
          <a:xfrm>
            <a:off x="5830873" y="5820895"/>
            <a:ext cx="183618" cy="184282"/>
          </a:xfrm>
          <a:custGeom>
            <a:avLst/>
            <a:gdLst>
              <a:gd name="csX0" fmla="*/ 138423 w 183618"/>
              <a:gd name="csY0" fmla="*/ 143458 h 184282"/>
              <a:gd name="csX1" fmla="*/ 129506 w 183618"/>
              <a:gd name="csY1" fmla="*/ 165898 h 184282"/>
              <a:gd name="csX2" fmla="*/ 152500 w 183618"/>
              <a:gd name="csY2" fmla="*/ 148341 h 184282"/>
              <a:gd name="csX3" fmla="*/ 152509 w 183618"/>
              <a:gd name="csY3" fmla="*/ 148341 h 184282"/>
              <a:gd name="csX4" fmla="*/ 138441 w 183618"/>
              <a:gd name="csY4" fmla="*/ 143467 h 184282"/>
              <a:gd name="csX5" fmla="*/ 138423 w 183618"/>
              <a:gd name="csY5" fmla="*/ 143467 h 184282"/>
              <a:gd name="csX6" fmla="*/ 45174 w 183618"/>
              <a:gd name="csY6" fmla="*/ 143458 h 184282"/>
              <a:gd name="csX7" fmla="*/ 31115 w 183618"/>
              <a:gd name="csY7" fmla="*/ 148350 h 184282"/>
              <a:gd name="csX8" fmla="*/ 31124 w 183618"/>
              <a:gd name="csY8" fmla="*/ 148350 h 184282"/>
              <a:gd name="csX9" fmla="*/ 54100 w 183618"/>
              <a:gd name="csY9" fmla="*/ 165898 h 184282"/>
              <a:gd name="csX10" fmla="*/ 54109 w 183618"/>
              <a:gd name="csY10" fmla="*/ 165898 h 184282"/>
              <a:gd name="csX11" fmla="*/ 45192 w 183618"/>
              <a:gd name="csY11" fmla="*/ 143467 h 184282"/>
              <a:gd name="csX12" fmla="*/ 87255 w 183618"/>
              <a:gd name="csY12" fmla="*/ 137454 h 184282"/>
              <a:gd name="csX13" fmla="*/ 54064 w 183618"/>
              <a:gd name="csY13" fmla="*/ 141259 h 184282"/>
              <a:gd name="csX14" fmla="*/ 54073 w 183618"/>
              <a:gd name="csY14" fmla="*/ 141259 h 184282"/>
              <a:gd name="csX15" fmla="*/ 68822 w 183618"/>
              <a:gd name="csY15" fmla="*/ 171769 h 184282"/>
              <a:gd name="csX16" fmla="*/ 68830 w 183618"/>
              <a:gd name="csY16" fmla="*/ 171769 h 184282"/>
              <a:gd name="csX17" fmla="*/ 87264 w 183618"/>
              <a:gd name="csY17" fmla="*/ 174892 h 184282"/>
              <a:gd name="csX18" fmla="*/ 87264 w 183618"/>
              <a:gd name="csY18" fmla="*/ 137462 h 184282"/>
              <a:gd name="csX19" fmla="*/ 87255 w 183618"/>
              <a:gd name="csY19" fmla="*/ 137462 h 184282"/>
              <a:gd name="csX20" fmla="*/ 96351 w 183618"/>
              <a:gd name="csY20" fmla="*/ 137453 h 184282"/>
              <a:gd name="csX21" fmla="*/ 96350 w 183618"/>
              <a:gd name="csY21" fmla="*/ 174892 h 184282"/>
              <a:gd name="csX22" fmla="*/ 114775 w 183618"/>
              <a:gd name="csY22" fmla="*/ 171768 h 184282"/>
              <a:gd name="csX23" fmla="*/ 114793 w 183618"/>
              <a:gd name="csY23" fmla="*/ 171768 h 184282"/>
              <a:gd name="csX24" fmla="*/ 129541 w 183618"/>
              <a:gd name="csY24" fmla="*/ 141250 h 184282"/>
              <a:gd name="csX25" fmla="*/ 129550 w 183618"/>
              <a:gd name="csY25" fmla="*/ 141250 h 184282"/>
              <a:gd name="csX26" fmla="*/ 96360 w 183618"/>
              <a:gd name="csY26" fmla="*/ 137462 h 184282"/>
              <a:gd name="csX27" fmla="*/ 96351 w 183618"/>
              <a:gd name="csY27" fmla="*/ 137462 h 184282"/>
              <a:gd name="csX28" fmla="*/ 96353 w 183618"/>
              <a:gd name="csY28" fmla="*/ 96709 h 184282"/>
              <a:gd name="csX29" fmla="*/ 96351 w 183618"/>
              <a:gd name="csY29" fmla="*/ 128199 h 184282"/>
              <a:gd name="csX30" fmla="*/ 96360 w 183618"/>
              <a:gd name="csY30" fmla="*/ 128190 h 184282"/>
              <a:gd name="csX31" fmla="*/ 131886 w 183618"/>
              <a:gd name="csY31" fmla="*/ 132373 h 184282"/>
              <a:gd name="csX32" fmla="*/ 136197 w 183618"/>
              <a:gd name="csY32" fmla="*/ 96709 h 184282"/>
              <a:gd name="csX33" fmla="*/ 47422 w 183618"/>
              <a:gd name="csY33" fmla="*/ 96708 h 184282"/>
              <a:gd name="csX34" fmla="*/ 51733 w 183618"/>
              <a:gd name="csY34" fmla="*/ 132371 h 184282"/>
              <a:gd name="csX35" fmla="*/ 87259 w 183618"/>
              <a:gd name="csY35" fmla="*/ 128197 h 184282"/>
              <a:gd name="csX36" fmla="*/ 87268 w 183618"/>
              <a:gd name="csY36" fmla="*/ 128188 h 184282"/>
              <a:gd name="csX37" fmla="*/ 87268 w 183618"/>
              <a:gd name="csY37" fmla="*/ 96709 h 184282"/>
              <a:gd name="csX38" fmla="*/ 47440 w 183618"/>
              <a:gd name="csY38" fmla="*/ 96709 h 184282"/>
              <a:gd name="csX39" fmla="*/ 174243 w 183618"/>
              <a:gd name="csY39" fmla="*/ 96700 h 184282"/>
              <a:gd name="csX40" fmla="*/ 145435 w 183618"/>
              <a:gd name="csY40" fmla="*/ 96709 h 184282"/>
              <a:gd name="csX41" fmla="*/ 145426 w 183618"/>
              <a:gd name="csY41" fmla="*/ 96709 h 184282"/>
              <a:gd name="csX42" fmla="*/ 145426 w 183618"/>
              <a:gd name="csY42" fmla="*/ 96701 h 184282"/>
              <a:gd name="csX43" fmla="*/ 140757 w 183618"/>
              <a:gd name="csY43" fmla="*/ 134588 h 184282"/>
              <a:gd name="csX44" fmla="*/ 140775 w 183618"/>
              <a:gd name="csY44" fmla="*/ 134588 h 184282"/>
              <a:gd name="csX45" fmla="*/ 158564 w 183618"/>
              <a:gd name="csY45" fmla="*/ 140917 h 184282"/>
              <a:gd name="csX46" fmla="*/ 158573 w 183618"/>
              <a:gd name="csY46" fmla="*/ 140917 h 184282"/>
              <a:gd name="csX47" fmla="*/ 174261 w 183618"/>
              <a:gd name="csY47" fmla="*/ 96700 h 184282"/>
              <a:gd name="csX48" fmla="*/ 38208 w 183618"/>
              <a:gd name="csY48" fmla="*/ 96700 h 184282"/>
              <a:gd name="csX49" fmla="*/ 9347 w 183618"/>
              <a:gd name="csY49" fmla="*/ 96709 h 184282"/>
              <a:gd name="csX50" fmla="*/ 9356 w 183618"/>
              <a:gd name="csY50" fmla="*/ 96709 h 184282"/>
              <a:gd name="csX51" fmla="*/ 25043 w 183618"/>
              <a:gd name="csY51" fmla="*/ 140916 h 184282"/>
              <a:gd name="csX52" fmla="*/ 42850 w 183618"/>
              <a:gd name="csY52" fmla="*/ 134588 h 184282"/>
              <a:gd name="csX53" fmla="*/ 42859 w 183618"/>
              <a:gd name="csY53" fmla="*/ 134588 h 184282"/>
              <a:gd name="csX54" fmla="*/ 38190 w 183618"/>
              <a:gd name="csY54" fmla="*/ 96709 h 184282"/>
              <a:gd name="csX55" fmla="*/ 38208 w 183618"/>
              <a:gd name="csY55" fmla="*/ 96709 h 184282"/>
              <a:gd name="csX56" fmla="*/ 131878 w 183618"/>
              <a:gd name="csY56" fmla="*/ 51909 h 184282"/>
              <a:gd name="csX57" fmla="*/ 131880 w 183618"/>
              <a:gd name="csY57" fmla="*/ 51911 h 184282"/>
              <a:gd name="csX58" fmla="*/ 96345 w 183618"/>
              <a:gd name="csY58" fmla="*/ 56102 h 184282"/>
              <a:gd name="csX59" fmla="*/ 96354 w 183618"/>
              <a:gd name="csY59" fmla="*/ 56102 h 184282"/>
              <a:gd name="csX60" fmla="*/ 96354 w 183618"/>
              <a:gd name="csY60" fmla="*/ 87581 h 184282"/>
              <a:gd name="csX61" fmla="*/ 136198 w 183618"/>
              <a:gd name="csY61" fmla="*/ 87581 h 184282"/>
              <a:gd name="csX62" fmla="*/ 131896 w 183618"/>
              <a:gd name="csY62" fmla="*/ 51918 h 184282"/>
              <a:gd name="csX63" fmla="*/ 51724 w 183618"/>
              <a:gd name="csY63" fmla="*/ 51909 h 184282"/>
              <a:gd name="csX64" fmla="*/ 51724 w 183618"/>
              <a:gd name="csY64" fmla="*/ 51918 h 184282"/>
              <a:gd name="csX65" fmla="*/ 51724 w 183618"/>
              <a:gd name="csY65" fmla="*/ 51918 h 184282"/>
              <a:gd name="csX66" fmla="*/ 47424 w 183618"/>
              <a:gd name="csY66" fmla="*/ 87580 h 184282"/>
              <a:gd name="csX67" fmla="*/ 87267 w 183618"/>
              <a:gd name="csY67" fmla="*/ 87580 h 184282"/>
              <a:gd name="csX68" fmla="*/ 87267 w 183618"/>
              <a:gd name="csY68" fmla="*/ 56092 h 184282"/>
              <a:gd name="csX69" fmla="*/ 87276 w 183618"/>
              <a:gd name="csY69" fmla="*/ 56092 h 184282"/>
              <a:gd name="csX70" fmla="*/ 51742 w 183618"/>
              <a:gd name="csY70" fmla="*/ 51918 h 184282"/>
              <a:gd name="csX71" fmla="*/ 51724 w 183618"/>
              <a:gd name="csY71" fmla="*/ 51918 h 184282"/>
              <a:gd name="csX72" fmla="*/ 51725 w 183618"/>
              <a:gd name="csY72" fmla="*/ 51910 h 184282"/>
              <a:gd name="csX73" fmla="*/ 158565 w 183618"/>
              <a:gd name="csY73" fmla="*/ 43373 h 184282"/>
              <a:gd name="csX74" fmla="*/ 140749 w 183618"/>
              <a:gd name="csY74" fmla="*/ 49710 h 184282"/>
              <a:gd name="csX75" fmla="*/ 140758 w 183618"/>
              <a:gd name="csY75" fmla="*/ 49710 h 184282"/>
              <a:gd name="csX76" fmla="*/ 145427 w 183618"/>
              <a:gd name="csY76" fmla="*/ 87580 h 184282"/>
              <a:gd name="csX77" fmla="*/ 174262 w 183618"/>
              <a:gd name="csY77" fmla="*/ 87580 h 184282"/>
              <a:gd name="csX78" fmla="*/ 158584 w 183618"/>
              <a:gd name="csY78" fmla="*/ 43382 h 184282"/>
              <a:gd name="csX79" fmla="*/ 158584 w 183618"/>
              <a:gd name="csY79" fmla="*/ 43373 h 184282"/>
              <a:gd name="csX80" fmla="*/ 158566 w 183618"/>
              <a:gd name="csY80" fmla="*/ 43373 h 184282"/>
              <a:gd name="csX81" fmla="*/ 25036 w 183618"/>
              <a:gd name="csY81" fmla="*/ 43373 h 184282"/>
              <a:gd name="csX82" fmla="*/ 9357 w 183618"/>
              <a:gd name="csY82" fmla="*/ 87580 h 184282"/>
              <a:gd name="csX83" fmla="*/ 38192 w 183618"/>
              <a:gd name="csY83" fmla="*/ 87580 h 184282"/>
              <a:gd name="csX84" fmla="*/ 42861 w 183618"/>
              <a:gd name="csY84" fmla="*/ 49701 h 184282"/>
              <a:gd name="csX85" fmla="*/ 42870 w 183618"/>
              <a:gd name="csY85" fmla="*/ 49701 h 184282"/>
              <a:gd name="csX86" fmla="*/ 25045 w 183618"/>
              <a:gd name="csY86" fmla="*/ 43382 h 184282"/>
              <a:gd name="csX87" fmla="*/ 129516 w 183618"/>
              <a:gd name="csY87" fmla="*/ 18401 h 184282"/>
              <a:gd name="csX88" fmla="*/ 138433 w 183618"/>
              <a:gd name="csY88" fmla="*/ 40824 h 184282"/>
              <a:gd name="csX89" fmla="*/ 152493 w 183618"/>
              <a:gd name="csY89" fmla="*/ 35950 h 184282"/>
              <a:gd name="csX90" fmla="*/ 152511 w 183618"/>
              <a:gd name="csY90" fmla="*/ 35950 h 184282"/>
              <a:gd name="csX91" fmla="*/ 129525 w 183618"/>
              <a:gd name="csY91" fmla="*/ 18401 h 184282"/>
              <a:gd name="csX92" fmla="*/ 54094 w 183618"/>
              <a:gd name="csY92" fmla="*/ 18392 h 184282"/>
              <a:gd name="csX93" fmla="*/ 31118 w 183618"/>
              <a:gd name="csY93" fmla="*/ 35950 h 184282"/>
              <a:gd name="csX94" fmla="*/ 31127 w 183618"/>
              <a:gd name="csY94" fmla="*/ 35950 h 184282"/>
              <a:gd name="csX95" fmla="*/ 45186 w 183618"/>
              <a:gd name="csY95" fmla="*/ 40833 h 184282"/>
              <a:gd name="csX96" fmla="*/ 45186 w 183618"/>
              <a:gd name="csY96" fmla="*/ 40824 h 184282"/>
              <a:gd name="csX97" fmla="*/ 54112 w 183618"/>
              <a:gd name="csY97" fmla="*/ 18392 h 184282"/>
              <a:gd name="csX98" fmla="*/ 96353 w 183618"/>
              <a:gd name="csY98" fmla="*/ 9389 h 184282"/>
              <a:gd name="csX99" fmla="*/ 96353 w 183618"/>
              <a:gd name="csY99" fmla="*/ 46828 h 184282"/>
              <a:gd name="csX100" fmla="*/ 129534 w 183618"/>
              <a:gd name="csY100" fmla="*/ 43040 h 184282"/>
              <a:gd name="csX101" fmla="*/ 129543 w 183618"/>
              <a:gd name="csY101" fmla="*/ 43031 h 184282"/>
              <a:gd name="csX102" fmla="*/ 114804 w 183618"/>
              <a:gd name="csY102" fmla="*/ 12522 h 184282"/>
              <a:gd name="csX103" fmla="*/ 114813 w 183618"/>
              <a:gd name="csY103" fmla="*/ 12522 h 184282"/>
              <a:gd name="csX104" fmla="*/ 96362 w 183618"/>
              <a:gd name="csY104" fmla="*/ 9398 h 184282"/>
              <a:gd name="csX105" fmla="*/ 96362 w 183618"/>
              <a:gd name="csY105" fmla="*/ 9389 h 184282"/>
              <a:gd name="csX106" fmla="*/ 87257 w 183618"/>
              <a:gd name="csY106" fmla="*/ 9389 h 184282"/>
              <a:gd name="csX107" fmla="*/ 87257 w 183618"/>
              <a:gd name="csY107" fmla="*/ 9390 h 184282"/>
              <a:gd name="csX108" fmla="*/ 68806 w 183618"/>
              <a:gd name="csY108" fmla="*/ 12532 h 184282"/>
              <a:gd name="csX109" fmla="*/ 54076 w 183618"/>
              <a:gd name="csY109" fmla="*/ 43041 h 184282"/>
              <a:gd name="csX110" fmla="*/ 54085 w 183618"/>
              <a:gd name="csY110" fmla="*/ 43041 h 184282"/>
              <a:gd name="csX111" fmla="*/ 87266 w 183618"/>
              <a:gd name="csY111" fmla="*/ 46829 h 184282"/>
              <a:gd name="csX112" fmla="*/ 87266 w 183618"/>
              <a:gd name="csY112" fmla="*/ 9389 h 184282"/>
              <a:gd name="csX113" fmla="*/ 91809 w 183618"/>
              <a:gd name="csY113" fmla="*/ 0 h 184282"/>
              <a:gd name="csX114" fmla="*/ 183618 w 183618"/>
              <a:gd name="csY114" fmla="*/ 92141 h 184282"/>
              <a:gd name="csX115" fmla="*/ 91809 w 183618"/>
              <a:gd name="csY115" fmla="*/ 184282 h 184282"/>
              <a:gd name="csX116" fmla="*/ 0 w 183618"/>
              <a:gd name="csY116" fmla="*/ 92141 h 184282"/>
              <a:gd name="csX117" fmla="*/ 91800 w 183618"/>
              <a:gd name="csY117" fmla="*/ 9 h 184282"/>
              <a:gd name="csX118" fmla="*/ 91809 w 183618"/>
              <a:gd name="csY118" fmla="*/ 9 h 184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183618" h="184282">
                <a:moveTo>
                  <a:pt x="138423" y="143458"/>
                </a:moveTo>
                <a:cubicBezTo>
                  <a:pt x="136008" y="151662"/>
                  <a:pt x="133012" y="159220"/>
                  <a:pt x="129506" y="165898"/>
                </a:cubicBezTo>
                <a:cubicBezTo>
                  <a:pt x="138172" y="161428"/>
                  <a:pt x="145953" y="155459"/>
                  <a:pt x="152500" y="148341"/>
                </a:cubicBezTo>
                <a:lnTo>
                  <a:pt x="152509" y="148341"/>
                </a:lnTo>
                <a:cubicBezTo>
                  <a:pt x="148181" y="146519"/>
                  <a:pt x="143476" y="144885"/>
                  <a:pt x="138441" y="143467"/>
                </a:cubicBezTo>
                <a:lnTo>
                  <a:pt x="138423" y="143467"/>
                </a:lnTo>
                <a:close/>
                <a:moveTo>
                  <a:pt x="45174" y="143458"/>
                </a:moveTo>
                <a:cubicBezTo>
                  <a:pt x="40148" y="144885"/>
                  <a:pt x="35443" y="146519"/>
                  <a:pt x="31115" y="148350"/>
                </a:cubicBezTo>
                <a:lnTo>
                  <a:pt x="31124" y="148350"/>
                </a:lnTo>
                <a:cubicBezTo>
                  <a:pt x="37670" y="155459"/>
                  <a:pt x="45442" y="161419"/>
                  <a:pt x="54100" y="165898"/>
                </a:cubicBezTo>
                <a:lnTo>
                  <a:pt x="54109" y="165898"/>
                </a:lnTo>
                <a:cubicBezTo>
                  <a:pt x="50603" y="159229"/>
                  <a:pt x="47607" y="151662"/>
                  <a:pt x="45192" y="143467"/>
                </a:cubicBezTo>
                <a:close/>
                <a:moveTo>
                  <a:pt x="87255" y="137454"/>
                </a:moveTo>
                <a:cubicBezTo>
                  <a:pt x="75279" y="137732"/>
                  <a:pt x="64135" y="139078"/>
                  <a:pt x="54064" y="141259"/>
                </a:cubicBezTo>
                <a:lnTo>
                  <a:pt x="54073" y="141259"/>
                </a:lnTo>
                <a:cubicBezTo>
                  <a:pt x="57847" y="153816"/>
                  <a:pt x="62963" y="164202"/>
                  <a:pt x="68822" y="171769"/>
                </a:cubicBezTo>
                <a:lnTo>
                  <a:pt x="68830" y="171769"/>
                </a:lnTo>
                <a:cubicBezTo>
                  <a:pt x="74724" y="173483"/>
                  <a:pt x="80905" y="174551"/>
                  <a:pt x="87264" y="174892"/>
                </a:cubicBezTo>
                <a:lnTo>
                  <a:pt x="87264" y="137462"/>
                </a:lnTo>
                <a:lnTo>
                  <a:pt x="87255" y="137462"/>
                </a:lnTo>
                <a:close/>
                <a:moveTo>
                  <a:pt x="96351" y="137453"/>
                </a:moveTo>
                <a:lnTo>
                  <a:pt x="96350" y="174892"/>
                </a:lnTo>
                <a:cubicBezTo>
                  <a:pt x="102710" y="174551"/>
                  <a:pt x="108881" y="173483"/>
                  <a:pt x="114775" y="171768"/>
                </a:cubicBezTo>
                <a:lnTo>
                  <a:pt x="114793" y="171768"/>
                </a:lnTo>
                <a:cubicBezTo>
                  <a:pt x="120651" y="164202"/>
                  <a:pt x="125776" y="153816"/>
                  <a:pt x="129541" y="141250"/>
                </a:cubicBezTo>
                <a:lnTo>
                  <a:pt x="129550" y="141250"/>
                </a:lnTo>
                <a:cubicBezTo>
                  <a:pt x="119489" y="139078"/>
                  <a:pt x="108344" y="137731"/>
                  <a:pt x="96360" y="137462"/>
                </a:cubicBezTo>
                <a:lnTo>
                  <a:pt x="96351" y="137462"/>
                </a:lnTo>
                <a:close/>
                <a:moveTo>
                  <a:pt x="96353" y="96709"/>
                </a:moveTo>
                <a:lnTo>
                  <a:pt x="96351" y="128199"/>
                </a:lnTo>
                <a:lnTo>
                  <a:pt x="96360" y="128190"/>
                </a:lnTo>
                <a:cubicBezTo>
                  <a:pt x="108694" y="128477"/>
                  <a:pt x="120715" y="129922"/>
                  <a:pt x="131886" y="132373"/>
                </a:cubicBezTo>
                <a:cubicBezTo>
                  <a:pt x="134363" y="121662"/>
                  <a:pt x="135902" y="109662"/>
                  <a:pt x="136197" y="96709"/>
                </a:cubicBezTo>
                <a:close/>
                <a:moveTo>
                  <a:pt x="47422" y="96708"/>
                </a:moveTo>
                <a:cubicBezTo>
                  <a:pt x="47717" y="109670"/>
                  <a:pt x="49256" y="121662"/>
                  <a:pt x="51733" y="132371"/>
                </a:cubicBezTo>
                <a:cubicBezTo>
                  <a:pt x="62895" y="129921"/>
                  <a:pt x="74925" y="128475"/>
                  <a:pt x="87259" y="128197"/>
                </a:cubicBezTo>
                <a:lnTo>
                  <a:pt x="87268" y="128188"/>
                </a:lnTo>
                <a:lnTo>
                  <a:pt x="87268" y="96709"/>
                </a:lnTo>
                <a:lnTo>
                  <a:pt x="47440" y="96709"/>
                </a:lnTo>
                <a:close/>
                <a:moveTo>
                  <a:pt x="174243" y="96700"/>
                </a:moveTo>
                <a:lnTo>
                  <a:pt x="145435" y="96709"/>
                </a:lnTo>
                <a:lnTo>
                  <a:pt x="145426" y="96709"/>
                </a:lnTo>
                <a:lnTo>
                  <a:pt x="145426" y="96701"/>
                </a:lnTo>
                <a:cubicBezTo>
                  <a:pt x="145122" y="109895"/>
                  <a:pt x="143503" y="122749"/>
                  <a:pt x="140757" y="134588"/>
                </a:cubicBezTo>
                <a:lnTo>
                  <a:pt x="140775" y="134588"/>
                </a:lnTo>
                <a:cubicBezTo>
                  <a:pt x="147098" y="136366"/>
                  <a:pt x="153073" y="138484"/>
                  <a:pt x="158564" y="140917"/>
                </a:cubicBezTo>
                <a:lnTo>
                  <a:pt x="158573" y="140917"/>
                </a:lnTo>
                <a:cubicBezTo>
                  <a:pt x="167687" y="128377"/>
                  <a:pt x="173366" y="113181"/>
                  <a:pt x="174261" y="96700"/>
                </a:cubicBezTo>
                <a:close/>
                <a:moveTo>
                  <a:pt x="38208" y="96700"/>
                </a:moveTo>
                <a:lnTo>
                  <a:pt x="9347" y="96709"/>
                </a:lnTo>
                <a:lnTo>
                  <a:pt x="9356" y="96709"/>
                </a:lnTo>
                <a:cubicBezTo>
                  <a:pt x="10250" y="113180"/>
                  <a:pt x="15938" y="128376"/>
                  <a:pt x="25043" y="140916"/>
                </a:cubicBezTo>
                <a:cubicBezTo>
                  <a:pt x="30543" y="138484"/>
                  <a:pt x="36518" y="136365"/>
                  <a:pt x="42850" y="134588"/>
                </a:cubicBezTo>
                <a:lnTo>
                  <a:pt x="42859" y="134588"/>
                </a:lnTo>
                <a:cubicBezTo>
                  <a:pt x="40113" y="122758"/>
                  <a:pt x="38494" y="109904"/>
                  <a:pt x="38190" y="96709"/>
                </a:cubicBezTo>
                <a:lnTo>
                  <a:pt x="38208" y="96709"/>
                </a:lnTo>
                <a:close/>
                <a:moveTo>
                  <a:pt x="131878" y="51909"/>
                </a:moveTo>
                <a:lnTo>
                  <a:pt x="131880" y="51911"/>
                </a:lnTo>
                <a:cubicBezTo>
                  <a:pt x="120709" y="54361"/>
                  <a:pt x="108679" y="55806"/>
                  <a:pt x="96345" y="56102"/>
                </a:cubicBezTo>
                <a:lnTo>
                  <a:pt x="96354" y="56102"/>
                </a:lnTo>
                <a:lnTo>
                  <a:pt x="96354" y="87581"/>
                </a:lnTo>
                <a:lnTo>
                  <a:pt x="136198" y="87581"/>
                </a:lnTo>
                <a:cubicBezTo>
                  <a:pt x="135903" y="74619"/>
                  <a:pt x="134365" y="62627"/>
                  <a:pt x="131896" y="51918"/>
                </a:cubicBezTo>
                <a:close/>
                <a:moveTo>
                  <a:pt x="51724" y="51909"/>
                </a:moveTo>
                <a:lnTo>
                  <a:pt x="51724" y="51918"/>
                </a:lnTo>
                <a:lnTo>
                  <a:pt x="51724" y="51918"/>
                </a:lnTo>
                <a:lnTo>
                  <a:pt x="47424" y="87580"/>
                </a:lnTo>
                <a:lnTo>
                  <a:pt x="87267" y="87580"/>
                </a:lnTo>
                <a:lnTo>
                  <a:pt x="87267" y="56092"/>
                </a:lnTo>
                <a:lnTo>
                  <a:pt x="87276" y="56092"/>
                </a:lnTo>
                <a:cubicBezTo>
                  <a:pt x="74942" y="55805"/>
                  <a:pt x="62912" y="54360"/>
                  <a:pt x="51742" y="51918"/>
                </a:cubicBezTo>
                <a:lnTo>
                  <a:pt x="51724" y="51918"/>
                </a:lnTo>
                <a:lnTo>
                  <a:pt x="51725" y="51910"/>
                </a:lnTo>
                <a:close/>
                <a:moveTo>
                  <a:pt x="158565" y="43373"/>
                </a:moveTo>
                <a:cubicBezTo>
                  <a:pt x="153065" y="45806"/>
                  <a:pt x="147090" y="47924"/>
                  <a:pt x="140749" y="49710"/>
                </a:cubicBezTo>
                <a:lnTo>
                  <a:pt x="140758" y="49710"/>
                </a:lnTo>
                <a:cubicBezTo>
                  <a:pt x="143504" y="61540"/>
                  <a:pt x="145123" y="74385"/>
                  <a:pt x="145427" y="87580"/>
                </a:cubicBezTo>
                <a:lnTo>
                  <a:pt x="174262" y="87580"/>
                </a:lnTo>
                <a:cubicBezTo>
                  <a:pt x="173368" y="71099"/>
                  <a:pt x="167689" y="55903"/>
                  <a:pt x="158584" y="43382"/>
                </a:cubicBezTo>
                <a:lnTo>
                  <a:pt x="158584" y="43373"/>
                </a:lnTo>
                <a:lnTo>
                  <a:pt x="158566" y="43373"/>
                </a:lnTo>
                <a:close/>
                <a:moveTo>
                  <a:pt x="25036" y="43373"/>
                </a:moveTo>
                <a:cubicBezTo>
                  <a:pt x="15931" y="55903"/>
                  <a:pt x="10251" y="71099"/>
                  <a:pt x="9357" y="87580"/>
                </a:cubicBezTo>
                <a:lnTo>
                  <a:pt x="38192" y="87580"/>
                </a:lnTo>
                <a:cubicBezTo>
                  <a:pt x="38497" y="74385"/>
                  <a:pt x="40115" y="61531"/>
                  <a:pt x="42861" y="49701"/>
                </a:cubicBezTo>
                <a:lnTo>
                  <a:pt x="42870" y="49701"/>
                </a:lnTo>
                <a:cubicBezTo>
                  <a:pt x="36529" y="47924"/>
                  <a:pt x="30554" y="45805"/>
                  <a:pt x="25045" y="43382"/>
                </a:cubicBezTo>
                <a:close/>
                <a:moveTo>
                  <a:pt x="129516" y="18401"/>
                </a:moveTo>
                <a:cubicBezTo>
                  <a:pt x="133022" y="25062"/>
                  <a:pt x="136009" y="32629"/>
                  <a:pt x="138433" y="40824"/>
                </a:cubicBezTo>
                <a:cubicBezTo>
                  <a:pt x="143460" y="39405"/>
                  <a:pt x="148164" y="37763"/>
                  <a:pt x="152493" y="35950"/>
                </a:cubicBezTo>
                <a:lnTo>
                  <a:pt x="152511" y="35950"/>
                </a:lnTo>
                <a:cubicBezTo>
                  <a:pt x="145964" y="28832"/>
                  <a:pt x="138192" y="22862"/>
                  <a:pt x="129525" y="18401"/>
                </a:cubicBezTo>
                <a:close/>
                <a:moveTo>
                  <a:pt x="54094" y="18392"/>
                </a:moveTo>
                <a:cubicBezTo>
                  <a:pt x="45437" y="22862"/>
                  <a:pt x="37665" y="28823"/>
                  <a:pt x="31118" y="35950"/>
                </a:cubicBezTo>
                <a:lnTo>
                  <a:pt x="31127" y="35950"/>
                </a:lnTo>
                <a:cubicBezTo>
                  <a:pt x="35464" y="37763"/>
                  <a:pt x="40160" y="39405"/>
                  <a:pt x="45186" y="40833"/>
                </a:cubicBezTo>
                <a:lnTo>
                  <a:pt x="45186" y="40824"/>
                </a:lnTo>
                <a:cubicBezTo>
                  <a:pt x="47610" y="32629"/>
                  <a:pt x="50606" y="25062"/>
                  <a:pt x="54112" y="18392"/>
                </a:cubicBezTo>
                <a:close/>
                <a:moveTo>
                  <a:pt x="96353" y="9389"/>
                </a:moveTo>
                <a:lnTo>
                  <a:pt x="96353" y="46828"/>
                </a:lnTo>
                <a:cubicBezTo>
                  <a:pt x="108329" y="46550"/>
                  <a:pt x="119464" y="45203"/>
                  <a:pt x="129534" y="43040"/>
                </a:cubicBezTo>
                <a:lnTo>
                  <a:pt x="129543" y="43031"/>
                </a:lnTo>
                <a:cubicBezTo>
                  <a:pt x="125778" y="30474"/>
                  <a:pt x="120662" y="20089"/>
                  <a:pt x="114804" y="12522"/>
                </a:cubicBezTo>
                <a:lnTo>
                  <a:pt x="114813" y="12522"/>
                </a:lnTo>
                <a:cubicBezTo>
                  <a:pt x="108910" y="10807"/>
                  <a:pt x="102730" y="9739"/>
                  <a:pt x="96362" y="9398"/>
                </a:cubicBezTo>
                <a:lnTo>
                  <a:pt x="96362" y="9389"/>
                </a:lnTo>
                <a:close/>
                <a:moveTo>
                  <a:pt x="87257" y="9389"/>
                </a:moveTo>
                <a:lnTo>
                  <a:pt x="87257" y="9390"/>
                </a:lnTo>
                <a:cubicBezTo>
                  <a:pt x="80880" y="9740"/>
                  <a:pt x="74709" y="10808"/>
                  <a:pt x="68806" y="12532"/>
                </a:cubicBezTo>
                <a:cubicBezTo>
                  <a:pt x="62957" y="20098"/>
                  <a:pt x="57841" y="30474"/>
                  <a:pt x="54076" y="43041"/>
                </a:cubicBezTo>
                <a:lnTo>
                  <a:pt x="54085" y="43041"/>
                </a:lnTo>
                <a:cubicBezTo>
                  <a:pt x="64154" y="45204"/>
                  <a:pt x="75290" y="46551"/>
                  <a:pt x="87266" y="46829"/>
                </a:cubicBezTo>
                <a:lnTo>
                  <a:pt x="87266" y="9389"/>
                </a:lnTo>
                <a:close/>
                <a:moveTo>
                  <a:pt x="91809" y="0"/>
                </a:moveTo>
                <a:cubicBezTo>
                  <a:pt x="142512" y="0"/>
                  <a:pt x="183618" y="41254"/>
                  <a:pt x="183618" y="92141"/>
                </a:cubicBezTo>
                <a:cubicBezTo>
                  <a:pt x="183618" y="143028"/>
                  <a:pt x="142512" y="184282"/>
                  <a:pt x="91809" y="184282"/>
                </a:cubicBezTo>
                <a:cubicBezTo>
                  <a:pt x="41105" y="184282"/>
                  <a:pt x="0" y="143028"/>
                  <a:pt x="0" y="92141"/>
                </a:cubicBezTo>
                <a:cubicBezTo>
                  <a:pt x="0" y="41254"/>
                  <a:pt x="41096" y="9"/>
                  <a:pt x="91800" y="9"/>
                </a:cubicBezTo>
                <a:lnTo>
                  <a:pt x="91809" y="9"/>
                </a:ln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Website:</a:t>
            </a:r>
          </a:p>
        </p:txBody>
      </p:sp>
    </p:spTree>
    <p:extLst>
      <p:ext uri="{BB962C8B-B14F-4D97-AF65-F5344CB8AC3E}">
        <p14:creationId xmlns:p14="http://schemas.microsoft.com/office/powerpoint/2010/main" val="5320464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ontakt 2 Persone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69B6FAB-1880-6253-5E4E-453C46EDBA3E}"/>
              </a:ext>
            </a:extLst>
          </p:cNvPr>
          <p:cNvGraphicFramePr>
            <a:graphicFrameLocks noChangeAspect="1"/>
          </p:cNvGraphicFramePr>
          <p:nvPr userDrawn="1">
            <p:custDataLst>
              <p:tags r:id="rId1"/>
            </p:custDataLst>
            <p:extLst>
              <p:ext uri="{D42A27DB-BD31-4B8C-83A1-F6EECF244321}">
                <p14:modId xmlns:p14="http://schemas.microsoft.com/office/powerpoint/2010/main" val="1332876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269B6FAB-1880-6253-5E4E-453C46EDBA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F9F1D055-4498-76EF-EAA3-C8612B630F22}"/>
              </a:ext>
            </a:extLst>
          </p:cNvPr>
          <p:cNvSpPr/>
          <p:nvPr userDrawn="1"/>
        </p:nvSpPr>
        <p:spPr>
          <a:xfrm>
            <a:off x="-1" y="-1"/>
            <a:ext cx="518531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8" name="Text Placeholder 17">
            <a:extLst>
              <a:ext uri="{FF2B5EF4-FFF2-40B4-BE49-F238E27FC236}">
                <a16:creationId xmlns:a16="http://schemas.microsoft.com/office/drawing/2014/main" id="{6F836084-1BCF-FA34-1816-4B644E837265}"/>
              </a:ext>
            </a:extLst>
          </p:cNvPr>
          <p:cNvSpPr>
            <a:spLocks noGrp="1"/>
          </p:cNvSpPr>
          <p:nvPr>
            <p:ph type="body" sz="quarter" idx="20" hasCustomPrompt="1"/>
          </p:nvPr>
        </p:nvSpPr>
        <p:spPr>
          <a:xfrm>
            <a:off x="5640384" y="3924886"/>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Telefonnummer</a:t>
            </a:r>
            <a:r>
              <a:rPr lang="en-US" dirty="0"/>
              <a:t>: </a:t>
            </a:r>
          </a:p>
        </p:txBody>
      </p:sp>
      <p:sp>
        <p:nvSpPr>
          <p:cNvPr id="11" name="Text Placeholder 17">
            <a:extLst>
              <a:ext uri="{FF2B5EF4-FFF2-40B4-BE49-F238E27FC236}">
                <a16:creationId xmlns:a16="http://schemas.microsoft.com/office/drawing/2014/main" id="{42E7DFBA-A98F-FDF5-4248-F52A5669EA7A}"/>
              </a:ext>
            </a:extLst>
          </p:cNvPr>
          <p:cNvSpPr>
            <a:spLocks noGrp="1"/>
          </p:cNvSpPr>
          <p:nvPr>
            <p:ph type="body" sz="quarter" idx="31" hasCustomPrompt="1"/>
          </p:nvPr>
        </p:nvSpPr>
        <p:spPr>
          <a:xfrm>
            <a:off x="5640384" y="4510740"/>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E-Mail:</a:t>
            </a:r>
          </a:p>
        </p:txBody>
      </p:sp>
      <p:cxnSp>
        <p:nvCxnSpPr>
          <p:cNvPr id="15" name="Straight Connector 14">
            <a:extLst>
              <a:ext uri="{FF2B5EF4-FFF2-40B4-BE49-F238E27FC236}">
                <a16:creationId xmlns:a16="http://schemas.microsoft.com/office/drawing/2014/main" id="{CCA0C109-4C61-3F3F-7161-CF2A9B4BFAC4}"/>
              </a:ext>
            </a:extLst>
          </p:cNvPr>
          <p:cNvCxnSpPr/>
          <p:nvPr userDrawn="1"/>
        </p:nvCxnSpPr>
        <p:spPr>
          <a:xfrm>
            <a:off x="5595782" y="6026111"/>
            <a:ext cx="429036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black background with a black square&#10;&#10;AI-generated content may be incorrect.">
            <a:extLst>
              <a:ext uri="{FF2B5EF4-FFF2-40B4-BE49-F238E27FC236}">
                <a16:creationId xmlns:a16="http://schemas.microsoft.com/office/drawing/2014/main" id="{156EBC72-7224-1455-6FB7-003825E9CA1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5" name="Text Placeholder 5">
            <a:extLst>
              <a:ext uri="{FF2B5EF4-FFF2-40B4-BE49-F238E27FC236}">
                <a16:creationId xmlns:a16="http://schemas.microsoft.com/office/drawing/2014/main" id="{1CB7CA73-224B-FF9F-4004-D203FE4A58AB}"/>
              </a:ext>
            </a:extLst>
          </p:cNvPr>
          <p:cNvSpPr>
            <a:spLocks noGrp="1"/>
          </p:cNvSpPr>
          <p:nvPr>
            <p:ph type="body" sz="quarter" idx="10" hasCustomPrompt="1"/>
          </p:nvPr>
        </p:nvSpPr>
        <p:spPr>
          <a:xfrm>
            <a:off x="459143" y="2997836"/>
            <a:ext cx="2796403" cy="1001813"/>
          </a:xfrm>
          <a:prstGeom prst="rect">
            <a:avLst/>
          </a:prstGeom>
        </p:spPr>
        <p:txBody>
          <a:bodyPr wrap="square" lIns="0" rIns="0" anchor="ctr">
            <a:noAutofit/>
          </a:bodyPr>
          <a:lstStyle>
            <a:lvl1pPr marL="0" indent="0" algn="l" defTabSz="914400" rtl="0" eaLnBrk="1" latinLnBrk="0" hangingPunct="1">
              <a:buNone/>
              <a:defRPr lang="en-GB" sz="6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err="1"/>
              <a:t>Kontakt</a:t>
            </a:r>
            <a:endParaRPr lang="en-GB" dirty="0"/>
          </a:p>
        </p:txBody>
      </p:sp>
      <p:sp>
        <p:nvSpPr>
          <p:cNvPr id="19" name="Rectangle 18">
            <a:extLst>
              <a:ext uri="{FF2B5EF4-FFF2-40B4-BE49-F238E27FC236}">
                <a16:creationId xmlns:a16="http://schemas.microsoft.com/office/drawing/2014/main" id="{AE678B5D-C26C-C4FF-D06D-FD9075E2DF4A}"/>
              </a:ext>
            </a:extLst>
          </p:cNvPr>
          <p:cNvSpPr/>
          <p:nvPr userDrawn="1"/>
        </p:nvSpPr>
        <p:spPr>
          <a:xfrm rot="16200000">
            <a:off x="2522188" y="4210962"/>
            <a:ext cx="136527" cy="520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2" name="Text Placeholder 17">
            <a:extLst>
              <a:ext uri="{FF2B5EF4-FFF2-40B4-BE49-F238E27FC236}">
                <a16:creationId xmlns:a16="http://schemas.microsoft.com/office/drawing/2014/main" id="{A606CBE1-16A5-A991-28CE-572CE6460700}"/>
              </a:ext>
            </a:extLst>
          </p:cNvPr>
          <p:cNvSpPr>
            <a:spLocks noGrp="1"/>
          </p:cNvSpPr>
          <p:nvPr>
            <p:ph type="body" sz="quarter" idx="35" hasCustomPrompt="1"/>
          </p:nvPr>
        </p:nvSpPr>
        <p:spPr>
          <a:xfrm>
            <a:off x="5640384" y="5096594"/>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Adresse</a:t>
            </a:r>
            <a:r>
              <a:rPr lang="en-US" dirty="0"/>
              <a:t>:</a:t>
            </a:r>
          </a:p>
        </p:txBody>
      </p:sp>
      <p:sp>
        <p:nvSpPr>
          <p:cNvPr id="17" name="Text Placeholder 17">
            <a:extLst>
              <a:ext uri="{FF2B5EF4-FFF2-40B4-BE49-F238E27FC236}">
                <a16:creationId xmlns:a16="http://schemas.microsoft.com/office/drawing/2014/main" id="{F233162E-8FC8-79EF-DACE-EEAABAE5C8BF}"/>
              </a:ext>
            </a:extLst>
          </p:cNvPr>
          <p:cNvSpPr>
            <a:spLocks noGrp="1"/>
          </p:cNvSpPr>
          <p:nvPr>
            <p:ph type="body" sz="quarter" idx="37" hasCustomPrompt="1"/>
          </p:nvPr>
        </p:nvSpPr>
        <p:spPr>
          <a:xfrm>
            <a:off x="5640384" y="5682448"/>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Website:</a:t>
            </a:r>
          </a:p>
        </p:txBody>
      </p:sp>
      <p:sp>
        <p:nvSpPr>
          <p:cNvPr id="6" name="Text Placeholder 10">
            <a:extLst>
              <a:ext uri="{FF2B5EF4-FFF2-40B4-BE49-F238E27FC236}">
                <a16:creationId xmlns:a16="http://schemas.microsoft.com/office/drawing/2014/main" id="{94C138AA-D921-3D73-EDD4-EDB939A1973D}"/>
              </a:ext>
            </a:extLst>
          </p:cNvPr>
          <p:cNvSpPr>
            <a:spLocks noGrp="1"/>
          </p:cNvSpPr>
          <p:nvPr>
            <p:ph type="body" sz="quarter" idx="27" hasCustomPrompt="1"/>
          </p:nvPr>
        </p:nvSpPr>
        <p:spPr>
          <a:xfrm>
            <a:off x="5640384" y="3430004"/>
            <a:ext cx="29421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Picture Placeholder 15">
            <a:extLst>
              <a:ext uri="{FF2B5EF4-FFF2-40B4-BE49-F238E27FC236}">
                <a16:creationId xmlns:a16="http://schemas.microsoft.com/office/drawing/2014/main" id="{6BD8C884-118A-0E95-82D4-A574C70ADABA}"/>
              </a:ext>
            </a:extLst>
          </p:cNvPr>
          <p:cNvSpPr>
            <a:spLocks noGrp="1"/>
          </p:cNvSpPr>
          <p:nvPr>
            <p:ph type="pic" sz="quarter" idx="44"/>
          </p:nvPr>
        </p:nvSpPr>
        <p:spPr>
          <a:xfrm>
            <a:off x="6232937" y="1489076"/>
            <a:ext cx="1757044" cy="1757044"/>
          </a:xfrm>
          <a:prstGeom prst="ellipse">
            <a:avLst/>
          </a:prstGeom>
        </p:spPr>
        <p:txBody>
          <a:bodyPr>
            <a:noAutofit/>
          </a:bodyPr>
          <a:lstStyle/>
          <a:p>
            <a:endParaRPr lang="en-GB"/>
          </a:p>
        </p:txBody>
      </p:sp>
      <p:sp>
        <p:nvSpPr>
          <p:cNvPr id="58" name="Text Placeholder 57">
            <a:extLst>
              <a:ext uri="{FF2B5EF4-FFF2-40B4-BE49-F238E27FC236}">
                <a16:creationId xmlns:a16="http://schemas.microsoft.com/office/drawing/2014/main" id="{95702B1A-10B4-E2D7-57AA-6F1B081BD3F9}"/>
              </a:ext>
            </a:extLst>
          </p:cNvPr>
          <p:cNvSpPr>
            <a:spLocks noGrp="1"/>
          </p:cNvSpPr>
          <p:nvPr>
            <p:ph type="body" sz="quarter" idx="49"/>
          </p:nvPr>
        </p:nvSpPr>
        <p:spPr>
          <a:xfrm>
            <a:off x="5745646" y="3978439"/>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59" name="Text Placeholder 58">
            <a:extLst>
              <a:ext uri="{FF2B5EF4-FFF2-40B4-BE49-F238E27FC236}">
                <a16:creationId xmlns:a16="http://schemas.microsoft.com/office/drawing/2014/main" id="{5F79BB66-A4C5-9B7D-8086-A82865C948F2}"/>
              </a:ext>
            </a:extLst>
          </p:cNvPr>
          <p:cNvSpPr>
            <a:spLocks noGrp="1"/>
          </p:cNvSpPr>
          <p:nvPr>
            <p:ph type="body" sz="quarter" idx="51" hasCustomPrompt="1"/>
          </p:nvPr>
        </p:nvSpPr>
        <p:spPr>
          <a:xfrm>
            <a:off x="5745646" y="4564293"/>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E-Mail:</a:t>
            </a:r>
          </a:p>
        </p:txBody>
      </p:sp>
      <p:sp>
        <p:nvSpPr>
          <p:cNvPr id="60" name="Text Placeholder 59">
            <a:extLst>
              <a:ext uri="{FF2B5EF4-FFF2-40B4-BE49-F238E27FC236}">
                <a16:creationId xmlns:a16="http://schemas.microsoft.com/office/drawing/2014/main" id="{35AE7A84-1BC7-566A-E342-9CD09F80FE78}"/>
              </a:ext>
            </a:extLst>
          </p:cNvPr>
          <p:cNvSpPr>
            <a:spLocks noGrp="1"/>
          </p:cNvSpPr>
          <p:nvPr>
            <p:ph type="body" sz="quarter" idx="52"/>
          </p:nvPr>
        </p:nvSpPr>
        <p:spPr>
          <a:xfrm>
            <a:off x="5745646" y="5150147"/>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61" name="Text Placeholder 60">
            <a:extLst>
              <a:ext uri="{FF2B5EF4-FFF2-40B4-BE49-F238E27FC236}">
                <a16:creationId xmlns:a16="http://schemas.microsoft.com/office/drawing/2014/main" id="{3FA9B9A4-F1F5-503A-CAD0-C6F638008590}"/>
              </a:ext>
            </a:extLst>
          </p:cNvPr>
          <p:cNvSpPr>
            <a:spLocks noGrp="1"/>
          </p:cNvSpPr>
          <p:nvPr>
            <p:ph type="body" sz="quarter" idx="53" hasCustomPrompt="1"/>
          </p:nvPr>
        </p:nvSpPr>
        <p:spPr>
          <a:xfrm>
            <a:off x="5745646" y="5736001"/>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Website:</a:t>
            </a:r>
          </a:p>
        </p:txBody>
      </p:sp>
      <p:sp>
        <p:nvSpPr>
          <p:cNvPr id="43" name="Text Placeholder 42">
            <a:extLst>
              <a:ext uri="{FF2B5EF4-FFF2-40B4-BE49-F238E27FC236}">
                <a16:creationId xmlns:a16="http://schemas.microsoft.com/office/drawing/2014/main" id="{EACCD593-DE84-635B-6C3E-0C7D30495A61}"/>
              </a:ext>
            </a:extLst>
          </p:cNvPr>
          <p:cNvSpPr>
            <a:spLocks noGrp="1"/>
          </p:cNvSpPr>
          <p:nvPr>
            <p:ph type="body" sz="quarter" idx="45"/>
          </p:nvPr>
        </p:nvSpPr>
        <p:spPr>
          <a:xfrm>
            <a:off x="5837954" y="4070440"/>
            <a:ext cx="169456" cy="170068"/>
          </a:xfrm>
          <a:custGeom>
            <a:avLst/>
            <a:gdLst>
              <a:gd name="csX0" fmla="*/ 44282 w 169456"/>
              <a:gd name="csY0" fmla="*/ 6504 h 170068"/>
              <a:gd name="csX1" fmla="*/ 13254 w 169456"/>
              <a:gd name="csY1" fmla="*/ 12965 h 170068"/>
              <a:gd name="csX2" fmla="*/ 10349 w 169456"/>
              <a:gd name="csY2" fmla="*/ 14360 h 170068"/>
              <a:gd name="csX3" fmla="*/ 8545 w 169456"/>
              <a:gd name="csY3" fmla="*/ 17042 h 170068"/>
              <a:gd name="csX4" fmla="*/ 8330 w 169456"/>
              <a:gd name="csY4" fmla="*/ 17690 h 170068"/>
              <a:gd name="csX5" fmla="*/ 8330 w 169456"/>
              <a:gd name="csY5" fmla="*/ 17688 h 170068"/>
              <a:gd name="csX6" fmla="*/ 8148 w 169456"/>
              <a:gd name="csY6" fmla="*/ 18369 h 170068"/>
              <a:gd name="csX7" fmla="*/ 8148 w 169456"/>
              <a:gd name="csY7" fmla="*/ 18385 h 170068"/>
              <a:gd name="csX8" fmla="*/ 8768 w 169456"/>
              <a:gd name="csY8" fmla="*/ 53978 h 170068"/>
              <a:gd name="csX9" fmla="*/ 48702 w 169456"/>
              <a:gd name="csY9" fmla="*/ 121202 h 170068"/>
              <a:gd name="csX10" fmla="*/ 115684 w 169456"/>
              <a:gd name="csY10" fmla="*/ 161272 h 170068"/>
              <a:gd name="csX11" fmla="*/ 151148 w 169456"/>
              <a:gd name="csY11" fmla="*/ 161894 h 170068"/>
              <a:gd name="csX12" fmla="*/ 151164 w 169456"/>
              <a:gd name="csY12" fmla="*/ 161894 h 170068"/>
              <a:gd name="csX13" fmla="*/ 151843 w 169456"/>
              <a:gd name="csY13" fmla="*/ 161712 h 170068"/>
              <a:gd name="csX14" fmla="*/ 151859 w 169456"/>
              <a:gd name="csY14" fmla="*/ 161712 h 170068"/>
              <a:gd name="csX15" fmla="*/ 152480 w 169456"/>
              <a:gd name="csY15" fmla="*/ 161504 h 170068"/>
              <a:gd name="csX16" fmla="*/ 155153 w 169456"/>
              <a:gd name="csY16" fmla="*/ 159694 h 170068"/>
              <a:gd name="csX17" fmla="*/ 156543 w 169456"/>
              <a:gd name="csY17" fmla="*/ 156779 h 170068"/>
              <a:gd name="csX18" fmla="*/ 162980 w 169456"/>
              <a:gd name="csY18" fmla="*/ 125638 h 170068"/>
              <a:gd name="csX19" fmla="*/ 162376 w 169456"/>
              <a:gd name="csY19" fmla="*/ 121295 h 170068"/>
              <a:gd name="csX20" fmla="*/ 159108 w 169456"/>
              <a:gd name="csY20" fmla="*/ 118388 h 170068"/>
              <a:gd name="csX21" fmla="*/ 159108 w 169456"/>
              <a:gd name="csY21" fmla="*/ 118380 h 170068"/>
              <a:gd name="csX22" fmla="*/ 126830 w 169456"/>
              <a:gd name="csY22" fmla="*/ 105275 h 170068"/>
              <a:gd name="csX23" fmla="*/ 122990 w 169456"/>
              <a:gd name="csY23" fmla="*/ 104935 h 170068"/>
              <a:gd name="csX24" fmla="*/ 119680 w 169456"/>
              <a:gd name="csY24" fmla="*/ 106912 h 170068"/>
              <a:gd name="csX25" fmla="*/ 108981 w 169456"/>
              <a:gd name="csY25" fmla="*/ 118762 h 170068"/>
              <a:gd name="csX26" fmla="*/ 101923 w 169456"/>
              <a:gd name="csY26" fmla="*/ 122698 h 170068"/>
              <a:gd name="csX27" fmla="*/ 93765 w 169456"/>
              <a:gd name="csY27" fmla="*/ 121577 h 170068"/>
              <a:gd name="csX28" fmla="*/ 67343 w 169456"/>
              <a:gd name="csY28" fmla="*/ 102510 h 170068"/>
              <a:gd name="csX29" fmla="*/ 48337 w 169456"/>
              <a:gd name="csY29" fmla="*/ 75978 h 170068"/>
              <a:gd name="csX30" fmla="*/ 47203 w 169456"/>
              <a:gd name="csY30" fmla="*/ 67782 h 170068"/>
              <a:gd name="csX31" fmla="*/ 51125 w 169456"/>
              <a:gd name="csY31" fmla="*/ 60690 h 170068"/>
              <a:gd name="csX32" fmla="*/ 62933 w 169456"/>
              <a:gd name="csY32" fmla="*/ 49952 h 170068"/>
              <a:gd name="csX33" fmla="*/ 64902 w 169456"/>
              <a:gd name="csY33" fmla="*/ 46630 h 170068"/>
              <a:gd name="csX34" fmla="*/ 64563 w 169456"/>
              <a:gd name="csY34" fmla="*/ 42777 h 170068"/>
              <a:gd name="csX35" fmla="*/ 51506 w 169456"/>
              <a:gd name="csY35" fmla="*/ 10374 h 170068"/>
              <a:gd name="csX36" fmla="*/ 48610 w 169456"/>
              <a:gd name="csY36" fmla="*/ 7110 h 170068"/>
              <a:gd name="csX37" fmla="*/ 44282 w 169456"/>
              <a:gd name="csY37" fmla="*/ 6504 h 170068"/>
              <a:gd name="csX38" fmla="*/ 42982 w 169456"/>
              <a:gd name="csY38" fmla="*/ 273 h 170068"/>
              <a:gd name="csX39" fmla="*/ 42999 w 169456"/>
              <a:gd name="csY39" fmla="*/ 273 h 170068"/>
              <a:gd name="csX40" fmla="*/ 51588 w 169456"/>
              <a:gd name="csY40" fmla="*/ 1502 h 170068"/>
              <a:gd name="csX41" fmla="*/ 57388 w 169456"/>
              <a:gd name="csY41" fmla="*/ 8005 h 170068"/>
              <a:gd name="csX42" fmla="*/ 70446 w 169456"/>
              <a:gd name="csY42" fmla="*/ 40408 h 170068"/>
              <a:gd name="csX43" fmla="*/ 71083 w 169456"/>
              <a:gd name="csY43" fmla="*/ 48057 h 170068"/>
              <a:gd name="csX44" fmla="*/ 67177 w 169456"/>
              <a:gd name="csY44" fmla="*/ 54667 h 170068"/>
              <a:gd name="csX45" fmla="*/ 55369 w 169456"/>
              <a:gd name="csY45" fmla="*/ 65405 h 170068"/>
              <a:gd name="csX46" fmla="*/ 53458 w 169456"/>
              <a:gd name="csY46" fmla="*/ 68876 h 170068"/>
              <a:gd name="csX47" fmla="*/ 54095 w 169456"/>
              <a:gd name="csY47" fmla="*/ 73336 h 170068"/>
              <a:gd name="csX48" fmla="*/ 71836 w 169456"/>
              <a:gd name="csY48" fmla="*/ 98001 h 170068"/>
              <a:gd name="csX49" fmla="*/ 96369 w 169456"/>
              <a:gd name="csY49" fmla="*/ 115764 h 170068"/>
              <a:gd name="csX50" fmla="*/ 100829 w 169456"/>
              <a:gd name="csY50" fmla="*/ 116412 h 170068"/>
              <a:gd name="csX51" fmla="*/ 104288 w 169456"/>
              <a:gd name="csY51" fmla="*/ 114493 h 170068"/>
              <a:gd name="csX52" fmla="*/ 114987 w 169456"/>
              <a:gd name="csY52" fmla="*/ 102643 h 170068"/>
              <a:gd name="csX53" fmla="*/ 121574 w 169456"/>
              <a:gd name="csY53" fmla="*/ 98723 h 170068"/>
              <a:gd name="csX54" fmla="*/ 129195 w 169456"/>
              <a:gd name="csY54" fmla="*/ 99363 h 170068"/>
              <a:gd name="csX55" fmla="*/ 161481 w 169456"/>
              <a:gd name="csY55" fmla="*/ 112467 h 170068"/>
              <a:gd name="csX56" fmla="*/ 161490 w 169456"/>
              <a:gd name="csY56" fmla="*/ 112467 h 170068"/>
              <a:gd name="csX57" fmla="*/ 167960 w 169456"/>
              <a:gd name="csY57" fmla="*/ 118289 h 170068"/>
              <a:gd name="csX58" fmla="*/ 169185 w 169456"/>
              <a:gd name="csY58" fmla="*/ 126917 h 170068"/>
              <a:gd name="csX59" fmla="*/ 162739 w 169456"/>
              <a:gd name="csY59" fmla="*/ 158075 h 170068"/>
              <a:gd name="csX60" fmla="*/ 159934 w 169456"/>
              <a:gd name="csY60" fmla="*/ 163855 h 170068"/>
              <a:gd name="csX61" fmla="*/ 154655 w 169456"/>
              <a:gd name="csY61" fmla="*/ 167484 h 170068"/>
              <a:gd name="csX62" fmla="*/ 153645 w 169456"/>
              <a:gd name="csY62" fmla="*/ 167816 h 170068"/>
              <a:gd name="csX63" fmla="*/ 152603 w 169456"/>
              <a:gd name="csY63" fmla="*/ 168098 h 170068"/>
              <a:gd name="csX64" fmla="*/ 114209 w 169456"/>
              <a:gd name="csY64" fmla="*/ 167475 h 170068"/>
              <a:gd name="csX65" fmla="*/ 44207 w 169456"/>
              <a:gd name="csY65" fmla="*/ 125705 h 170068"/>
              <a:gd name="csX66" fmla="*/ 2587 w 169456"/>
              <a:gd name="csY66" fmla="*/ 55441 h 170068"/>
              <a:gd name="csX67" fmla="*/ 1966 w 169456"/>
              <a:gd name="csY67" fmla="*/ 16908 h 170068"/>
              <a:gd name="csX68" fmla="*/ 1966 w 169456"/>
              <a:gd name="csY68" fmla="*/ 16907 h 170068"/>
              <a:gd name="csX69" fmla="*/ 2248 w 169456"/>
              <a:gd name="csY69" fmla="*/ 15861 h 170068"/>
              <a:gd name="csX70" fmla="*/ 2579 w 169456"/>
              <a:gd name="csY70" fmla="*/ 14847 h 170068"/>
              <a:gd name="csX71" fmla="*/ 6195 w 169456"/>
              <a:gd name="csY71" fmla="*/ 9549 h 170068"/>
              <a:gd name="csX72" fmla="*/ 11954 w 169456"/>
              <a:gd name="csY72" fmla="*/ 6734 h 170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69456" h="170068">
                <a:moveTo>
                  <a:pt x="44282" y="6504"/>
                </a:moveTo>
                <a:lnTo>
                  <a:pt x="13254" y="12965"/>
                </a:lnTo>
                <a:cubicBezTo>
                  <a:pt x="12120" y="13197"/>
                  <a:pt x="11135" y="13679"/>
                  <a:pt x="10349" y="14360"/>
                </a:cubicBezTo>
                <a:cubicBezTo>
                  <a:pt x="9563" y="15041"/>
                  <a:pt x="8943" y="15946"/>
                  <a:pt x="8545" y="17042"/>
                </a:cubicBezTo>
                <a:cubicBezTo>
                  <a:pt x="8463" y="17250"/>
                  <a:pt x="8396" y="17466"/>
                  <a:pt x="8330" y="17690"/>
                </a:cubicBezTo>
                <a:lnTo>
                  <a:pt x="8330" y="17688"/>
                </a:lnTo>
                <a:cubicBezTo>
                  <a:pt x="8263" y="17903"/>
                  <a:pt x="8205" y="18136"/>
                  <a:pt x="8148" y="18369"/>
                </a:cubicBezTo>
                <a:lnTo>
                  <a:pt x="8148" y="18385"/>
                </a:lnTo>
                <a:cubicBezTo>
                  <a:pt x="5467" y="29721"/>
                  <a:pt x="5897" y="41805"/>
                  <a:pt x="8768" y="53978"/>
                </a:cubicBezTo>
                <a:cubicBezTo>
                  <a:pt x="14378" y="77703"/>
                  <a:pt x="29272" y="101694"/>
                  <a:pt x="48702" y="121202"/>
                </a:cubicBezTo>
                <a:cubicBezTo>
                  <a:pt x="68130" y="140693"/>
                  <a:pt x="92044" y="155640"/>
                  <a:pt x="115684" y="161272"/>
                </a:cubicBezTo>
                <a:cubicBezTo>
                  <a:pt x="127814" y="164162"/>
                  <a:pt x="139853" y="164585"/>
                  <a:pt x="151148" y="161894"/>
                </a:cubicBezTo>
                <a:lnTo>
                  <a:pt x="151164" y="161894"/>
                </a:lnTo>
                <a:cubicBezTo>
                  <a:pt x="151396" y="161836"/>
                  <a:pt x="151628" y="161778"/>
                  <a:pt x="151843" y="161712"/>
                </a:cubicBezTo>
                <a:lnTo>
                  <a:pt x="151859" y="161712"/>
                </a:lnTo>
                <a:cubicBezTo>
                  <a:pt x="152033" y="161662"/>
                  <a:pt x="152240" y="161587"/>
                  <a:pt x="152480" y="161504"/>
                </a:cubicBezTo>
                <a:cubicBezTo>
                  <a:pt x="153572" y="161106"/>
                  <a:pt x="154474" y="160483"/>
                  <a:pt x="155153" y="159694"/>
                </a:cubicBezTo>
                <a:cubicBezTo>
                  <a:pt x="155831" y="158905"/>
                  <a:pt x="156311" y="157917"/>
                  <a:pt x="156543" y="156779"/>
                </a:cubicBezTo>
                <a:lnTo>
                  <a:pt x="162980" y="125638"/>
                </a:lnTo>
                <a:cubicBezTo>
                  <a:pt x="163303" y="124094"/>
                  <a:pt x="163055" y="122574"/>
                  <a:pt x="162376" y="121295"/>
                </a:cubicBezTo>
                <a:cubicBezTo>
                  <a:pt x="161698" y="120024"/>
                  <a:pt x="160573" y="118978"/>
                  <a:pt x="159108" y="118388"/>
                </a:cubicBezTo>
                <a:lnTo>
                  <a:pt x="159108" y="118380"/>
                </a:lnTo>
                <a:lnTo>
                  <a:pt x="126830" y="105275"/>
                </a:lnTo>
                <a:cubicBezTo>
                  <a:pt x="125547" y="104752"/>
                  <a:pt x="124215" y="104653"/>
                  <a:pt x="122990" y="104935"/>
                </a:cubicBezTo>
                <a:cubicBezTo>
                  <a:pt x="121757" y="105217"/>
                  <a:pt x="120607" y="105890"/>
                  <a:pt x="119680" y="106912"/>
                </a:cubicBezTo>
                <a:lnTo>
                  <a:pt x="108981" y="118762"/>
                </a:lnTo>
                <a:cubicBezTo>
                  <a:pt x="107020" y="120938"/>
                  <a:pt x="104555" y="122233"/>
                  <a:pt x="101923" y="122698"/>
                </a:cubicBezTo>
                <a:cubicBezTo>
                  <a:pt x="99242" y="123172"/>
                  <a:pt x="96404" y="122781"/>
                  <a:pt x="93765" y="121577"/>
                </a:cubicBezTo>
                <a:cubicBezTo>
                  <a:pt x="84679" y="117433"/>
                  <a:pt x="75379" y="110574"/>
                  <a:pt x="67343" y="102510"/>
                </a:cubicBezTo>
                <a:cubicBezTo>
                  <a:pt x="59308" y="94446"/>
                  <a:pt x="52474" y="85104"/>
                  <a:pt x="48337" y="75978"/>
                </a:cubicBezTo>
                <a:cubicBezTo>
                  <a:pt x="47129" y="73313"/>
                  <a:pt x="46731" y="70464"/>
                  <a:pt x="47203" y="67782"/>
                </a:cubicBezTo>
                <a:cubicBezTo>
                  <a:pt x="47666" y="65133"/>
                  <a:pt x="48957" y="62658"/>
                  <a:pt x="51125" y="60690"/>
                </a:cubicBezTo>
                <a:lnTo>
                  <a:pt x="62933" y="49952"/>
                </a:lnTo>
                <a:cubicBezTo>
                  <a:pt x="63951" y="49030"/>
                  <a:pt x="64613" y="47868"/>
                  <a:pt x="64902" y="46630"/>
                </a:cubicBezTo>
                <a:cubicBezTo>
                  <a:pt x="65184" y="45393"/>
                  <a:pt x="65084" y="44064"/>
                  <a:pt x="64563" y="42777"/>
                </a:cubicBezTo>
                <a:lnTo>
                  <a:pt x="51506" y="10374"/>
                </a:lnTo>
                <a:cubicBezTo>
                  <a:pt x="50918" y="8920"/>
                  <a:pt x="49876" y="7791"/>
                  <a:pt x="48610" y="7110"/>
                </a:cubicBezTo>
                <a:cubicBezTo>
                  <a:pt x="47335" y="6429"/>
                  <a:pt x="45821" y="6188"/>
                  <a:pt x="44282" y="6504"/>
                </a:cubicBezTo>
                <a:close/>
                <a:moveTo>
                  <a:pt x="42982" y="273"/>
                </a:moveTo>
                <a:lnTo>
                  <a:pt x="42999" y="273"/>
                </a:lnTo>
                <a:cubicBezTo>
                  <a:pt x="46019" y="-358"/>
                  <a:pt x="49031" y="132"/>
                  <a:pt x="51588" y="1502"/>
                </a:cubicBezTo>
                <a:cubicBezTo>
                  <a:pt x="54145" y="2872"/>
                  <a:pt x="56230" y="5123"/>
                  <a:pt x="57388" y="8005"/>
                </a:cubicBezTo>
                <a:lnTo>
                  <a:pt x="70446" y="40408"/>
                </a:lnTo>
                <a:cubicBezTo>
                  <a:pt x="71455" y="42924"/>
                  <a:pt x="71654" y="45574"/>
                  <a:pt x="71083" y="48057"/>
                </a:cubicBezTo>
                <a:cubicBezTo>
                  <a:pt x="70520" y="50531"/>
                  <a:pt x="69196" y="52832"/>
                  <a:pt x="67177" y="54667"/>
                </a:cubicBezTo>
                <a:lnTo>
                  <a:pt x="55369" y="65405"/>
                </a:lnTo>
                <a:cubicBezTo>
                  <a:pt x="54319" y="66360"/>
                  <a:pt x="53690" y="67572"/>
                  <a:pt x="53458" y="68876"/>
                </a:cubicBezTo>
                <a:cubicBezTo>
                  <a:pt x="53210" y="70313"/>
                  <a:pt x="53433" y="71865"/>
                  <a:pt x="54095" y="73336"/>
                </a:cubicBezTo>
                <a:cubicBezTo>
                  <a:pt x="57901" y="81723"/>
                  <a:pt x="64289" y="90418"/>
                  <a:pt x="71836" y="98001"/>
                </a:cubicBezTo>
                <a:cubicBezTo>
                  <a:pt x="79374" y="105566"/>
                  <a:pt x="88012" y="111952"/>
                  <a:pt x="96369" y="115764"/>
                </a:cubicBezTo>
                <a:cubicBezTo>
                  <a:pt x="97850" y="116437"/>
                  <a:pt x="99406" y="116669"/>
                  <a:pt x="100829" y="116412"/>
                </a:cubicBezTo>
                <a:cubicBezTo>
                  <a:pt x="102129" y="116187"/>
                  <a:pt x="103337" y="115548"/>
                  <a:pt x="104288" y="114493"/>
                </a:cubicBezTo>
                <a:lnTo>
                  <a:pt x="114987" y="102643"/>
                </a:lnTo>
                <a:cubicBezTo>
                  <a:pt x="116808" y="100625"/>
                  <a:pt x="119108" y="99296"/>
                  <a:pt x="121574" y="98723"/>
                </a:cubicBezTo>
                <a:cubicBezTo>
                  <a:pt x="124048" y="98150"/>
                  <a:pt x="126687" y="98349"/>
                  <a:pt x="129195" y="99363"/>
                </a:cubicBezTo>
                <a:lnTo>
                  <a:pt x="161481" y="112467"/>
                </a:lnTo>
                <a:lnTo>
                  <a:pt x="161490" y="112467"/>
                </a:lnTo>
                <a:cubicBezTo>
                  <a:pt x="164353" y="113630"/>
                  <a:pt x="166595" y="115722"/>
                  <a:pt x="167960" y="118289"/>
                </a:cubicBezTo>
                <a:cubicBezTo>
                  <a:pt x="169325" y="120846"/>
                  <a:pt x="169814" y="123877"/>
                  <a:pt x="169185" y="126917"/>
                </a:cubicBezTo>
                <a:lnTo>
                  <a:pt x="162739" y="158075"/>
                </a:lnTo>
                <a:cubicBezTo>
                  <a:pt x="162284" y="160284"/>
                  <a:pt x="161316" y="162243"/>
                  <a:pt x="159934" y="163855"/>
                </a:cubicBezTo>
                <a:cubicBezTo>
                  <a:pt x="158552" y="165466"/>
                  <a:pt x="156756" y="166711"/>
                  <a:pt x="154655" y="167484"/>
                </a:cubicBezTo>
                <a:cubicBezTo>
                  <a:pt x="154365" y="167592"/>
                  <a:pt x="154026" y="167700"/>
                  <a:pt x="153645" y="167816"/>
                </a:cubicBezTo>
                <a:cubicBezTo>
                  <a:pt x="153306" y="167915"/>
                  <a:pt x="152958" y="168015"/>
                  <a:pt x="152603" y="168098"/>
                </a:cubicBezTo>
                <a:cubicBezTo>
                  <a:pt x="140299" y="171030"/>
                  <a:pt x="127266" y="170581"/>
                  <a:pt x="114209" y="167475"/>
                </a:cubicBezTo>
                <a:cubicBezTo>
                  <a:pt x="89402" y="161563"/>
                  <a:pt x="64421" y="145993"/>
                  <a:pt x="44207" y="125705"/>
                </a:cubicBezTo>
                <a:cubicBezTo>
                  <a:pt x="23992" y="105417"/>
                  <a:pt x="8478" y="80346"/>
                  <a:pt x="2587" y="55441"/>
                </a:cubicBezTo>
                <a:cubicBezTo>
                  <a:pt x="-516" y="42336"/>
                  <a:pt x="-955" y="29257"/>
                  <a:pt x="1966" y="16908"/>
                </a:cubicBezTo>
                <a:lnTo>
                  <a:pt x="1966" y="16907"/>
                </a:lnTo>
                <a:cubicBezTo>
                  <a:pt x="2049" y="16550"/>
                  <a:pt x="2140" y="16201"/>
                  <a:pt x="2248" y="15861"/>
                </a:cubicBezTo>
                <a:cubicBezTo>
                  <a:pt x="2347" y="15520"/>
                  <a:pt x="2463" y="15180"/>
                  <a:pt x="2579" y="14847"/>
                </a:cubicBezTo>
                <a:cubicBezTo>
                  <a:pt x="3348" y="12738"/>
                  <a:pt x="4590" y="10936"/>
                  <a:pt x="6195" y="9549"/>
                </a:cubicBezTo>
                <a:cubicBezTo>
                  <a:pt x="7800" y="8162"/>
                  <a:pt x="9753" y="7191"/>
                  <a:pt x="11954" y="6734"/>
                </a:cubicBezTo>
                <a:close/>
              </a:path>
            </a:pathLst>
          </a:custGeom>
          <a:solidFill>
            <a:schemeClr val="bg1"/>
          </a:solidFill>
          <a:effectLst/>
        </p:spPr>
        <p:txBody>
          <a:bodyPr vert="horz" wrap="square" lIns="144000" tIns="144000" rIns="144000" bIns="144000" rtlCol="0" anchor="ctr">
            <a:noAutofit/>
          </a:bodyPr>
          <a:lstStyle>
            <a:lvl1pPr>
              <a:buNone/>
              <a:defRPr lang="en-US" sz="100" smtClean="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endParaRPr lang="en-US" dirty="0"/>
          </a:p>
        </p:txBody>
      </p:sp>
      <p:sp>
        <p:nvSpPr>
          <p:cNvPr id="47" name="Text Placeholder 46">
            <a:extLst>
              <a:ext uri="{FF2B5EF4-FFF2-40B4-BE49-F238E27FC236}">
                <a16:creationId xmlns:a16="http://schemas.microsoft.com/office/drawing/2014/main" id="{65205D9A-78CB-42EA-D56B-46556C049F3B}"/>
              </a:ext>
            </a:extLst>
          </p:cNvPr>
          <p:cNvSpPr>
            <a:spLocks noGrp="1"/>
          </p:cNvSpPr>
          <p:nvPr>
            <p:ph type="body" sz="quarter" idx="46" hasCustomPrompt="1"/>
          </p:nvPr>
        </p:nvSpPr>
        <p:spPr>
          <a:xfrm>
            <a:off x="5844505" y="4689028"/>
            <a:ext cx="156354" cy="104600"/>
          </a:xfrm>
          <a:custGeom>
            <a:avLst/>
            <a:gdLst>
              <a:gd name="csX0" fmla="*/ 7272 w 156354"/>
              <a:gd name="csY0" fmla="*/ 11102 h 104600"/>
              <a:gd name="csX1" fmla="*/ 7272 w 156354"/>
              <a:gd name="csY1" fmla="*/ 97386 h 104600"/>
              <a:gd name="csX2" fmla="*/ 149082 w 156354"/>
              <a:gd name="csY2" fmla="*/ 97386 h 104600"/>
              <a:gd name="csX3" fmla="*/ 149082 w 156354"/>
              <a:gd name="csY3" fmla="*/ 11102 h 104600"/>
              <a:gd name="csX4" fmla="*/ 80450 w 156354"/>
              <a:gd name="csY4" fmla="*/ 65879 h 104600"/>
              <a:gd name="csX5" fmla="*/ 75904 w 156354"/>
              <a:gd name="csY5" fmla="*/ 65879 h 104600"/>
              <a:gd name="csX6" fmla="*/ 13976 w 156354"/>
              <a:gd name="csY6" fmla="*/ 7214 h 104600"/>
              <a:gd name="csX7" fmla="*/ 78177 w 156354"/>
              <a:gd name="csY7" fmla="*/ 58502 h 104600"/>
              <a:gd name="csX8" fmla="*/ 142378 w 156354"/>
              <a:gd name="csY8" fmla="*/ 7214 h 104600"/>
              <a:gd name="csX9" fmla="*/ 3636 w 156354"/>
              <a:gd name="csY9" fmla="*/ 0 h 104600"/>
              <a:gd name="csX10" fmla="*/ 152718 w 156354"/>
              <a:gd name="csY10" fmla="*/ 0 h 104600"/>
              <a:gd name="csX11" fmla="*/ 156354 w 156354"/>
              <a:gd name="csY11" fmla="*/ 3607 h 104600"/>
              <a:gd name="csX12" fmla="*/ 156354 w 156354"/>
              <a:gd name="csY12" fmla="*/ 100993 h 104600"/>
              <a:gd name="csX13" fmla="*/ 152718 w 156354"/>
              <a:gd name="csY13" fmla="*/ 104600 h 104600"/>
              <a:gd name="csX14" fmla="*/ 3636 w 156354"/>
              <a:gd name="csY14" fmla="*/ 104600 h 104600"/>
              <a:gd name="csX15" fmla="*/ 0 w 156354"/>
              <a:gd name="csY15" fmla="*/ 100993 h 104600"/>
              <a:gd name="csX16" fmla="*/ 0 w 156354"/>
              <a:gd name="csY16" fmla="*/ 3607 h 104600"/>
              <a:gd name="csX17" fmla="*/ 3636 w 156354"/>
              <a:gd name="csY17" fmla="*/ 0 h 104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6354" h="104600">
                <a:moveTo>
                  <a:pt x="7272" y="11102"/>
                </a:moveTo>
                <a:lnTo>
                  <a:pt x="7272" y="97386"/>
                </a:lnTo>
                <a:lnTo>
                  <a:pt x="149082" y="97386"/>
                </a:lnTo>
                <a:lnTo>
                  <a:pt x="149082" y="11102"/>
                </a:lnTo>
                <a:lnTo>
                  <a:pt x="80450" y="65879"/>
                </a:lnTo>
                <a:cubicBezTo>
                  <a:pt x="79121" y="66943"/>
                  <a:pt x="77233" y="66943"/>
                  <a:pt x="75904" y="65879"/>
                </a:cubicBezTo>
                <a:close/>
                <a:moveTo>
                  <a:pt x="13976" y="7214"/>
                </a:moveTo>
                <a:lnTo>
                  <a:pt x="78177" y="58502"/>
                </a:lnTo>
                <a:lnTo>
                  <a:pt x="142378" y="7214"/>
                </a:lnTo>
                <a:close/>
                <a:moveTo>
                  <a:pt x="3636" y="0"/>
                </a:moveTo>
                <a:lnTo>
                  <a:pt x="152718" y="0"/>
                </a:lnTo>
                <a:cubicBezTo>
                  <a:pt x="154726" y="0"/>
                  <a:pt x="156354" y="1616"/>
                  <a:pt x="156354" y="3607"/>
                </a:cubicBezTo>
                <a:lnTo>
                  <a:pt x="156354" y="100993"/>
                </a:lnTo>
                <a:cubicBezTo>
                  <a:pt x="156354" y="102995"/>
                  <a:pt x="154726" y="104600"/>
                  <a:pt x="152718" y="104600"/>
                </a:cubicBezTo>
                <a:lnTo>
                  <a:pt x="3636" y="104600"/>
                </a:lnTo>
                <a:cubicBezTo>
                  <a:pt x="1628" y="104600"/>
                  <a:pt x="0" y="102995"/>
                  <a:pt x="0" y="100993"/>
                </a:cubicBezTo>
                <a:lnTo>
                  <a:pt x="0" y="3607"/>
                </a:lnTo>
                <a:cubicBezTo>
                  <a:pt x="0" y="1616"/>
                  <a:pt x="1628" y="0"/>
                  <a:pt x="3636" y="0"/>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E-Mail:</a:t>
            </a:r>
          </a:p>
        </p:txBody>
      </p:sp>
      <p:sp>
        <p:nvSpPr>
          <p:cNvPr id="48" name="Text Placeholder 47">
            <a:extLst>
              <a:ext uri="{FF2B5EF4-FFF2-40B4-BE49-F238E27FC236}">
                <a16:creationId xmlns:a16="http://schemas.microsoft.com/office/drawing/2014/main" id="{D87C7806-4F84-997B-FF0A-F821B23858AF}"/>
              </a:ext>
            </a:extLst>
          </p:cNvPr>
          <p:cNvSpPr>
            <a:spLocks noGrp="1"/>
          </p:cNvSpPr>
          <p:nvPr>
            <p:ph type="body" sz="quarter" idx="47"/>
          </p:nvPr>
        </p:nvSpPr>
        <p:spPr>
          <a:xfrm>
            <a:off x="5853398" y="5247830"/>
            <a:ext cx="138568" cy="158705"/>
          </a:xfrm>
          <a:custGeom>
            <a:avLst/>
            <a:gdLst>
              <a:gd name="csX0" fmla="*/ 47720 w 138568"/>
              <a:gd name="csY0" fmla="*/ 92965 h 158705"/>
              <a:gd name="csX1" fmla="*/ 47720 w 138568"/>
              <a:gd name="csY1" fmla="*/ 151120 h 158705"/>
              <a:gd name="csX2" fmla="*/ 90851 w 138568"/>
              <a:gd name="csY2" fmla="*/ 151120 h 158705"/>
              <a:gd name="csX3" fmla="*/ 90851 w 138568"/>
              <a:gd name="csY3" fmla="*/ 92965 h 158705"/>
              <a:gd name="csX4" fmla="*/ 69284 w 138568"/>
              <a:gd name="csY4" fmla="*/ 8544 h 158705"/>
              <a:gd name="csX5" fmla="*/ 7560 w 138568"/>
              <a:gd name="csY5" fmla="*/ 55192 h 158705"/>
              <a:gd name="csX6" fmla="*/ 7560 w 138568"/>
              <a:gd name="csY6" fmla="*/ 151120 h 158705"/>
              <a:gd name="csX7" fmla="*/ 40162 w 138568"/>
              <a:gd name="csY7" fmla="*/ 151120 h 158705"/>
              <a:gd name="csX8" fmla="*/ 40162 w 138568"/>
              <a:gd name="csY8" fmla="*/ 89173 h 158705"/>
              <a:gd name="csX9" fmla="*/ 43941 w 138568"/>
              <a:gd name="csY9" fmla="*/ 85380 h 158705"/>
              <a:gd name="csX10" fmla="*/ 94630 w 138568"/>
              <a:gd name="csY10" fmla="*/ 85380 h 158705"/>
              <a:gd name="csX11" fmla="*/ 98409 w 138568"/>
              <a:gd name="csY11" fmla="*/ 89173 h 158705"/>
              <a:gd name="csX12" fmla="*/ 98409 w 138568"/>
              <a:gd name="csY12" fmla="*/ 151120 h 158705"/>
              <a:gd name="csX13" fmla="*/ 131011 w 138568"/>
              <a:gd name="csY13" fmla="*/ 151120 h 158705"/>
              <a:gd name="csX14" fmla="*/ 131009 w 138568"/>
              <a:gd name="csY14" fmla="*/ 55192 h 158705"/>
              <a:gd name="csX15" fmla="*/ 67010 w 138568"/>
              <a:gd name="csY15" fmla="*/ 762 h 158705"/>
              <a:gd name="csX16" fmla="*/ 71560 w 138568"/>
              <a:gd name="csY16" fmla="*/ 762 h 158705"/>
              <a:gd name="csX17" fmla="*/ 137066 w 138568"/>
              <a:gd name="csY17" fmla="*/ 50269 h 158705"/>
              <a:gd name="csX18" fmla="*/ 137064 w 138568"/>
              <a:gd name="csY18" fmla="*/ 50270 h 158705"/>
              <a:gd name="csX19" fmla="*/ 138568 w 138568"/>
              <a:gd name="csY19" fmla="*/ 53304 h 158705"/>
              <a:gd name="csX20" fmla="*/ 138568 w 138568"/>
              <a:gd name="csY20" fmla="*/ 154912 h 158705"/>
              <a:gd name="csX21" fmla="*/ 134789 w 138568"/>
              <a:gd name="csY21" fmla="*/ 158705 h 158705"/>
              <a:gd name="csX22" fmla="*/ 3779 w 138568"/>
              <a:gd name="csY22" fmla="*/ 158705 h 158705"/>
              <a:gd name="csX23" fmla="*/ 0 w 138568"/>
              <a:gd name="csY23" fmla="*/ 154912 h 158705"/>
              <a:gd name="csX24" fmla="*/ 0 w 138568"/>
              <a:gd name="csY24" fmla="*/ 53296 h 158705"/>
              <a:gd name="csX25" fmla="*/ 1504 w 138568"/>
              <a:gd name="csY25" fmla="*/ 50269 h 1587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8568" h="158705">
                <a:moveTo>
                  <a:pt x="47720" y="92965"/>
                </a:moveTo>
                <a:lnTo>
                  <a:pt x="47720" y="151120"/>
                </a:lnTo>
                <a:lnTo>
                  <a:pt x="90851" y="151120"/>
                </a:lnTo>
                <a:lnTo>
                  <a:pt x="90851" y="92965"/>
                </a:lnTo>
                <a:close/>
                <a:moveTo>
                  <a:pt x="69284" y="8544"/>
                </a:moveTo>
                <a:lnTo>
                  <a:pt x="7560" y="55192"/>
                </a:lnTo>
                <a:lnTo>
                  <a:pt x="7560" y="151120"/>
                </a:lnTo>
                <a:lnTo>
                  <a:pt x="40162" y="151120"/>
                </a:lnTo>
                <a:lnTo>
                  <a:pt x="40162" y="89173"/>
                </a:lnTo>
                <a:cubicBezTo>
                  <a:pt x="40162" y="87079"/>
                  <a:pt x="41855" y="85380"/>
                  <a:pt x="43941" y="85380"/>
                </a:cubicBezTo>
                <a:lnTo>
                  <a:pt x="94630" y="85380"/>
                </a:lnTo>
                <a:cubicBezTo>
                  <a:pt x="96716" y="85380"/>
                  <a:pt x="98409" y="87079"/>
                  <a:pt x="98409" y="89173"/>
                </a:cubicBezTo>
                <a:lnTo>
                  <a:pt x="98409" y="151120"/>
                </a:lnTo>
                <a:lnTo>
                  <a:pt x="131011" y="151120"/>
                </a:lnTo>
                <a:lnTo>
                  <a:pt x="131009" y="55192"/>
                </a:lnTo>
                <a:close/>
                <a:moveTo>
                  <a:pt x="67010" y="762"/>
                </a:moveTo>
                <a:cubicBezTo>
                  <a:pt x="68363" y="-254"/>
                  <a:pt x="70215" y="-254"/>
                  <a:pt x="71560" y="762"/>
                </a:cubicBezTo>
                <a:lnTo>
                  <a:pt x="137066" y="50269"/>
                </a:lnTo>
                <a:lnTo>
                  <a:pt x="137064" y="50270"/>
                </a:lnTo>
                <a:cubicBezTo>
                  <a:pt x="138016" y="50990"/>
                  <a:pt x="138568" y="52113"/>
                  <a:pt x="138568" y="53304"/>
                </a:cubicBezTo>
                <a:lnTo>
                  <a:pt x="138568" y="154912"/>
                </a:lnTo>
                <a:cubicBezTo>
                  <a:pt x="138568" y="157006"/>
                  <a:pt x="136875" y="158705"/>
                  <a:pt x="134789" y="158705"/>
                </a:cubicBezTo>
                <a:lnTo>
                  <a:pt x="3779" y="158705"/>
                </a:lnTo>
                <a:cubicBezTo>
                  <a:pt x="1693" y="158705"/>
                  <a:pt x="0" y="157006"/>
                  <a:pt x="0" y="154912"/>
                </a:cubicBezTo>
                <a:lnTo>
                  <a:pt x="0" y="53296"/>
                </a:lnTo>
                <a:cubicBezTo>
                  <a:pt x="0" y="52105"/>
                  <a:pt x="559" y="50982"/>
                  <a:pt x="1504" y="50269"/>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endParaRPr lang="en-US" dirty="0"/>
          </a:p>
        </p:txBody>
      </p:sp>
      <p:sp>
        <p:nvSpPr>
          <p:cNvPr id="49" name="Text Placeholder 48">
            <a:extLst>
              <a:ext uri="{FF2B5EF4-FFF2-40B4-BE49-F238E27FC236}">
                <a16:creationId xmlns:a16="http://schemas.microsoft.com/office/drawing/2014/main" id="{A5773286-5C77-589A-BF10-5B3D8BA1E930}"/>
              </a:ext>
            </a:extLst>
          </p:cNvPr>
          <p:cNvSpPr>
            <a:spLocks noGrp="1"/>
          </p:cNvSpPr>
          <p:nvPr>
            <p:ph type="body" sz="quarter" idx="48" hasCustomPrompt="1"/>
          </p:nvPr>
        </p:nvSpPr>
        <p:spPr>
          <a:xfrm>
            <a:off x="5830873" y="5820895"/>
            <a:ext cx="183618" cy="184282"/>
          </a:xfrm>
          <a:custGeom>
            <a:avLst/>
            <a:gdLst>
              <a:gd name="csX0" fmla="*/ 138423 w 183618"/>
              <a:gd name="csY0" fmla="*/ 143458 h 184282"/>
              <a:gd name="csX1" fmla="*/ 129506 w 183618"/>
              <a:gd name="csY1" fmla="*/ 165898 h 184282"/>
              <a:gd name="csX2" fmla="*/ 152500 w 183618"/>
              <a:gd name="csY2" fmla="*/ 148341 h 184282"/>
              <a:gd name="csX3" fmla="*/ 152509 w 183618"/>
              <a:gd name="csY3" fmla="*/ 148341 h 184282"/>
              <a:gd name="csX4" fmla="*/ 138441 w 183618"/>
              <a:gd name="csY4" fmla="*/ 143467 h 184282"/>
              <a:gd name="csX5" fmla="*/ 138423 w 183618"/>
              <a:gd name="csY5" fmla="*/ 143467 h 184282"/>
              <a:gd name="csX6" fmla="*/ 45174 w 183618"/>
              <a:gd name="csY6" fmla="*/ 143458 h 184282"/>
              <a:gd name="csX7" fmla="*/ 31115 w 183618"/>
              <a:gd name="csY7" fmla="*/ 148350 h 184282"/>
              <a:gd name="csX8" fmla="*/ 31124 w 183618"/>
              <a:gd name="csY8" fmla="*/ 148350 h 184282"/>
              <a:gd name="csX9" fmla="*/ 54100 w 183618"/>
              <a:gd name="csY9" fmla="*/ 165898 h 184282"/>
              <a:gd name="csX10" fmla="*/ 54109 w 183618"/>
              <a:gd name="csY10" fmla="*/ 165898 h 184282"/>
              <a:gd name="csX11" fmla="*/ 45192 w 183618"/>
              <a:gd name="csY11" fmla="*/ 143467 h 184282"/>
              <a:gd name="csX12" fmla="*/ 87255 w 183618"/>
              <a:gd name="csY12" fmla="*/ 137454 h 184282"/>
              <a:gd name="csX13" fmla="*/ 54064 w 183618"/>
              <a:gd name="csY13" fmla="*/ 141259 h 184282"/>
              <a:gd name="csX14" fmla="*/ 54073 w 183618"/>
              <a:gd name="csY14" fmla="*/ 141259 h 184282"/>
              <a:gd name="csX15" fmla="*/ 68822 w 183618"/>
              <a:gd name="csY15" fmla="*/ 171769 h 184282"/>
              <a:gd name="csX16" fmla="*/ 68830 w 183618"/>
              <a:gd name="csY16" fmla="*/ 171769 h 184282"/>
              <a:gd name="csX17" fmla="*/ 87264 w 183618"/>
              <a:gd name="csY17" fmla="*/ 174892 h 184282"/>
              <a:gd name="csX18" fmla="*/ 87264 w 183618"/>
              <a:gd name="csY18" fmla="*/ 137462 h 184282"/>
              <a:gd name="csX19" fmla="*/ 87255 w 183618"/>
              <a:gd name="csY19" fmla="*/ 137462 h 184282"/>
              <a:gd name="csX20" fmla="*/ 96351 w 183618"/>
              <a:gd name="csY20" fmla="*/ 137453 h 184282"/>
              <a:gd name="csX21" fmla="*/ 96350 w 183618"/>
              <a:gd name="csY21" fmla="*/ 174892 h 184282"/>
              <a:gd name="csX22" fmla="*/ 114775 w 183618"/>
              <a:gd name="csY22" fmla="*/ 171768 h 184282"/>
              <a:gd name="csX23" fmla="*/ 114793 w 183618"/>
              <a:gd name="csY23" fmla="*/ 171768 h 184282"/>
              <a:gd name="csX24" fmla="*/ 129541 w 183618"/>
              <a:gd name="csY24" fmla="*/ 141250 h 184282"/>
              <a:gd name="csX25" fmla="*/ 129550 w 183618"/>
              <a:gd name="csY25" fmla="*/ 141250 h 184282"/>
              <a:gd name="csX26" fmla="*/ 96360 w 183618"/>
              <a:gd name="csY26" fmla="*/ 137462 h 184282"/>
              <a:gd name="csX27" fmla="*/ 96351 w 183618"/>
              <a:gd name="csY27" fmla="*/ 137462 h 184282"/>
              <a:gd name="csX28" fmla="*/ 96353 w 183618"/>
              <a:gd name="csY28" fmla="*/ 96709 h 184282"/>
              <a:gd name="csX29" fmla="*/ 96351 w 183618"/>
              <a:gd name="csY29" fmla="*/ 128199 h 184282"/>
              <a:gd name="csX30" fmla="*/ 96360 w 183618"/>
              <a:gd name="csY30" fmla="*/ 128190 h 184282"/>
              <a:gd name="csX31" fmla="*/ 131886 w 183618"/>
              <a:gd name="csY31" fmla="*/ 132373 h 184282"/>
              <a:gd name="csX32" fmla="*/ 136197 w 183618"/>
              <a:gd name="csY32" fmla="*/ 96709 h 184282"/>
              <a:gd name="csX33" fmla="*/ 47422 w 183618"/>
              <a:gd name="csY33" fmla="*/ 96708 h 184282"/>
              <a:gd name="csX34" fmla="*/ 51733 w 183618"/>
              <a:gd name="csY34" fmla="*/ 132371 h 184282"/>
              <a:gd name="csX35" fmla="*/ 87259 w 183618"/>
              <a:gd name="csY35" fmla="*/ 128197 h 184282"/>
              <a:gd name="csX36" fmla="*/ 87268 w 183618"/>
              <a:gd name="csY36" fmla="*/ 128188 h 184282"/>
              <a:gd name="csX37" fmla="*/ 87268 w 183618"/>
              <a:gd name="csY37" fmla="*/ 96709 h 184282"/>
              <a:gd name="csX38" fmla="*/ 47440 w 183618"/>
              <a:gd name="csY38" fmla="*/ 96709 h 184282"/>
              <a:gd name="csX39" fmla="*/ 174243 w 183618"/>
              <a:gd name="csY39" fmla="*/ 96700 h 184282"/>
              <a:gd name="csX40" fmla="*/ 145435 w 183618"/>
              <a:gd name="csY40" fmla="*/ 96709 h 184282"/>
              <a:gd name="csX41" fmla="*/ 145426 w 183618"/>
              <a:gd name="csY41" fmla="*/ 96709 h 184282"/>
              <a:gd name="csX42" fmla="*/ 145426 w 183618"/>
              <a:gd name="csY42" fmla="*/ 96701 h 184282"/>
              <a:gd name="csX43" fmla="*/ 140757 w 183618"/>
              <a:gd name="csY43" fmla="*/ 134588 h 184282"/>
              <a:gd name="csX44" fmla="*/ 140775 w 183618"/>
              <a:gd name="csY44" fmla="*/ 134588 h 184282"/>
              <a:gd name="csX45" fmla="*/ 158564 w 183618"/>
              <a:gd name="csY45" fmla="*/ 140917 h 184282"/>
              <a:gd name="csX46" fmla="*/ 158573 w 183618"/>
              <a:gd name="csY46" fmla="*/ 140917 h 184282"/>
              <a:gd name="csX47" fmla="*/ 174261 w 183618"/>
              <a:gd name="csY47" fmla="*/ 96700 h 184282"/>
              <a:gd name="csX48" fmla="*/ 38208 w 183618"/>
              <a:gd name="csY48" fmla="*/ 96700 h 184282"/>
              <a:gd name="csX49" fmla="*/ 9347 w 183618"/>
              <a:gd name="csY49" fmla="*/ 96709 h 184282"/>
              <a:gd name="csX50" fmla="*/ 9356 w 183618"/>
              <a:gd name="csY50" fmla="*/ 96709 h 184282"/>
              <a:gd name="csX51" fmla="*/ 25043 w 183618"/>
              <a:gd name="csY51" fmla="*/ 140916 h 184282"/>
              <a:gd name="csX52" fmla="*/ 42850 w 183618"/>
              <a:gd name="csY52" fmla="*/ 134588 h 184282"/>
              <a:gd name="csX53" fmla="*/ 42859 w 183618"/>
              <a:gd name="csY53" fmla="*/ 134588 h 184282"/>
              <a:gd name="csX54" fmla="*/ 38190 w 183618"/>
              <a:gd name="csY54" fmla="*/ 96709 h 184282"/>
              <a:gd name="csX55" fmla="*/ 38208 w 183618"/>
              <a:gd name="csY55" fmla="*/ 96709 h 184282"/>
              <a:gd name="csX56" fmla="*/ 131878 w 183618"/>
              <a:gd name="csY56" fmla="*/ 51909 h 184282"/>
              <a:gd name="csX57" fmla="*/ 131880 w 183618"/>
              <a:gd name="csY57" fmla="*/ 51911 h 184282"/>
              <a:gd name="csX58" fmla="*/ 96345 w 183618"/>
              <a:gd name="csY58" fmla="*/ 56102 h 184282"/>
              <a:gd name="csX59" fmla="*/ 96354 w 183618"/>
              <a:gd name="csY59" fmla="*/ 56102 h 184282"/>
              <a:gd name="csX60" fmla="*/ 96354 w 183618"/>
              <a:gd name="csY60" fmla="*/ 87581 h 184282"/>
              <a:gd name="csX61" fmla="*/ 136198 w 183618"/>
              <a:gd name="csY61" fmla="*/ 87581 h 184282"/>
              <a:gd name="csX62" fmla="*/ 131896 w 183618"/>
              <a:gd name="csY62" fmla="*/ 51918 h 184282"/>
              <a:gd name="csX63" fmla="*/ 51724 w 183618"/>
              <a:gd name="csY63" fmla="*/ 51909 h 184282"/>
              <a:gd name="csX64" fmla="*/ 51724 w 183618"/>
              <a:gd name="csY64" fmla="*/ 51918 h 184282"/>
              <a:gd name="csX65" fmla="*/ 51724 w 183618"/>
              <a:gd name="csY65" fmla="*/ 51918 h 184282"/>
              <a:gd name="csX66" fmla="*/ 47424 w 183618"/>
              <a:gd name="csY66" fmla="*/ 87580 h 184282"/>
              <a:gd name="csX67" fmla="*/ 87267 w 183618"/>
              <a:gd name="csY67" fmla="*/ 87580 h 184282"/>
              <a:gd name="csX68" fmla="*/ 87267 w 183618"/>
              <a:gd name="csY68" fmla="*/ 56092 h 184282"/>
              <a:gd name="csX69" fmla="*/ 87276 w 183618"/>
              <a:gd name="csY69" fmla="*/ 56092 h 184282"/>
              <a:gd name="csX70" fmla="*/ 51742 w 183618"/>
              <a:gd name="csY70" fmla="*/ 51918 h 184282"/>
              <a:gd name="csX71" fmla="*/ 51724 w 183618"/>
              <a:gd name="csY71" fmla="*/ 51918 h 184282"/>
              <a:gd name="csX72" fmla="*/ 51725 w 183618"/>
              <a:gd name="csY72" fmla="*/ 51910 h 184282"/>
              <a:gd name="csX73" fmla="*/ 158565 w 183618"/>
              <a:gd name="csY73" fmla="*/ 43373 h 184282"/>
              <a:gd name="csX74" fmla="*/ 140749 w 183618"/>
              <a:gd name="csY74" fmla="*/ 49710 h 184282"/>
              <a:gd name="csX75" fmla="*/ 140758 w 183618"/>
              <a:gd name="csY75" fmla="*/ 49710 h 184282"/>
              <a:gd name="csX76" fmla="*/ 145427 w 183618"/>
              <a:gd name="csY76" fmla="*/ 87580 h 184282"/>
              <a:gd name="csX77" fmla="*/ 174262 w 183618"/>
              <a:gd name="csY77" fmla="*/ 87580 h 184282"/>
              <a:gd name="csX78" fmla="*/ 158584 w 183618"/>
              <a:gd name="csY78" fmla="*/ 43382 h 184282"/>
              <a:gd name="csX79" fmla="*/ 158584 w 183618"/>
              <a:gd name="csY79" fmla="*/ 43373 h 184282"/>
              <a:gd name="csX80" fmla="*/ 158566 w 183618"/>
              <a:gd name="csY80" fmla="*/ 43373 h 184282"/>
              <a:gd name="csX81" fmla="*/ 25036 w 183618"/>
              <a:gd name="csY81" fmla="*/ 43373 h 184282"/>
              <a:gd name="csX82" fmla="*/ 9357 w 183618"/>
              <a:gd name="csY82" fmla="*/ 87580 h 184282"/>
              <a:gd name="csX83" fmla="*/ 38192 w 183618"/>
              <a:gd name="csY83" fmla="*/ 87580 h 184282"/>
              <a:gd name="csX84" fmla="*/ 42861 w 183618"/>
              <a:gd name="csY84" fmla="*/ 49701 h 184282"/>
              <a:gd name="csX85" fmla="*/ 42870 w 183618"/>
              <a:gd name="csY85" fmla="*/ 49701 h 184282"/>
              <a:gd name="csX86" fmla="*/ 25045 w 183618"/>
              <a:gd name="csY86" fmla="*/ 43382 h 184282"/>
              <a:gd name="csX87" fmla="*/ 129516 w 183618"/>
              <a:gd name="csY87" fmla="*/ 18401 h 184282"/>
              <a:gd name="csX88" fmla="*/ 138433 w 183618"/>
              <a:gd name="csY88" fmla="*/ 40824 h 184282"/>
              <a:gd name="csX89" fmla="*/ 152493 w 183618"/>
              <a:gd name="csY89" fmla="*/ 35950 h 184282"/>
              <a:gd name="csX90" fmla="*/ 152511 w 183618"/>
              <a:gd name="csY90" fmla="*/ 35950 h 184282"/>
              <a:gd name="csX91" fmla="*/ 129525 w 183618"/>
              <a:gd name="csY91" fmla="*/ 18401 h 184282"/>
              <a:gd name="csX92" fmla="*/ 54094 w 183618"/>
              <a:gd name="csY92" fmla="*/ 18392 h 184282"/>
              <a:gd name="csX93" fmla="*/ 31118 w 183618"/>
              <a:gd name="csY93" fmla="*/ 35950 h 184282"/>
              <a:gd name="csX94" fmla="*/ 31127 w 183618"/>
              <a:gd name="csY94" fmla="*/ 35950 h 184282"/>
              <a:gd name="csX95" fmla="*/ 45186 w 183618"/>
              <a:gd name="csY95" fmla="*/ 40833 h 184282"/>
              <a:gd name="csX96" fmla="*/ 45186 w 183618"/>
              <a:gd name="csY96" fmla="*/ 40824 h 184282"/>
              <a:gd name="csX97" fmla="*/ 54112 w 183618"/>
              <a:gd name="csY97" fmla="*/ 18392 h 184282"/>
              <a:gd name="csX98" fmla="*/ 96353 w 183618"/>
              <a:gd name="csY98" fmla="*/ 9389 h 184282"/>
              <a:gd name="csX99" fmla="*/ 96353 w 183618"/>
              <a:gd name="csY99" fmla="*/ 46828 h 184282"/>
              <a:gd name="csX100" fmla="*/ 129534 w 183618"/>
              <a:gd name="csY100" fmla="*/ 43040 h 184282"/>
              <a:gd name="csX101" fmla="*/ 129543 w 183618"/>
              <a:gd name="csY101" fmla="*/ 43031 h 184282"/>
              <a:gd name="csX102" fmla="*/ 114804 w 183618"/>
              <a:gd name="csY102" fmla="*/ 12522 h 184282"/>
              <a:gd name="csX103" fmla="*/ 114813 w 183618"/>
              <a:gd name="csY103" fmla="*/ 12522 h 184282"/>
              <a:gd name="csX104" fmla="*/ 96362 w 183618"/>
              <a:gd name="csY104" fmla="*/ 9398 h 184282"/>
              <a:gd name="csX105" fmla="*/ 96362 w 183618"/>
              <a:gd name="csY105" fmla="*/ 9389 h 184282"/>
              <a:gd name="csX106" fmla="*/ 87257 w 183618"/>
              <a:gd name="csY106" fmla="*/ 9389 h 184282"/>
              <a:gd name="csX107" fmla="*/ 87257 w 183618"/>
              <a:gd name="csY107" fmla="*/ 9390 h 184282"/>
              <a:gd name="csX108" fmla="*/ 68806 w 183618"/>
              <a:gd name="csY108" fmla="*/ 12532 h 184282"/>
              <a:gd name="csX109" fmla="*/ 54076 w 183618"/>
              <a:gd name="csY109" fmla="*/ 43041 h 184282"/>
              <a:gd name="csX110" fmla="*/ 54085 w 183618"/>
              <a:gd name="csY110" fmla="*/ 43041 h 184282"/>
              <a:gd name="csX111" fmla="*/ 87266 w 183618"/>
              <a:gd name="csY111" fmla="*/ 46829 h 184282"/>
              <a:gd name="csX112" fmla="*/ 87266 w 183618"/>
              <a:gd name="csY112" fmla="*/ 9389 h 184282"/>
              <a:gd name="csX113" fmla="*/ 91809 w 183618"/>
              <a:gd name="csY113" fmla="*/ 0 h 184282"/>
              <a:gd name="csX114" fmla="*/ 183618 w 183618"/>
              <a:gd name="csY114" fmla="*/ 92141 h 184282"/>
              <a:gd name="csX115" fmla="*/ 91809 w 183618"/>
              <a:gd name="csY115" fmla="*/ 184282 h 184282"/>
              <a:gd name="csX116" fmla="*/ 0 w 183618"/>
              <a:gd name="csY116" fmla="*/ 92141 h 184282"/>
              <a:gd name="csX117" fmla="*/ 91800 w 183618"/>
              <a:gd name="csY117" fmla="*/ 9 h 184282"/>
              <a:gd name="csX118" fmla="*/ 91809 w 183618"/>
              <a:gd name="csY118" fmla="*/ 9 h 184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183618" h="184282">
                <a:moveTo>
                  <a:pt x="138423" y="143458"/>
                </a:moveTo>
                <a:cubicBezTo>
                  <a:pt x="136008" y="151662"/>
                  <a:pt x="133012" y="159220"/>
                  <a:pt x="129506" y="165898"/>
                </a:cubicBezTo>
                <a:cubicBezTo>
                  <a:pt x="138172" y="161428"/>
                  <a:pt x="145953" y="155459"/>
                  <a:pt x="152500" y="148341"/>
                </a:cubicBezTo>
                <a:lnTo>
                  <a:pt x="152509" y="148341"/>
                </a:lnTo>
                <a:cubicBezTo>
                  <a:pt x="148181" y="146519"/>
                  <a:pt x="143476" y="144885"/>
                  <a:pt x="138441" y="143467"/>
                </a:cubicBezTo>
                <a:lnTo>
                  <a:pt x="138423" y="143467"/>
                </a:lnTo>
                <a:close/>
                <a:moveTo>
                  <a:pt x="45174" y="143458"/>
                </a:moveTo>
                <a:cubicBezTo>
                  <a:pt x="40148" y="144885"/>
                  <a:pt x="35443" y="146519"/>
                  <a:pt x="31115" y="148350"/>
                </a:cubicBezTo>
                <a:lnTo>
                  <a:pt x="31124" y="148350"/>
                </a:lnTo>
                <a:cubicBezTo>
                  <a:pt x="37670" y="155459"/>
                  <a:pt x="45442" y="161419"/>
                  <a:pt x="54100" y="165898"/>
                </a:cubicBezTo>
                <a:lnTo>
                  <a:pt x="54109" y="165898"/>
                </a:lnTo>
                <a:cubicBezTo>
                  <a:pt x="50603" y="159229"/>
                  <a:pt x="47607" y="151662"/>
                  <a:pt x="45192" y="143467"/>
                </a:cubicBezTo>
                <a:close/>
                <a:moveTo>
                  <a:pt x="87255" y="137454"/>
                </a:moveTo>
                <a:cubicBezTo>
                  <a:pt x="75279" y="137732"/>
                  <a:pt x="64135" y="139078"/>
                  <a:pt x="54064" y="141259"/>
                </a:cubicBezTo>
                <a:lnTo>
                  <a:pt x="54073" y="141259"/>
                </a:lnTo>
                <a:cubicBezTo>
                  <a:pt x="57847" y="153816"/>
                  <a:pt x="62963" y="164202"/>
                  <a:pt x="68822" y="171769"/>
                </a:cubicBezTo>
                <a:lnTo>
                  <a:pt x="68830" y="171769"/>
                </a:lnTo>
                <a:cubicBezTo>
                  <a:pt x="74724" y="173483"/>
                  <a:pt x="80905" y="174551"/>
                  <a:pt x="87264" y="174892"/>
                </a:cubicBezTo>
                <a:lnTo>
                  <a:pt x="87264" y="137462"/>
                </a:lnTo>
                <a:lnTo>
                  <a:pt x="87255" y="137462"/>
                </a:lnTo>
                <a:close/>
                <a:moveTo>
                  <a:pt x="96351" y="137453"/>
                </a:moveTo>
                <a:lnTo>
                  <a:pt x="96350" y="174892"/>
                </a:lnTo>
                <a:cubicBezTo>
                  <a:pt x="102710" y="174551"/>
                  <a:pt x="108881" y="173483"/>
                  <a:pt x="114775" y="171768"/>
                </a:cubicBezTo>
                <a:lnTo>
                  <a:pt x="114793" y="171768"/>
                </a:lnTo>
                <a:cubicBezTo>
                  <a:pt x="120651" y="164202"/>
                  <a:pt x="125776" y="153816"/>
                  <a:pt x="129541" y="141250"/>
                </a:cubicBezTo>
                <a:lnTo>
                  <a:pt x="129550" y="141250"/>
                </a:lnTo>
                <a:cubicBezTo>
                  <a:pt x="119489" y="139078"/>
                  <a:pt x="108344" y="137731"/>
                  <a:pt x="96360" y="137462"/>
                </a:cubicBezTo>
                <a:lnTo>
                  <a:pt x="96351" y="137462"/>
                </a:lnTo>
                <a:close/>
                <a:moveTo>
                  <a:pt x="96353" y="96709"/>
                </a:moveTo>
                <a:lnTo>
                  <a:pt x="96351" y="128199"/>
                </a:lnTo>
                <a:lnTo>
                  <a:pt x="96360" y="128190"/>
                </a:lnTo>
                <a:cubicBezTo>
                  <a:pt x="108694" y="128477"/>
                  <a:pt x="120715" y="129922"/>
                  <a:pt x="131886" y="132373"/>
                </a:cubicBezTo>
                <a:cubicBezTo>
                  <a:pt x="134363" y="121662"/>
                  <a:pt x="135902" y="109662"/>
                  <a:pt x="136197" y="96709"/>
                </a:cubicBezTo>
                <a:close/>
                <a:moveTo>
                  <a:pt x="47422" y="96708"/>
                </a:moveTo>
                <a:cubicBezTo>
                  <a:pt x="47717" y="109670"/>
                  <a:pt x="49256" y="121662"/>
                  <a:pt x="51733" y="132371"/>
                </a:cubicBezTo>
                <a:cubicBezTo>
                  <a:pt x="62895" y="129921"/>
                  <a:pt x="74925" y="128475"/>
                  <a:pt x="87259" y="128197"/>
                </a:cubicBezTo>
                <a:lnTo>
                  <a:pt x="87268" y="128188"/>
                </a:lnTo>
                <a:lnTo>
                  <a:pt x="87268" y="96709"/>
                </a:lnTo>
                <a:lnTo>
                  <a:pt x="47440" y="96709"/>
                </a:lnTo>
                <a:close/>
                <a:moveTo>
                  <a:pt x="174243" y="96700"/>
                </a:moveTo>
                <a:lnTo>
                  <a:pt x="145435" y="96709"/>
                </a:lnTo>
                <a:lnTo>
                  <a:pt x="145426" y="96709"/>
                </a:lnTo>
                <a:lnTo>
                  <a:pt x="145426" y="96701"/>
                </a:lnTo>
                <a:cubicBezTo>
                  <a:pt x="145122" y="109895"/>
                  <a:pt x="143503" y="122749"/>
                  <a:pt x="140757" y="134588"/>
                </a:cubicBezTo>
                <a:lnTo>
                  <a:pt x="140775" y="134588"/>
                </a:lnTo>
                <a:cubicBezTo>
                  <a:pt x="147098" y="136366"/>
                  <a:pt x="153073" y="138484"/>
                  <a:pt x="158564" y="140917"/>
                </a:cubicBezTo>
                <a:lnTo>
                  <a:pt x="158573" y="140917"/>
                </a:lnTo>
                <a:cubicBezTo>
                  <a:pt x="167687" y="128377"/>
                  <a:pt x="173366" y="113181"/>
                  <a:pt x="174261" y="96700"/>
                </a:cubicBezTo>
                <a:close/>
                <a:moveTo>
                  <a:pt x="38208" y="96700"/>
                </a:moveTo>
                <a:lnTo>
                  <a:pt x="9347" y="96709"/>
                </a:lnTo>
                <a:lnTo>
                  <a:pt x="9356" y="96709"/>
                </a:lnTo>
                <a:cubicBezTo>
                  <a:pt x="10250" y="113180"/>
                  <a:pt x="15938" y="128376"/>
                  <a:pt x="25043" y="140916"/>
                </a:cubicBezTo>
                <a:cubicBezTo>
                  <a:pt x="30543" y="138484"/>
                  <a:pt x="36518" y="136365"/>
                  <a:pt x="42850" y="134588"/>
                </a:cubicBezTo>
                <a:lnTo>
                  <a:pt x="42859" y="134588"/>
                </a:lnTo>
                <a:cubicBezTo>
                  <a:pt x="40113" y="122758"/>
                  <a:pt x="38494" y="109904"/>
                  <a:pt x="38190" y="96709"/>
                </a:cubicBezTo>
                <a:lnTo>
                  <a:pt x="38208" y="96709"/>
                </a:lnTo>
                <a:close/>
                <a:moveTo>
                  <a:pt x="131878" y="51909"/>
                </a:moveTo>
                <a:lnTo>
                  <a:pt x="131880" y="51911"/>
                </a:lnTo>
                <a:cubicBezTo>
                  <a:pt x="120709" y="54361"/>
                  <a:pt x="108679" y="55806"/>
                  <a:pt x="96345" y="56102"/>
                </a:cubicBezTo>
                <a:lnTo>
                  <a:pt x="96354" y="56102"/>
                </a:lnTo>
                <a:lnTo>
                  <a:pt x="96354" y="87581"/>
                </a:lnTo>
                <a:lnTo>
                  <a:pt x="136198" y="87581"/>
                </a:lnTo>
                <a:cubicBezTo>
                  <a:pt x="135903" y="74619"/>
                  <a:pt x="134365" y="62627"/>
                  <a:pt x="131896" y="51918"/>
                </a:cubicBezTo>
                <a:close/>
                <a:moveTo>
                  <a:pt x="51724" y="51909"/>
                </a:moveTo>
                <a:lnTo>
                  <a:pt x="51724" y="51918"/>
                </a:lnTo>
                <a:lnTo>
                  <a:pt x="51724" y="51918"/>
                </a:lnTo>
                <a:lnTo>
                  <a:pt x="47424" y="87580"/>
                </a:lnTo>
                <a:lnTo>
                  <a:pt x="87267" y="87580"/>
                </a:lnTo>
                <a:lnTo>
                  <a:pt x="87267" y="56092"/>
                </a:lnTo>
                <a:lnTo>
                  <a:pt x="87276" y="56092"/>
                </a:lnTo>
                <a:cubicBezTo>
                  <a:pt x="74942" y="55805"/>
                  <a:pt x="62912" y="54360"/>
                  <a:pt x="51742" y="51918"/>
                </a:cubicBezTo>
                <a:lnTo>
                  <a:pt x="51724" y="51918"/>
                </a:lnTo>
                <a:lnTo>
                  <a:pt x="51725" y="51910"/>
                </a:lnTo>
                <a:close/>
                <a:moveTo>
                  <a:pt x="158565" y="43373"/>
                </a:moveTo>
                <a:cubicBezTo>
                  <a:pt x="153065" y="45806"/>
                  <a:pt x="147090" y="47924"/>
                  <a:pt x="140749" y="49710"/>
                </a:cubicBezTo>
                <a:lnTo>
                  <a:pt x="140758" y="49710"/>
                </a:lnTo>
                <a:cubicBezTo>
                  <a:pt x="143504" y="61540"/>
                  <a:pt x="145123" y="74385"/>
                  <a:pt x="145427" y="87580"/>
                </a:cubicBezTo>
                <a:lnTo>
                  <a:pt x="174262" y="87580"/>
                </a:lnTo>
                <a:cubicBezTo>
                  <a:pt x="173368" y="71099"/>
                  <a:pt x="167689" y="55903"/>
                  <a:pt x="158584" y="43382"/>
                </a:cubicBezTo>
                <a:lnTo>
                  <a:pt x="158584" y="43373"/>
                </a:lnTo>
                <a:lnTo>
                  <a:pt x="158566" y="43373"/>
                </a:lnTo>
                <a:close/>
                <a:moveTo>
                  <a:pt x="25036" y="43373"/>
                </a:moveTo>
                <a:cubicBezTo>
                  <a:pt x="15931" y="55903"/>
                  <a:pt x="10251" y="71099"/>
                  <a:pt x="9357" y="87580"/>
                </a:cubicBezTo>
                <a:lnTo>
                  <a:pt x="38192" y="87580"/>
                </a:lnTo>
                <a:cubicBezTo>
                  <a:pt x="38497" y="74385"/>
                  <a:pt x="40115" y="61531"/>
                  <a:pt x="42861" y="49701"/>
                </a:cubicBezTo>
                <a:lnTo>
                  <a:pt x="42870" y="49701"/>
                </a:lnTo>
                <a:cubicBezTo>
                  <a:pt x="36529" y="47924"/>
                  <a:pt x="30554" y="45805"/>
                  <a:pt x="25045" y="43382"/>
                </a:cubicBezTo>
                <a:close/>
                <a:moveTo>
                  <a:pt x="129516" y="18401"/>
                </a:moveTo>
                <a:cubicBezTo>
                  <a:pt x="133022" y="25062"/>
                  <a:pt x="136009" y="32629"/>
                  <a:pt x="138433" y="40824"/>
                </a:cubicBezTo>
                <a:cubicBezTo>
                  <a:pt x="143460" y="39405"/>
                  <a:pt x="148164" y="37763"/>
                  <a:pt x="152493" y="35950"/>
                </a:cubicBezTo>
                <a:lnTo>
                  <a:pt x="152511" y="35950"/>
                </a:lnTo>
                <a:cubicBezTo>
                  <a:pt x="145964" y="28832"/>
                  <a:pt x="138192" y="22862"/>
                  <a:pt x="129525" y="18401"/>
                </a:cubicBezTo>
                <a:close/>
                <a:moveTo>
                  <a:pt x="54094" y="18392"/>
                </a:moveTo>
                <a:cubicBezTo>
                  <a:pt x="45437" y="22862"/>
                  <a:pt x="37665" y="28823"/>
                  <a:pt x="31118" y="35950"/>
                </a:cubicBezTo>
                <a:lnTo>
                  <a:pt x="31127" y="35950"/>
                </a:lnTo>
                <a:cubicBezTo>
                  <a:pt x="35464" y="37763"/>
                  <a:pt x="40160" y="39405"/>
                  <a:pt x="45186" y="40833"/>
                </a:cubicBezTo>
                <a:lnTo>
                  <a:pt x="45186" y="40824"/>
                </a:lnTo>
                <a:cubicBezTo>
                  <a:pt x="47610" y="32629"/>
                  <a:pt x="50606" y="25062"/>
                  <a:pt x="54112" y="18392"/>
                </a:cubicBezTo>
                <a:close/>
                <a:moveTo>
                  <a:pt x="96353" y="9389"/>
                </a:moveTo>
                <a:lnTo>
                  <a:pt x="96353" y="46828"/>
                </a:lnTo>
                <a:cubicBezTo>
                  <a:pt x="108329" y="46550"/>
                  <a:pt x="119464" y="45203"/>
                  <a:pt x="129534" y="43040"/>
                </a:cubicBezTo>
                <a:lnTo>
                  <a:pt x="129543" y="43031"/>
                </a:lnTo>
                <a:cubicBezTo>
                  <a:pt x="125778" y="30474"/>
                  <a:pt x="120662" y="20089"/>
                  <a:pt x="114804" y="12522"/>
                </a:cubicBezTo>
                <a:lnTo>
                  <a:pt x="114813" y="12522"/>
                </a:lnTo>
                <a:cubicBezTo>
                  <a:pt x="108910" y="10807"/>
                  <a:pt x="102730" y="9739"/>
                  <a:pt x="96362" y="9398"/>
                </a:cubicBezTo>
                <a:lnTo>
                  <a:pt x="96362" y="9389"/>
                </a:lnTo>
                <a:close/>
                <a:moveTo>
                  <a:pt x="87257" y="9389"/>
                </a:moveTo>
                <a:lnTo>
                  <a:pt x="87257" y="9390"/>
                </a:lnTo>
                <a:cubicBezTo>
                  <a:pt x="80880" y="9740"/>
                  <a:pt x="74709" y="10808"/>
                  <a:pt x="68806" y="12532"/>
                </a:cubicBezTo>
                <a:cubicBezTo>
                  <a:pt x="62957" y="20098"/>
                  <a:pt x="57841" y="30474"/>
                  <a:pt x="54076" y="43041"/>
                </a:cubicBezTo>
                <a:lnTo>
                  <a:pt x="54085" y="43041"/>
                </a:lnTo>
                <a:cubicBezTo>
                  <a:pt x="64154" y="45204"/>
                  <a:pt x="75290" y="46551"/>
                  <a:pt x="87266" y="46829"/>
                </a:cubicBezTo>
                <a:lnTo>
                  <a:pt x="87266" y="9389"/>
                </a:lnTo>
                <a:close/>
                <a:moveTo>
                  <a:pt x="91809" y="0"/>
                </a:moveTo>
                <a:cubicBezTo>
                  <a:pt x="142512" y="0"/>
                  <a:pt x="183618" y="41254"/>
                  <a:pt x="183618" y="92141"/>
                </a:cubicBezTo>
                <a:cubicBezTo>
                  <a:pt x="183618" y="143028"/>
                  <a:pt x="142512" y="184282"/>
                  <a:pt x="91809" y="184282"/>
                </a:cubicBezTo>
                <a:cubicBezTo>
                  <a:pt x="41105" y="184282"/>
                  <a:pt x="0" y="143028"/>
                  <a:pt x="0" y="92141"/>
                </a:cubicBezTo>
                <a:cubicBezTo>
                  <a:pt x="0" y="41254"/>
                  <a:pt x="41096" y="9"/>
                  <a:pt x="91800" y="9"/>
                </a:cubicBezTo>
                <a:lnTo>
                  <a:pt x="91809" y="9"/>
                </a:ln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Website:</a:t>
            </a:r>
          </a:p>
        </p:txBody>
      </p:sp>
      <p:sp>
        <p:nvSpPr>
          <p:cNvPr id="12" name="Text Placeholder 17">
            <a:extLst>
              <a:ext uri="{FF2B5EF4-FFF2-40B4-BE49-F238E27FC236}">
                <a16:creationId xmlns:a16="http://schemas.microsoft.com/office/drawing/2014/main" id="{20834839-1D45-744C-BF2E-82379D4F9E04}"/>
              </a:ext>
            </a:extLst>
          </p:cNvPr>
          <p:cNvSpPr>
            <a:spLocks noGrp="1"/>
          </p:cNvSpPr>
          <p:nvPr>
            <p:ph type="body" sz="quarter" idx="54" hasCustomPrompt="1"/>
          </p:nvPr>
        </p:nvSpPr>
        <p:spPr>
          <a:xfrm>
            <a:off x="8825539" y="3924886"/>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Telefonnummer</a:t>
            </a:r>
            <a:r>
              <a:rPr lang="en-US" dirty="0"/>
              <a:t>: </a:t>
            </a:r>
          </a:p>
        </p:txBody>
      </p:sp>
      <p:sp>
        <p:nvSpPr>
          <p:cNvPr id="13" name="Text Placeholder 17">
            <a:extLst>
              <a:ext uri="{FF2B5EF4-FFF2-40B4-BE49-F238E27FC236}">
                <a16:creationId xmlns:a16="http://schemas.microsoft.com/office/drawing/2014/main" id="{14A49946-AB2A-370E-ECB1-626D50C7F6EC}"/>
              </a:ext>
            </a:extLst>
          </p:cNvPr>
          <p:cNvSpPr>
            <a:spLocks noGrp="1"/>
          </p:cNvSpPr>
          <p:nvPr>
            <p:ph type="body" sz="quarter" idx="55" hasCustomPrompt="1"/>
          </p:nvPr>
        </p:nvSpPr>
        <p:spPr>
          <a:xfrm>
            <a:off x="8825539" y="4510740"/>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E-Mail:</a:t>
            </a:r>
          </a:p>
        </p:txBody>
      </p:sp>
      <p:sp>
        <p:nvSpPr>
          <p:cNvPr id="14" name="Text Placeholder 17">
            <a:extLst>
              <a:ext uri="{FF2B5EF4-FFF2-40B4-BE49-F238E27FC236}">
                <a16:creationId xmlns:a16="http://schemas.microsoft.com/office/drawing/2014/main" id="{EBF8ED57-DD8E-56B1-440D-0C39717B6E3A}"/>
              </a:ext>
            </a:extLst>
          </p:cNvPr>
          <p:cNvSpPr>
            <a:spLocks noGrp="1"/>
          </p:cNvSpPr>
          <p:nvPr>
            <p:ph type="body" sz="quarter" idx="56" hasCustomPrompt="1"/>
          </p:nvPr>
        </p:nvSpPr>
        <p:spPr>
          <a:xfrm>
            <a:off x="8825539" y="5096594"/>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Adresse</a:t>
            </a:r>
            <a:r>
              <a:rPr lang="en-US" dirty="0"/>
              <a:t>:</a:t>
            </a:r>
          </a:p>
        </p:txBody>
      </p:sp>
      <p:sp>
        <p:nvSpPr>
          <p:cNvPr id="16" name="Text Placeholder 17">
            <a:extLst>
              <a:ext uri="{FF2B5EF4-FFF2-40B4-BE49-F238E27FC236}">
                <a16:creationId xmlns:a16="http://schemas.microsoft.com/office/drawing/2014/main" id="{5DA97019-DBA9-DB5E-128C-353EF66F8278}"/>
              </a:ext>
            </a:extLst>
          </p:cNvPr>
          <p:cNvSpPr>
            <a:spLocks noGrp="1"/>
          </p:cNvSpPr>
          <p:nvPr>
            <p:ph type="body" sz="quarter" idx="57" hasCustomPrompt="1"/>
          </p:nvPr>
        </p:nvSpPr>
        <p:spPr>
          <a:xfrm>
            <a:off x="8825539" y="5682448"/>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Website:</a:t>
            </a:r>
          </a:p>
        </p:txBody>
      </p:sp>
      <p:sp>
        <p:nvSpPr>
          <p:cNvPr id="20" name="Text Placeholder 10">
            <a:extLst>
              <a:ext uri="{FF2B5EF4-FFF2-40B4-BE49-F238E27FC236}">
                <a16:creationId xmlns:a16="http://schemas.microsoft.com/office/drawing/2014/main" id="{879558B2-7942-BF17-4806-9CC86102CFFC}"/>
              </a:ext>
            </a:extLst>
          </p:cNvPr>
          <p:cNvSpPr>
            <a:spLocks noGrp="1"/>
          </p:cNvSpPr>
          <p:nvPr>
            <p:ph type="body" sz="quarter" idx="58" hasCustomPrompt="1"/>
          </p:nvPr>
        </p:nvSpPr>
        <p:spPr>
          <a:xfrm>
            <a:off x="8825539" y="3430004"/>
            <a:ext cx="29421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1" name="Picture Placeholder 15">
            <a:extLst>
              <a:ext uri="{FF2B5EF4-FFF2-40B4-BE49-F238E27FC236}">
                <a16:creationId xmlns:a16="http://schemas.microsoft.com/office/drawing/2014/main" id="{B0D78EB9-0A8F-71FD-3546-56F8D7B6418A}"/>
              </a:ext>
            </a:extLst>
          </p:cNvPr>
          <p:cNvSpPr>
            <a:spLocks noGrp="1"/>
          </p:cNvSpPr>
          <p:nvPr>
            <p:ph type="pic" sz="quarter" idx="59"/>
          </p:nvPr>
        </p:nvSpPr>
        <p:spPr>
          <a:xfrm>
            <a:off x="9418092" y="1489076"/>
            <a:ext cx="1757044" cy="1757044"/>
          </a:xfrm>
          <a:prstGeom prst="ellipse">
            <a:avLst/>
          </a:prstGeom>
        </p:spPr>
        <p:txBody>
          <a:bodyPr>
            <a:noAutofit/>
          </a:bodyPr>
          <a:lstStyle/>
          <a:p>
            <a:endParaRPr lang="en-GB"/>
          </a:p>
        </p:txBody>
      </p:sp>
      <p:sp>
        <p:nvSpPr>
          <p:cNvPr id="22" name="Text Placeholder 57">
            <a:extLst>
              <a:ext uri="{FF2B5EF4-FFF2-40B4-BE49-F238E27FC236}">
                <a16:creationId xmlns:a16="http://schemas.microsoft.com/office/drawing/2014/main" id="{D539B12A-193A-3CB0-89A6-BC014E1E05BD}"/>
              </a:ext>
            </a:extLst>
          </p:cNvPr>
          <p:cNvSpPr>
            <a:spLocks noGrp="1"/>
          </p:cNvSpPr>
          <p:nvPr>
            <p:ph type="body" sz="quarter" idx="60"/>
          </p:nvPr>
        </p:nvSpPr>
        <p:spPr>
          <a:xfrm>
            <a:off x="8930801" y="3978439"/>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23" name="Text Placeholder 58">
            <a:extLst>
              <a:ext uri="{FF2B5EF4-FFF2-40B4-BE49-F238E27FC236}">
                <a16:creationId xmlns:a16="http://schemas.microsoft.com/office/drawing/2014/main" id="{323EE51E-1F4E-5C93-4070-A69FDA05E517}"/>
              </a:ext>
            </a:extLst>
          </p:cNvPr>
          <p:cNvSpPr>
            <a:spLocks noGrp="1"/>
          </p:cNvSpPr>
          <p:nvPr>
            <p:ph type="body" sz="quarter" idx="61" hasCustomPrompt="1"/>
          </p:nvPr>
        </p:nvSpPr>
        <p:spPr>
          <a:xfrm>
            <a:off x="8930801" y="4564293"/>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E-Mail:</a:t>
            </a:r>
          </a:p>
        </p:txBody>
      </p:sp>
      <p:sp>
        <p:nvSpPr>
          <p:cNvPr id="24" name="Text Placeholder 59">
            <a:extLst>
              <a:ext uri="{FF2B5EF4-FFF2-40B4-BE49-F238E27FC236}">
                <a16:creationId xmlns:a16="http://schemas.microsoft.com/office/drawing/2014/main" id="{FB583472-BD7A-BFEE-B661-54F2C394F783}"/>
              </a:ext>
            </a:extLst>
          </p:cNvPr>
          <p:cNvSpPr>
            <a:spLocks noGrp="1"/>
          </p:cNvSpPr>
          <p:nvPr>
            <p:ph type="body" sz="quarter" idx="62"/>
          </p:nvPr>
        </p:nvSpPr>
        <p:spPr>
          <a:xfrm>
            <a:off x="8930801" y="5150147"/>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26" name="Text Placeholder 60">
            <a:extLst>
              <a:ext uri="{FF2B5EF4-FFF2-40B4-BE49-F238E27FC236}">
                <a16:creationId xmlns:a16="http://schemas.microsoft.com/office/drawing/2014/main" id="{5CBA2130-3A48-294F-CCD7-18820E713E74}"/>
              </a:ext>
            </a:extLst>
          </p:cNvPr>
          <p:cNvSpPr>
            <a:spLocks noGrp="1"/>
          </p:cNvSpPr>
          <p:nvPr>
            <p:ph type="body" sz="quarter" idx="63" hasCustomPrompt="1"/>
          </p:nvPr>
        </p:nvSpPr>
        <p:spPr>
          <a:xfrm>
            <a:off x="8930801" y="5736001"/>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Website:</a:t>
            </a:r>
          </a:p>
        </p:txBody>
      </p:sp>
      <p:sp>
        <p:nvSpPr>
          <p:cNvPr id="27" name="Text Placeholder 42">
            <a:extLst>
              <a:ext uri="{FF2B5EF4-FFF2-40B4-BE49-F238E27FC236}">
                <a16:creationId xmlns:a16="http://schemas.microsoft.com/office/drawing/2014/main" id="{4F97710C-99A5-B993-EAB9-FC1B097E359B}"/>
              </a:ext>
            </a:extLst>
          </p:cNvPr>
          <p:cNvSpPr>
            <a:spLocks noGrp="1"/>
          </p:cNvSpPr>
          <p:nvPr>
            <p:ph type="body" sz="quarter" idx="64"/>
          </p:nvPr>
        </p:nvSpPr>
        <p:spPr>
          <a:xfrm>
            <a:off x="9023109" y="4070440"/>
            <a:ext cx="169456" cy="170068"/>
          </a:xfrm>
          <a:custGeom>
            <a:avLst/>
            <a:gdLst>
              <a:gd name="csX0" fmla="*/ 44282 w 169456"/>
              <a:gd name="csY0" fmla="*/ 6504 h 170068"/>
              <a:gd name="csX1" fmla="*/ 13254 w 169456"/>
              <a:gd name="csY1" fmla="*/ 12965 h 170068"/>
              <a:gd name="csX2" fmla="*/ 10349 w 169456"/>
              <a:gd name="csY2" fmla="*/ 14360 h 170068"/>
              <a:gd name="csX3" fmla="*/ 8545 w 169456"/>
              <a:gd name="csY3" fmla="*/ 17042 h 170068"/>
              <a:gd name="csX4" fmla="*/ 8330 w 169456"/>
              <a:gd name="csY4" fmla="*/ 17690 h 170068"/>
              <a:gd name="csX5" fmla="*/ 8330 w 169456"/>
              <a:gd name="csY5" fmla="*/ 17688 h 170068"/>
              <a:gd name="csX6" fmla="*/ 8148 w 169456"/>
              <a:gd name="csY6" fmla="*/ 18369 h 170068"/>
              <a:gd name="csX7" fmla="*/ 8148 w 169456"/>
              <a:gd name="csY7" fmla="*/ 18385 h 170068"/>
              <a:gd name="csX8" fmla="*/ 8768 w 169456"/>
              <a:gd name="csY8" fmla="*/ 53978 h 170068"/>
              <a:gd name="csX9" fmla="*/ 48702 w 169456"/>
              <a:gd name="csY9" fmla="*/ 121202 h 170068"/>
              <a:gd name="csX10" fmla="*/ 115684 w 169456"/>
              <a:gd name="csY10" fmla="*/ 161272 h 170068"/>
              <a:gd name="csX11" fmla="*/ 151148 w 169456"/>
              <a:gd name="csY11" fmla="*/ 161894 h 170068"/>
              <a:gd name="csX12" fmla="*/ 151164 w 169456"/>
              <a:gd name="csY12" fmla="*/ 161894 h 170068"/>
              <a:gd name="csX13" fmla="*/ 151843 w 169456"/>
              <a:gd name="csY13" fmla="*/ 161712 h 170068"/>
              <a:gd name="csX14" fmla="*/ 151859 w 169456"/>
              <a:gd name="csY14" fmla="*/ 161712 h 170068"/>
              <a:gd name="csX15" fmla="*/ 152480 w 169456"/>
              <a:gd name="csY15" fmla="*/ 161504 h 170068"/>
              <a:gd name="csX16" fmla="*/ 155153 w 169456"/>
              <a:gd name="csY16" fmla="*/ 159694 h 170068"/>
              <a:gd name="csX17" fmla="*/ 156543 w 169456"/>
              <a:gd name="csY17" fmla="*/ 156779 h 170068"/>
              <a:gd name="csX18" fmla="*/ 162980 w 169456"/>
              <a:gd name="csY18" fmla="*/ 125638 h 170068"/>
              <a:gd name="csX19" fmla="*/ 162376 w 169456"/>
              <a:gd name="csY19" fmla="*/ 121295 h 170068"/>
              <a:gd name="csX20" fmla="*/ 159108 w 169456"/>
              <a:gd name="csY20" fmla="*/ 118388 h 170068"/>
              <a:gd name="csX21" fmla="*/ 159108 w 169456"/>
              <a:gd name="csY21" fmla="*/ 118380 h 170068"/>
              <a:gd name="csX22" fmla="*/ 126830 w 169456"/>
              <a:gd name="csY22" fmla="*/ 105275 h 170068"/>
              <a:gd name="csX23" fmla="*/ 122990 w 169456"/>
              <a:gd name="csY23" fmla="*/ 104935 h 170068"/>
              <a:gd name="csX24" fmla="*/ 119680 w 169456"/>
              <a:gd name="csY24" fmla="*/ 106912 h 170068"/>
              <a:gd name="csX25" fmla="*/ 108981 w 169456"/>
              <a:gd name="csY25" fmla="*/ 118762 h 170068"/>
              <a:gd name="csX26" fmla="*/ 101923 w 169456"/>
              <a:gd name="csY26" fmla="*/ 122698 h 170068"/>
              <a:gd name="csX27" fmla="*/ 93765 w 169456"/>
              <a:gd name="csY27" fmla="*/ 121577 h 170068"/>
              <a:gd name="csX28" fmla="*/ 67343 w 169456"/>
              <a:gd name="csY28" fmla="*/ 102510 h 170068"/>
              <a:gd name="csX29" fmla="*/ 48337 w 169456"/>
              <a:gd name="csY29" fmla="*/ 75978 h 170068"/>
              <a:gd name="csX30" fmla="*/ 47203 w 169456"/>
              <a:gd name="csY30" fmla="*/ 67782 h 170068"/>
              <a:gd name="csX31" fmla="*/ 51125 w 169456"/>
              <a:gd name="csY31" fmla="*/ 60690 h 170068"/>
              <a:gd name="csX32" fmla="*/ 62933 w 169456"/>
              <a:gd name="csY32" fmla="*/ 49952 h 170068"/>
              <a:gd name="csX33" fmla="*/ 64902 w 169456"/>
              <a:gd name="csY33" fmla="*/ 46630 h 170068"/>
              <a:gd name="csX34" fmla="*/ 64563 w 169456"/>
              <a:gd name="csY34" fmla="*/ 42777 h 170068"/>
              <a:gd name="csX35" fmla="*/ 51506 w 169456"/>
              <a:gd name="csY35" fmla="*/ 10374 h 170068"/>
              <a:gd name="csX36" fmla="*/ 48610 w 169456"/>
              <a:gd name="csY36" fmla="*/ 7110 h 170068"/>
              <a:gd name="csX37" fmla="*/ 44282 w 169456"/>
              <a:gd name="csY37" fmla="*/ 6504 h 170068"/>
              <a:gd name="csX38" fmla="*/ 42982 w 169456"/>
              <a:gd name="csY38" fmla="*/ 273 h 170068"/>
              <a:gd name="csX39" fmla="*/ 42999 w 169456"/>
              <a:gd name="csY39" fmla="*/ 273 h 170068"/>
              <a:gd name="csX40" fmla="*/ 51588 w 169456"/>
              <a:gd name="csY40" fmla="*/ 1502 h 170068"/>
              <a:gd name="csX41" fmla="*/ 57388 w 169456"/>
              <a:gd name="csY41" fmla="*/ 8005 h 170068"/>
              <a:gd name="csX42" fmla="*/ 70446 w 169456"/>
              <a:gd name="csY42" fmla="*/ 40408 h 170068"/>
              <a:gd name="csX43" fmla="*/ 71083 w 169456"/>
              <a:gd name="csY43" fmla="*/ 48057 h 170068"/>
              <a:gd name="csX44" fmla="*/ 67177 w 169456"/>
              <a:gd name="csY44" fmla="*/ 54667 h 170068"/>
              <a:gd name="csX45" fmla="*/ 55369 w 169456"/>
              <a:gd name="csY45" fmla="*/ 65405 h 170068"/>
              <a:gd name="csX46" fmla="*/ 53458 w 169456"/>
              <a:gd name="csY46" fmla="*/ 68876 h 170068"/>
              <a:gd name="csX47" fmla="*/ 54095 w 169456"/>
              <a:gd name="csY47" fmla="*/ 73336 h 170068"/>
              <a:gd name="csX48" fmla="*/ 71836 w 169456"/>
              <a:gd name="csY48" fmla="*/ 98001 h 170068"/>
              <a:gd name="csX49" fmla="*/ 96369 w 169456"/>
              <a:gd name="csY49" fmla="*/ 115764 h 170068"/>
              <a:gd name="csX50" fmla="*/ 100829 w 169456"/>
              <a:gd name="csY50" fmla="*/ 116412 h 170068"/>
              <a:gd name="csX51" fmla="*/ 104288 w 169456"/>
              <a:gd name="csY51" fmla="*/ 114493 h 170068"/>
              <a:gd name="csX52" fmla="*/ 114987 w 169456"/>
              <a:gd name="csY52" fmla="*/ 102643 h 170068"/>
              <a:gd name="csX53" fmla="*/ 121574 w 169456"/>
              <a:gd name="csY53" fmla="*/ 98723 h 170068"/>
              <a:gd name="csX54" fmla="*/ 129195 w 169456"/>
              <a:gd name="csY54" fmla="*/ 99363 h 170068"/>
              <a:gd name="csX55" fmla="*/ 161481 w 169456"/>
              <a:gd name="csY55" fmla="*/ 112467 h 170068"/>
              <a:gd name="csX56" fmla="*/ 161490 w 169456"/>
              <a:gd name="csY56" fmla="*/ 112467 h 170068"/>
              <a:gd name="csX57" fmla="*/ 167960 w 169456"/>
              <a:gd name="csY57" fmla="*/ 118289 h 170068"/>
              <a:gd name="csX58" fmla="*/ 169185 w 169456"/>
              <a:gd name="csY58" fmla="*/ 126917 h 170068"/>
              <a:gd name="csX59" fmla="*/ 162739 w 169456"/>
              <a:gd name="csY59" fmla="*/ 158075 h 170068"/>
              <a:gd name="csX60" fmla="*/ 159934 w 169456"/>
              <a:gd name="csY60" fmla="*/ 163855 h 170068"/>
              <a:gd name="csX61" fmla="*/ 154655 w 169456"/>
              <a:gd name="csY61" fmla="*/ 167484 h 170068"/>
              <a:gd name="csX62" fmla="*/ 153645 w 169456"/>
              <a:gd name="csY62" fmla="*/ 167816 h 170068"/>
              <a:gd name="csX63" fmla="*/ 152603 w 169456"/>
              <a:gd name="csY63" fmla="*/ 168098 h 170068"/>
              <a:gd name="csX64" fmla="*/ 114209 w 169456"/>
              <a:gd name="csY64" fmla="*/ 167475 h 170068"/>
              <a:gd name="csX65" fmla="*/ 44207 w 169456"/>
              <a:gd name="csY65" fmla="*/ 125705 h 170068"/>
              <a:gd name="csX66" fmla="*/ 2587 w 169456"/>
              <a:gd name="csY66" fmla="*/ 55441 h 170068"/>
              <a:gd name="csX67" fmla="*/ 1966 w 169456"/>
              <a:gd name="csY67" fmla="*/ 16908 h 170068"/>
              <a:gd name="csX68" fmla="*/ 1966 w 169456"/>
              <a:gd name="csY68" fmla="*/ 16907 h 170068"/>
              <a:gd name="csX69" fmla="*/ 2248 w 169456"/>
              <a:gd name="csY69" fmla="*/ 15861 h 170068"/>
              <a:gd name="csX70" fmla="*/ 2579 w 169456"/>
              <a:gd name="csY70" fmla="*/ 14847 h 170068"/>
              <a:gd name="csX71" fmla="*/ 6195 w 169456"/>
              <a:gd name="csY71" fmla="*/ 9549 h 170068"/>
              <a:gd name="csX72" fmla="*/ 11954 w 169456"/>
              <a:gd name="csY72" fmla="*/ 6734 h 170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69456" h="170068">
                <a:moveTo>
                  <a:pt x="44282" y="6504"/>
                </a:moveTo>
                <a:lnTo>
                  <a:pt x="13254" y="12965"/>
                </a:lnTo>
                <a:cubicBezTo>
                  <a:pt x="12120" y="13197"/>
                  <a:pt x="11135" y="13679"/>
                  <a:pt x="10349" y="14360"/>
                </a:cubicBezTo>
                <a:cubicBezTo>
                  <a:pt x="9563" y="15041"/>
                  <a:pt x="8943" y="15946"/>
                  <a:pt x="8545" y="17042"/>
                </a:cubicBezTo>
                <a:cubicBezTo>
                  <a:pt x="8463" y="17250"/>
                  <a:pt x="8396" y="17466"/>
                  <a:pt x="8330" y="17690"/>
                </a:cubicBezTo>
                <a:lnTo>
                  <a:pt x="8330" y="17688"/>
                </a:lnTo>
                <a:cubicBezTo>
                  <a:pt x="8263" y="17903"/>
                  <a:pt x="8205" y="18136"/>
                  <a:pt x="8148" y="18369"/>
                </a:cubicBezTo>
                <a:lnTo>
                  <a:pt x="8148" y="18385"/>
                </a:lnTo>
                <a:cubicBezTo>
                  <a:pt x="5467" y="29721"/>
                  <a:pt x="5897" y="41805"/>
                  <a:pt x="8768" y="53978"/>
                </a:cubicBezTo>
                <a:cubicBezTo>
                  <a:pt x="14378" y="77703"/>
                  <a:pt x="29272" y="101694"/>
                  <a:pt x="48702" y="121202"/>
                </a:cubicBezTo>
                <a:cubicBezTo>
                  <a:pt x="68130" y="140693"/>
                  <a:pt x="92044" y="155640"/>
                  <a:pt x="115684" y="161272"/>
                </a:cubicBezTo>
                <a:cubicBezTo>
                  <a:pt x="127814" y="164162"/>
                  <a:pt x="139853" y="164585"/>
                  <a:pt x="151148" y="161894"/>
                </a:cubicBezTo>
                <a:lnTo>
                  <a:pt x="151164" y="161894"/>
                </a:lnTo>
                <a:cubicBezTo>
                  <a:pt x="151396" y="161836"/>
                  <a:pt x="151628" y="161778"/>
                  <a:pt x="151843" y="161712"/>
                </a:cubicBezTo>
                <a:lnTo>
                  <a:pt x="151859" y="161712"/>
                </a:lnTo>
                <a:cubicBezTo>
                  <a:pt x="152033" y="161662"/>
                  <a:pt x="152240" y="161587"/>
                  <a:pt x="152480" y="161504"/>
                </a:cubicBezTo>
                <a:cubicBezTo>
                  <a:pt x="153572" y="161106"/>
                  <a:pt x="154474" y="160483"/>
                  <a:pt x="155153" y="159694"/>
                </a:cubicBezTo>
                <a:cubicBezTo>
                  <a:pt x="155831" y="158905"/>
                  <a:pt x="156311" y="157917"/>
                  <a:pt x="156543" y="156779"/>
                </a:cubicBezTo>
                <a:lnTo>
                  <a:pt x="162980" y="125638"/>
                </a:lnTo>
                <a:cubicBezTo>
                  <a:pt x="163303" y="124094"/>
                  <a:pt x="163055" y="122574"/>
                  <a:pt x="162376" y="121295"/>
                </a:cubicBezTo>
                <a:cubicBezTo>
                  <a:pt x="161698" y="120024"/>
                  <a:pt x="160573" y="118978"/>
                  <a:pt x="159108" y="118388"/>
                </a:cubicBezTo>
                <a:lnTo>
                  <a:pt x="159108" y="118380"/>
                </a:lnTo>
                <a:lnTo>
                  <a:pt x="126830" y="105275"/>
                </a:lnTo>
                <a:cubicBezTo>
                  <a:pt x="125547" y="104752"/>
                  <a:pt x="124215" y="104653"/>
                  <a:pt x="122990" y="104935"/>
                </a:cubicBezTo>
                <a:cubicBezTo>
                  <a:pt x="121757" y="105217"/>
                  <a:pt x="120607" y="105890"/>
                  <a:pt x="119680" y="106912"/>
                </a:cubicBezTo>
                <a:lnTo>
                  <a:pt x="108981" y="118762"/>
                </a:lnTo>
                <a:cubicBezTo>
                  <a:pt x="107020" y="120938"/>
                  <a:pt x="104555" y="122233"/>
                  <a:pt x="101923" y="122698"/>
                </a:cubicBezTo>
                <a:cubicBezTo>
                  <a:pt x="99242" y="123172"/>
                  <a:pt x="96404" y="122781"/>
                  <a:pt x="93765" y="121577"/>
                </a:cubicBezTo>
                <a:cubicBezTo>
                  <a:pt x="84679" y="117433"/>
                  <a:pt x="75379" y="110574"/>
                  <a:pt x="67343" y="102510"/>
                </a:cubicBezTo>
                <a:cubicBezTo>
                  <a:pt x="59308" y="94446"/>
                  <a:pt x="52474" y="85104"/>
                  <a:pt x="48337" y="75978"/>
                </a:cubicBezTo>
                <a:cubicBezTo>
                  <a:pt x="47129" y="73313"/>
                  <a:pt x="46731" y="70464"/>
                  <a:pt x="47203" y="67782"/>
                </a:cubicBezTo>
                <a:cubicBezTo>
                  <a:pt x="47666" y="65133"/>
                  <a:pt x="48957" y="62658"/>
                  <a:pt x="51125" y="60690"/>
                </a:cubicBezTo>
                <a:lnTo>
                  <a:pt x="62933" y="49952"/>
                </a:lnTo>
                <a:cubicBezTo>
                  <a:pt x="63951" y="49030"/>
                  <a:pt x="64613" y="47868"/>
                  <a:pt x="64902" y="46630"/>
                </a:cubicBezTo>
                <a:cubicBezTo>
                  <a:pt x="65184" y="45393"/>
                  <a:pt x="65084" y="44064"/>
                  <a:pt x="64563" y="42777"/>
                </a:cubicBezTo>
                <a:lnTo>
                  <a:pt x="51506" y="10374"/>
                </a:lnTo>
                <a:cubicBezTo>
                  <a:pt x="50918" y="8920"/>
                  <a:pt x="49876" y="7791"/>
                  <a:pt x="48610" y="7110"/>
                </a:cubicBezTo>
                <a:cubicBezTo>
                  <a:pt x="47335" y="6429"/>
                  <a:pt x="45821" y="6188"/>
                  <a:pt x="44282" y="6504"/>
                </a:cubicBezTo>
                <a:close/>
                <a:moveTo>
                  <a:pt x="42982" y="273"/>
                </a:moveTo>
                <a:lnTo>
                  <a:pt x="42999" y="273"/>
                </a:lnTo>
                <a:cubicBezTo>
                  <a:pt x="46019" y="-358"/>
                  <a:pt x="49031" y="132"/>
                  <a:pt x="51588" y="1502"/>
                </a:cubicBezTo>
                <a:cubicBezTo>
                  <a:pt x="54145" y="2872"/>
                  <a:pt x="56230" y="5123"/>
                  <a:pt x="57388" y="8005"/>
                </a:cubicBezTo>
                <a:lnTo>
                  <a:pt x="70446" y="40408"/>
                </a:lnTo>
                <a:cubicBezTo>
                  <a:pt x="71455" y="42924"/>
                  <a:pt x="71654" y="45574"/>
                  <a:pt x="71083" y="48057"/>
                </a:cubicBezTo>
                <a:cubicBezTo>
                  <a:pt x="70520" y="50531"/>
                  <a:pt x="69196" y="52832"/>
                  <a:pt x="67177" y="54667"/>
                </a:cubicBezTo>
                <a:lnTo>
                  <a:pt x="55369" y="65405"/>
                </a:lnTo>
                <a:cubicBezTo>
                  <a:pt x="54319" y="66360"/>
                  <a:pt x="53690" y="67572"/>
                  <a:pt x="53458" y="68876"/>
                </a:cubicBezTo>
                <a:cubicBezTo>
                  <a:pt x="53210" y="70313"/>
                  <a:pt x="53433" y="71865"/>
                  <a:pt x="54095" y="73336"/>
                </a:cubicBezTo>
                <a:cubicBezTo>
                  <a:pt x="57901" y="81723"/>
                  <a:pt x="64289" y="90418"/>
                  <a:pt x="71836" y="98001"/>
                </a:cubicBezTo>
                <a:cubicBezTo>
                  <a:pt x="79374" y="105566"/>
                  <a:pt x="88012" y="111952"/>
                  <a:pt x="96369" y="115764"/>
                </a:cubicBezTo>
                <a:cubicBezTo>
                  <a:pt x="97850" y="116437"/>
                  <a:pt x="99406" y="116669"/>
                  <a:pt x="100829" y="116412"/>
                </a:cubicBezTo>
                <a:cubicBezTo>
                  <a:pt x="102129" y="116187"/>
                  <a:pt x="103337" y="115548"/>
                  <a:pt x="104288" y="114493"/>
                </a:cubicBezTo>
                <a:lnTo>
                  <a:pt x="114987" y="102643"/>
                </a:lnTo>
                <a:cubicBezTo>
                  <a:pt x="116808" y="100625"/>
                  <a:pt x="119108" y="99296"/>
                  <a:pt x="121574" y="98723"/>
                </a:cubicBezTo>
                <a:cubicBezTo>
                  <a:pt x="124048" y="98150"/>
                  <a:pt x="126687" y="98349"/>
                  <a:pt x="129195" y="99363"/>
                </a:cubicBezTo>
                <a:lnTo>
                  <a:pt x="161481" y="112467"/>
                </a:lnTo>
                <a:lnTo>
                  <a:pt x="161490" y="112467"/>
                </a:lnTo>
                <a:cubicBezTo>
                  <a:pt x="164353" y="113630"/>
                  <a:pt x="166595" y="115722"/>
                  <a:pt x="167960" y="118289"/>
                </a:cubicBezTo>
                <a:cubicBezTo>
                  <a:pt x="169325" y="120846"/>
                  <a:pt x="169814" y="123877"/>
                  <a:pt x="169185" y="126917"/>
                </a:cubicBezTo>
                <a:lnTo>
                  <a:pt x="162739" y="158075"/>
                </a:lnTo>
                <a:cubicBezTo>
                  <a:pt x="162284" y="160284"/>
                  <a:pt x="161316" y="162243"/>
                  <a:pt x="159934" y="163855"/>
                </a:cubicBezTo>
                <a:cubicBezTo>
                  <a:pt x="158552" y="165466"/>
                  <a:pt x="156756" y="166711"/>
                  <a:pt x="154655" y="167484"/>
                </a:cubicBezTo>
                <a:cubicBezTo>
                  <a:pt x="154365" y="167592"/>
                  <a:pt x="154026" y="167700"/>
                  <a:pt x="153645" y="167816"/>
                </a:cubicBezTo>
                <a:cubicBezTo>
                  <a:pt x="153306" y="167915"/>
                  <a:pt x="152958" y="168015"/>
                  <a:pt x="152603" y="168098"/>
                </a:cubicBezTo>
                <a:cubicBezTo>
                  <a:pt x="140299" y="171030"/>
                  <a:pt x="127266" y="170581"/>
                  <a:pt x="114209" y="167475"/>
                </a:cubicBezTo>
                <a:cubicBezTo>
                  <a:pt x="89402" y="161563"/>
                  <a:pt x="64421" y="145993"/>
                  <a:pt x="44207" y="125705"/>
                </a:cubicBezTo>
                <a:cubicBezTo>
                  <a:pt x="23992" y="105417"/>
                  <a:pt x="8478" y="80346"/>
                  <a:pt x="2587" y="55441"/>
                </a:cubicBezTo>
                <a:cubicBezTo>
                  <a:pt x="-516" y="42336"/>
                  <a:pt x="-955" y="29257"/>
                  <a:pt x="1966" y="16908"/>
                </a:cubicBezTo>
                <a:lnTo>
                  <a:pt x="1966" y="16907"/>
                </a:lnTo>
                <a:cubicBezTo>
                  <a:pt x="2049" y="16550"/>
                  <a:pt x="2140" y="16201"/>
                  <a:pt x="2248" y="15861"/>
                </a:cubicBezTo>
                <a:cubicBezTo>
                  <a:pt x="2347" y="15520"/>
                  <a:pt x="2463" y="15180"/>
                  <a:pt x="2579" y="14847"/>
                </a:cubicBezTo>
                <a:cubicBezTo>
                  <a:pt x="3348" y="12738"/>
                  <a:pt x="4590" y="10936"/>
                  <a:pt x="6195" y="9549"/>
                </a:cubicBezTo>
                <a:cubicBezTo>
                  <a:pt x="7800" y="8162"/>
                  <a:pt x="9753" y="7191"/>
                  <a:pt x="11954" y="6734"/>
                </a:cubicBezTo>
                <a:close/>
              </a:path>
            </a:pathLst>
          </a:custGeom>
          <a:solidFill>
            <a:schemeClr val="bg1"/>
          </a:solidFill>
          <a:effectLst/>
        </p:spPr>
        <p:txBody>
          <a:bodyPr vert="horz" wrap="square" lIns="144000" tIns="144000" rIns="144000" bIns="144000" rtlCol="0" anchor="ctr">
            <a:noAutofit/>
          </a:bodyPr>
          <a:lstStyle>
            <a:lvl1pPr>
              <a:buNone/>
              <a:defRPr lang="en-US" sz="100" smtClean="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endParaRPr lang="en-US" dirty="0"/>
          </a:p>
        </p:txBody>
      </p:sp>
      <p:sp>
        <p:nvSpPr>
          <p:cNvPr id="28" name="Text Placeholder 46">
            <a:extLst>
              <a:ext uri="{FF2B5EF4-FFF2-40B4-BE49-F238E27FC236}">
                <a16:creationId xmlns:a16="http://schemas.microsoft.com/office/drawing/2014/main" id="{64D2FF41-F7DC-93B1-F9F5-0789DDF0658E}"/>
              </a:ext>
            </a:extLst>
          </p:cNvPr>
          <p:cNvSpPr>
            <a:spLocks noGrp="1"/>
          </p:cNvSpPr>
          <p:nvPr>
            <p:ph type="body" sz="quarter" idx="65" hasCustomPrompt="1"/>
          </p:nvPr>
        </p:nvSpPr>
        <p:spPr>
          <a:xfrm>
            <a:off x="9029660" y="4689028"/>
            <a:ext cx="156354" cy="104600"/>
          </a:xfrm>
          <a:custGeom>
            <a:avLst/>
            <a:gdLst>
              <a:gd name="csX0" fmla="*/ 7272 w 156354"/>
              <a:gd name="csY0" fmla="*/ 11102 h 104600"/>
              <a:gd name="csX1" fmla="*/ 7272 w 156354"/>
              <a:gd name="csY1" fmla="*/ 97386 h 104600"/>
              <a:gd name="csX2" fmla="*/ 149082 w 156354"/>
              <a:gd name="csY2" fmla="*/ 97386 h 104600"/>
              <a:gd name="csX3" fmla="*/ 149082 w 156354"/>
              <a:gd name="csY3" fmla="*/ 11102 h 104600"/>
              <a:gd name="csX4" fmla="*/ 80450 w 156354"/>
              <a:gd name="csY4" fmla="*/ 65879 h 104600"/>
              <a:gd name="csX5" fmla="*/ 75904 w 156354"/>
              <a:gd name="csY5" fmla="*/ 65879 h 104600"/>
              <a:gd name="csX6" fmla="*/ 13976 w 156354"/>
              <a:gd name="csY6" fmla="*/ 7214 h 104600"/>
              <a:gd name="csX7" fmla="*/ 78177 w 156354"/>
              <a:gd name="csY7" fmla="*/ 58502 h 104600"/>
              <a:gd name="csX8" fmla="*/ 142378 w 156354"/>
              <a:gd name="csY8" fmla="*/ 7214 h 104600"/>
              <a:gd name="csX9" fmla="*/ 3636 w 156354"/>
              <a:gd name="csY9" fmla="*/ 0 h 104600"/>
              <a:gd name="csX10" fmla="*/ 152718 w 156354"/>
              <a:gd name="csY10" fmla="*/ 0 h 104600"/>
              <a:gd name="csX11" fmla="*/ 156354 w 156354"/>
              <a:gd name="csY11" fmla="*/ 3607 h 104600"/>
              <a:gd name="csX12" fmla="*/ 156354 w 156354"/>
              <a:gd name="csY12" fmla="*/ 100993 h 104600"/>
              <a:gd name="csX13" fmla="*/ 152718 w 156354"/>
              <a:gd name="csY13" fmla="*/ 104600 h 104600"/>
              <a:gd name="csX14" fmla="*/ 3636 w 156354"/>
              <a:gd name="csY14" fmla="*/ 104600 h 104600"/>
              <a:gd name="csX15" fmla="*/ 0 w 156354"/>
              <a:gd name="csY15" fmla="*/ 100993 h 104600"/>
              <a:gd name="csX16" fmla="*/ 0 w 156354"/>
              <a:gd name="csY16" fmla="*/ 3607 h 104600"/>
              <a:gd name="csX17" fmla="*/ 3636 w 156354"/>
              <a:gd name="csY17" fmla="*/ 0 h 104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6354" h="104600">
                <a:moveTo>
                  <a:pt x="7272" y="11102"/>
                </a:moveTo>
                <a:lnTo>
                  <a:pt x="7272" y="97386"/>
                </a:lnTo>
                <a:lnTo>
                  <a:pt x="149082" y="97386"/>
                </a:lnTo>
                <a:lnTo>
                  <a:pt x="149082" y="11102"/>
                </a:lnTo>
                <a:lnTo>
                  <a:pt x="80450" y="65879"/>
                </a:lnTo>
                <a:cubicBezTo>
                  <a:pt x="79121" y="66943"/>
                  <a:pt x="77233" y="66943"/>
                  <a:pt x="75904" y="65879"/>
                </a:cubicBezTo>
                <a:close/>
                <a:moveTo>
                  <a:pt x="13976" y="7214"/>
                </a:moveTo>
                <a:lnTo>
                  <a:pt x="78177" y="58502"/>
                </a:lnTo>
                <a:lnTo>
                  <a:pt x="142378" y="7214"/>
                </a:lnTo>
                <a:close/>
                <a:moveTo>
                  <a:pt x="3636" y="0"/>
                </a:moveTo>
                <a:lnTo>
                  <a:pt x="152718" y="0"/>
                </a:lnTo>
                <a:cubicBezTo>
                  <a:pt x="154726" y="0"/>
                  <a:pt x="156354" y="1616"/>
                  <a:pt x="156354" y="3607"/>
                </a:cubicBezTo>
                <a:lnTo>
                  <a:pt x="156354" y="100993"/>
                </a:lnTo>
                <a:cubicBezTo>
                  <a:pt x="156354" y="102995"/>
                  <a:pt x="154726" y="104600"/>
                  <a:pt x="152718" y="104600"/>
                </a:cubicBezTo>
                <a:lnTo>
                  <a:pt x="3636" y="104600"/>
                </a:lnTo>
                <a:cubicBezTo>
                  <a:pt x="1628" y="104600"/>
                  <a:pt x="0" y="102995"/>
                  <a:pt x="0" y="100993"/>
                </a:cubicBezTo>
                <a:lnTo>
                  <a:pt x="0" y="3607"/>
                </a:lnTo>
                <a:cubicBezTo>
                  <a:pt x="0" y="1616"/>
                  <a:pt x="1628" y="0"/>
                  <a:pt x="3636" y="0"/>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E-Mail:</a:t>
            </a:r>
          </a:p>
        </p:txBody>
      </p:sp>
      <p:sp>
        <p:nvSpPr>
          <p:cNvPr id="29" name="Text Placeholder 47">
            <a:extLst>
              <a:ext uri="{FF2B5EF4-FFF2-40B4-BE49-F238E27FC236}">
                <a16:creationId xmlns:a16="http://schemas.microsoft.com/office/drawing/2014/main" id="{59F66C56-E656-6E1F-9414-1CD7A0482A20}"/>
              </a:ext>
            </a:extLst>
          </p:cNvPr>
          <p:cNvSpPr>
            <a:spLocks noGrp="1"/>
          </p:cNvSpPr>
          <p:nvPr>
            <p:ph type="body" sz="quarter" idx="66"/>
          </p:nvPr>
        </p:nvSpPr>
        <p:spPr>
          <a:xfrm>
            <a:off x="9038553" y="5247830"/>
            <a:ext cx="138568" cy="158705"/>
          </a:xfrm>
          <a:custGeom>
            <a:avLst/>
            <a:gdLst>
              <a:gd name="csX0" fmla="*/ 47720 w 138568"/>
              <a:gd name="csY0" fmla="*/ 92965 h 158705"/>
              <a:gd name="csX1" fmla="*/ 47720 w 138568"/>
              <a:gd name="csY1" fmla="*/ 151120 h 158705"/>
              <a:gd name="csX2" fmla="*/ 90851 w 138568"/>
              <a:gd name="csY2" fmla="*/ 151120 h 158705"/>
              <a:gd name="csX3" fmla="*/ 90851 w 138568"/>
              <a:gd name="csY3" fmla="*/ 92965 h 158705"/>
              <a:gd name="csX4" fmla="*/ 69284 w 138568"/>
              <a:gd name="csY4" fmla="*/ 8544 h 158705"/>
              <a:gd name="csX5" fmla="*/ 7560 w 138568"/>
              <a:gd name="csY5" fmla="*/ 55192 h 158705"/>
              <a:gd name="csX6" fmla="*/ 7560 w 138568"/>
              <a:gd name="csY6" fmla="*/ 151120 h 158705"/>
              <a:gd name="csX7" fmla="*/ 40162 w 138568"/>
              <a:gd name="csY7" fmla="*/ 151120 h 158705"/>
              <a:gd name="csX8" fmla="*/ 40162 w 138568"/>
              <a:gd name="csY8" fmla="*/ 89173 h 158705"/>
              <a:gd name="csX9" fmla="*/ 43941 w 138568"/>
              <a:gd name="csY9" fmla="*/ 85380 h 158705"/>
              <a:gd name="csX10" fmla="*/ 94630 w 138568"/>
              <a:gd name="csY10" fmla="*/ 85380 h 158705"/>
              <a:gd name="csX11" fmla="*/ 98409 w 138568"/>
              <a:gd name="csY11" fmla="*/ 89173 h 158705"/>
              <a:gd name="csX12" fmla="*/ 98409 w 138568"/>
              <a:gd name="csY12" fmla="*/ 151120 h 158705"/>
              <a:gd name="csX13" fmla="*/ 131011 w 138568"/>
              <a:gd name="csY13" fmla="*/ 151120 h 158705"/>
              <a:gd name="csX14" fmla="*/ 131009 w 138568"/>
              <a:gd name="csY14" fmla="*/ 55192 h 158705"/>
              <a:gd name="csX15" fmla="*/ 67010 w 138568"/>
              <a:gd name="csY15" fmla="*/ 762 h 158705"/>
              <a:gd name="csX16" fmla="*/ 71560 w 138568"/>
              <a:gd name="csY16" fmla="*/ 762 h 158705"/>
              <a:gd name="csX17" fmla="*/ 137066 w 138568"/>
              <a:gd name="csY17" fmla="*/ 50269 h 158705"/>
              <a:gd name="csX18" fmla="*/ 137064 w 138568"/>
              <a:gd name="csY18" fmla="*/ 50270 h 158705"/>
              <a:gd name="csX19" fmla="*/ 138568 w 138568"/>
              <a:gd name="csY19" fmla="*/ 53304 h 158705"/>
              <a:gd name="csX20" fmla="*/ 138568 w 138568"/>
              <a:gd name="csY20" fmla="*/ 154912 h 158705"/>
              <a:gd name="csX21" fmla="*/ 134789 w 138568"/>
              <a:gd name="csY21" fmla="*/ 158705 h 158705"/>
              <a:gd name="csX22" fmla="*/ 3779 w 138568"/>
              <a:gd name="csY22" fmla="*/ 158705 h 158705"/>
              <a:gd name="csX23" fmla="*/ 0 w 138568"/>
              <a:gd name="csY23" fmla="*/ 154912 h 158705"/>
              <a:gd name="csX24" fmla="*/ 0 w 138568"/>
              <a:gd name="csY24" fmla="*/ 53296 h 158705"/>
              <a:gd name="csX25" fmla="*/ 1504 w 138568"/>
              <a:gd name="csY25" fmla="*/ 50269 h 1587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8568" h="158705">
                <a:moveTo>
                  <a:pt x="47720" y="92965"/>
                </a:moveTo>
                <a:lnTo>
                  <a:pt x="47720" y="151120"/>
                </a:lnTo>
                <a:lnTo>
                  <a:pt x="90851" y="151120"/>
                </a:lnTo>
                <a:lnTo>
                  <a:pt x="90851" y="92965"/>
                </a:lnTo>
                <a:close/>
                <a:moveTo>
                  <a:pt x="69284" y="8544"/>
                </a:moveTo>
                <a:lnTo>
                  <a:pt x="7560" y="55192"/>
                </a:lnTo>
                <a:lnTo>
                  <a:pt x="7560" y="151120"/>
                </a:lnTo>
                <a:lnTo>
                  <a:pt x="40162" y="151120"/>
                </a:lnTo>
                <a:lnTo>
                  <a:pt x="40162" y="89173"/>
                </a:lnTo>
                <a:cubicBezTo>
                  <a:pt x="40162" y="87079"/>
                  <a:pt x="41855" y="85380"/>
                  <a:pt x="43941" y="85380"/>
                </a:cubicBezTo>
                <a:lnTo>
                  <a:pt x="94630" y="85380"/>
                </a:lnTo>
                <a:cubicBezTo>
                  <a:pt x="96716" y="85380"/>
                  <a:pt x="98409" y="87079"/>
                  <a:pt x="98409" y="89173"/>
                </a:cubicBezTo>
                <a:lnTo>
                  <a:pt x="98409" y="151120"/>
                </a:lnTo>
                <a:lnTo>
                  <a:pt x="131011" y="151120"/>
                </a:lnTo>
                <a:lnTo>
                  <a:pt x="131009" y="55192"/>
                </a:lnTo>
                <a:close/>
                <a:moveTo>
                  <a:pt x="67010" y="762"/>
                </a:moveTo>
                <a:cubicBezTo>
                  <a:pt x="68363" y="-254"/>
                  <a:pt x="70215" y="-254"/>
                  <a:pt x="71560" y="762"/>
                </a:cubicBezTo>
                <a:lnTo>
                  <a:pt x="137066" y="50269"/>
                </a:lnTo>
                <a:lnTo>
                  <a:pt x="137064" y="50270"/>
                </a:lnTo>
                <a:cubicBezTo>
                  <a:pt x="138016" y="50990"/>
                  <a:pt x="138568" y="52113"/>
                  <a:pt x="138568" y="53304"/>
                </a:cubicBezTo>
                <a:lnTo>
                  <a:pt x="138568" y="154912"/>
                </a:lnTo>
                <a:cubicBezTo>
                  <a:pt x="138568" y="157006"/>
                  <a:pt x="136875" y="158705"/>
                  <a:pt x="134789" y="158705"/>
                </a:cubicBezTo>
                <a:lnTo>
                  <a:pt x="3779" y="158705"/>
                </a:lnTo>
                <a:cubicBezTo>
                  <a:pt x="1693" y="158705"/>
                  <a:pt x="0" y="157006"/>
                  <a:pt x="0" y="154912"/>
                </a:cubicBezTo>
                <a:lnTo>
                  <a:pt x="0" y="53296"/>
                </a:lnTo>
                <a:cubicBezTo>
                  <a:pt x="0" y="52105"/>
                  <a:pt x="559" y="50982"/>
                  <a:pt x="1504" y="50269"/>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endParaRPr lang="en-US" dirty="0"/>
          </a:p>
        </p:txBody>
      </p:sp>
      <p:sp>
        <p:nvSpPr>
          <p:cNvPr id="30" name="Text Placeholder 48">
            <a:extLst>
              <a:ext uri="{FF2B5EF4-FFF2-40B4-BE49-F238E27FC236}">
                <a16:creationId xmlns:a16="http://schemas.microsoft.com/office/drawing/2014/main" id="{2FBB717B-E346-6F1C-1EB5-DD66691CE407}"/>
              </a:ext>
            </a:extLst>
          </p:cNvPr>
          <p:cNvSpPr>
            <a:spLocks noGrp="1"/>
          </p:cNvSpPr>
          <p:nvPr>
            <p:ph type="body" sz="quarter" idx="67" hasCustomPrompt="1"/>
          </p:nvPr>
        </p:nvSpPr>
        <p:spPr>
          <a:xfrm>
            <a:off x="9016028" y="5820895"/>
            <a:ext cx="183618" cy="184282"/>
          </a:xfrm>
          <a:custGeom>
            <a:avLst/>
            <a:gdLst>
              <a:gd name="csX0" fmla="*/ 138423 w 183618"/>
              <a:gd name="csY0" fmla="*/ 143458 h 184282"/>
              <a:gd name="csX1" fmla="*/ 129506 w 183618"/>
              <a:gd name="csY1" fmla="*/ 165898 h 184282"/>
              <a:gd name="csX2" fmla="*/ 152500 w 183618"/>
              <a:gd name="csY2" fmla="*/ 148341 h 184282"/>
              <a:gd name="csX3" fmla="*/ 152509 w 183618"/>
              <a:gd name="csY3" fmla="*/ 148341 h 184282"/>
              <a:gd name="csX4" fmla="*/ 138441 w 183618"/>
              <a:gd name="csY4" fmla="*/ 143467 h 184282"/>
              <a:gd name="csX5" fmla="*/ 138423 w 183618"/>
              <a:gd name="csY5" fmla="*/ 143467 h 184282"/>
              <a:gd name="csX6" fmla="*/ 45174 w 183618"/>
              <a:gd name="csY6" fmla="*/ 143458 h 184282"/>
              <a:gd name="csX7" fmla="*/ 31115 w 183618"/>
              <a:gd name="csY7" fmla="*/ 148350 h 184282"/>
              <a:gd name="csX8" fmla="*/ 31124 w 183618"/>
              <a:gd name="csY8" fmla="*/ 148350 h 184282"/>
              <a:gd name="csX9" fmla="*/ 54100 w 183618"/>
              <a:gd name="csY9" fmla="*/ 165898 h 184282"/>
              <a:gd name="csX10" fmla="*/ 54109 w 183618"/>
              <a:gd name="csY10" fmla="*/ 165898 h 184282"/>
              <a:gd name="csX11" fmla="*/ 45192 w 183618"/>
              <a:gd name="csY11" fmla="*/ 143467 h 184282"/>
              <a:gd name="csX12" fmla="*/ 87255 w 183618"/>
              <a:gd name="csY12" fmla="*/ 137454 h 184282"/>
              <a:gd name="csX13" fmla="*/ 54064 w 183618"/>
              <a:gd name="csY13" fmla="*/ 141259 h 184282"/>
              <a:gd name="csX14" fmla="*/ 54073 w 183618"/>
              <a:gd name="csY14" fmla="*/ 141259 h 184282"/>
              <a:gd name="csX15" fmla="*/ 68822 w 183618"/>
              <a:gd name="csY15" fmla="*/ 171769 h 184282"/>
              <a:gd name="csX16" fmla="*/ 68830 w 183618"/>
              <a:gd name="csY16" fmla="*/ 171769 h 184282"/>
              <a:gd name="csX17" fmla="*/ 87264 w 183618"/>
              <a:gd name="csY17" fmla="*/ 174892 h 184282"/>
              <a:gd name="csX18" fmla="*/ 87264 w 183618"/>
              <a:gd name="csY18" fmla="*/ 137462 h 184282"/>
              <a:gd name="csX19" fmla="*/ 87255 w 183618"/>
              <a:gd name="csY19" fmla="*/ 137462 h 184282"/>
              <a:gd name="csX20" fmla="*/ 96351 w 183618"/>
              <a:gd name="csY20" fmla="*/ 137453 h 184282"/>
              <a:gd name="csX21" fmla="*/ 96350 w 183618"/>
              <a:gd name="csY21" fmla="*/ 174892 h 184282"/>
              <a:gd name="csX22" fmla="*/ 114775 w 183618"/>
              <a:gd name="csY22" fmla="*/ 171768 h 184282"/>
              <a:gd name="csX23" fmla="*/ 114793 w 183618"/>
              <a:gd name="csY23" fmla="*/ 171768 h 184282"/>
              <a:gd name="csX24" fmla="*/ 129541 w 183618"/>
              <a:gd name="csY24" fmla="*/ 141250 h 184282"/>
              <a:gd name="csX25" fmla="*/ 129550 w 183618"/>
              <a:gd name="csY25" fmla="*/ 141250 h 184282"/>
              <a:gd name="csX26" fmla="*/ 96360 w 183618"/>
              <a:gd name="csY26" fmla="*/ 137462 h 184282"/>
              <a:gd name="csX27" fmla="*/ 96351 w 183618"/>
              <a:gd name="csY27" fmla="*/ 137462 h 184282"/>
              <a:gd name="csX28" fmla="*/ 96353 w 183618"/>
              <a:gd name="csY28" fmla="*/ 96709 h 184282"/>
              <a:gd name="csX29" fmla="*/ 96351 w 183618"/>
              <a:gd name="csY29" fmla="*/ 128199 h 184282"/>
              <a:gd name="csX30" fmla="*/ 96360 w 183618"/>
              <a:gd name="csY30" fmla="*/ 128190 h 184282"/>
              <a:gd name="csX31" fmla="*/ 131886 w 183618"/>
              <a:gd name="csY31" fmla="*/ 132373 h 184282"/>
              <a:gd name="csX32" fmla="*/ 136197 w 183618"/>
              <a:gd name="csY32" fmla="*/ 96709 h 184282"/>
              <a:gd name="csX33" fmla="*/ 47422 w 183618"/>
              <a:gd name="csY33" fmla="*/ 96708 h 184282"/>
              <a:gd name="csX34" fmla="*/ 51733 w 183618"/>
              <a:gd name="csY34" fmla="*/ 132371 h 184282"/>
              <a:gd name="csX35" fmla="*/ 87259 w 183618"/>
              <a:gd name="csY35" fmla="*/ 128197 h 184282"/>
              <a:gd name="csX36" fmla="*/ 87268 w 183618"/>
              <a:gd name="csY36" fmla="*/ 128188 h 184282"/>
              <a:gd name="csX37" fmla="*/ 87268 w 183618"/>
              <a:gd name="csY37" fmla="*/ 96709 h 184282"/>
              <a:gd name="csX38" fmla="*/ 47440 w 183618"/>
              <a:gd name="csY38" fmla="*/ 96709 h 184282"/>
              <a:gd name="csX39" fmla="*/ 174243 w 183618"/>
              <a:gd name="csY39" fmla="*/ 96700 h 184282"/>
              <a:gd name="csX40" fmla="*/ 145435 w 183618"/>
              <a:gd name="csY40" fmla="*/ 96709 h 184282"/>
              <a:gd name="csX41" fmla="*/ 145426 w 183618"/>
              <a:gd name="csY41" fmla="*/ 96709 h 184282"/>
              <a:gd name="csX42" fmla="*/ 145426 w 183618"/>
              <a:gd name="csY42" fmla="*/ 96701 h 184282"/>
              <a:gd name="csX43" fmla="*/ 140757 w 183618"/>
              <a:gd name="csY43" fmla="*/ 134588 h 184282"/>
              <a:gd name="csX44" fmla="*/ 140775 w 183618"/>
              <a:gd name="csY44" fmla="*/ 134588 h 184282"/>
              <a:gd name="csX45" fmla="*/ 158564 w 183618"/>
              <a:gd name="csY45" fmla="*/ 140917 h 184282"/>
              <a:gd name="csX46" fmla="*/ 158573 w 183618"/>
              <a:gd name="csY46" fmla="*/ 140917 h 184282"/>
              <a:gd name="csX47" fmla="*/ 174261 w 183618"/>
              <a:gd name="csY47" fmla="*/ 96700 h 184282"/>
              <a:gd name="csX48" fmla="*/ 38208 w 183618"/>
              <a:gd name="csY48" fmla="*/ 96700 h 184282"/>
              <a:gd name="csX49" fmla="*/ 9347 w 183618"/>
              <a:gd name="csY49" fmla="*/ 96709 h 184282"/>
              <a:gd name="csX50" fmla="*/ 9356 w 183618"/>
              <a:gd name="csY50" fmla="*/ 96709 h 184282"/>
              <a:gd name="csX51" fmla="*/ 25043 w 183618"/>
              <a:gd name="csY51" fmla="*/ 140916 h 184282"/>
              <a:gd name="csX52" fmla="*/ 42850 w 183618"/>
              <a:gd name="csY52" fmla="*/ 134588 h 184282"/>
              <a:gd name="csX53" fmla="*/ 42859 w 183618"/>
              <a:gd name="csY53" fmla="*/ 134588 h 184282"/>
              <a:gd name="csX54" fmla="*/ 38190 w 183618"/>
              <a:gd name="csY54" fmla="*/ 96709 h 184282"/>
              <a:gd name="csX55" fmla="*/ 38208 w 183618"/>
              <a:gd name="csY55" fmla="*/ 96709 h 184282"/>
              <a:gd name="csX56" fmla="*/ 131878 w 183618"/>
              <a:gd name="csY56" fmla="*/ 51909 h 184282"/>
              <a:gd name="csX57" fmla="*/ 131880 w 183618"/>
              <a:gd name="csY57" fmla="*/ 51911 h 184282"/>
              <a:gd name="csX58" fmla="*/ 96345 w 183618"/>
              <a:gd name="csY58" fmla="*/ 56102 h 184282"/>
              <a:gd name="csX59" fmla="*/ 96354 w 183618"/>
              <a:gd name="csY59" fmla="*/ 56102 h 184282"/>
              <a:gd name="csX60" fmla="*/ 96354 w 183618"/>
              <a:gd name="csY60" fmla="*/ 87581 h 184282"/>
              <a:gd name="csX61" fmla="*/ 136198 w 183618"/>
              <a:gd name="csY61" fmla="*/ 87581 h 184282"/>
              <a:gd name="csX62" fmla="*/ 131896 w 183618"/>
              <a:gd name="csY62" fmla="*/ 51918 h 184282"/>
              <a:gd name="csX63" fmla="*/ 51724 w 183618"/>
              <a:gd name="csY63" fmla="*/ 51909 h 184282"/>
              <a:gd name="csX64" fmla="*/ 51724 w 183618"/>
              <a:gd name="csY64" fmla="*/ 51918 h 184282"/>
              <a:gd name="csX65" fmla="*/ 51724 w 183618"/>
              <a:gd name="csY65" fmla="*/ 51918 h 184282"/>
              <a:gd name="csX66" fmla="*/ 47424 w 183618"/>
              <a:gd name="csY66" fmla="*/ 87580 h 184282"/>
              <a:gd name="csX67" fmla="*/ 87267 w 183618"/>
              <a:gd name="csY67" fmla="*/ 87580 h 184282"/>
              <a:gd name="csX68" fmla="*/ 87267 w 183618"/>
              <a:gd name="csY68" fmla="*/ 56092 h 184282"/>
              <a:gd name="csX69" fmla="*/ 87276 w 183618"/>
              <a:gd name="csY69" fmla="*/ 56092 h 184282"/>
              <a:gd name="csX70" fmla="*/ 51742 w 183618"/>
              <a:gd name="csY70" fmla="*/ 51918 h 184282"/>
              <a:gd name="csX71" fmla="*/ 51724 w 183618"/>
              <a:gd name="csY71" fmla="*/ 51918 h 184282"/>
              <a:gd name="csX72" fmla="*/ 51725 w 183618"/>
              <a:gd name="csY72" fmla="*/ 51910 h 184282"/>
              <a:gd name="csX73" fmla="*/ 158565 w 183618"/>
              <a:gd name="csY73" fmla="*/ 43373 h 184282"/>
              <a:gd name="csX74" fmla="*/ 140749 w 183618"/>
              <a:gd name="csY74" fmla="*/ 49710 h 184282"/>
              <a:gd name="csX75" fmla="*/ 140758 w 183618"/>
              <a:gd name="csY75" fmla="*/ 49710 h 184282"/>
              <a:gd name="csX76" fmla="*/ 145427 w 183618"/>
              <a:gd name="csY76" fmla="*/ 87580 h 184282"/>
              <a:gd name="csX77" fmla="*/ 174262 w 183618"/>
              <a:gd name="csY77" fmla="*/ 87580 h 184282"/>
              <a:gd name="csX78" fmla="*/ 158584 w 183618"/>
              <a:gd name="csY78" fmla="*/ 43382 h 184282"/>
              <a:gd name="csX79" fmla="*/ 158584 w 183618"/>
              <a:gd name="csY79" fmla="*/ 43373 h 184282"/>
              <a:gd name="csX80" fmla="*/ 158566 w 183618"/>
              <a:gd name="csY80" fmla="*/ 43373 h 184282"/>
              <a:gd name="csX81" fmla="*/ 25036 w 183618"/>
              <a:gd name="csY81" fmla="*/ 43373 h 184282"/>
              <a:gd name="csX82" fmla="*/ 9357 w 183618"/>
              <a:gd name="csY82" fmla="*/ 87580 h 184282"/>
              <a:gd name="csX83" fmla="*/ 38192 w 183618"/>
              <a:gd name="csY83" fmla="*/ 87580 h 184282"/>
              <a:gd name="csX84" fmla="*/ 42861 w 183618"/>
              <a:gd name="csY84" fmla="*/ 49701 h 184282"/>
              <a:gd name="csX85" fmla="*/ 42870 w 183618"/>
              <a:gd name="csY85" fmla="*/ 49701 h 184282"/>
              <a:gd name="csX86" fmla="*/ 25045 w 183618"/>
              <a:gd name="csY86" fmla="*/ 43382 h 184282"/>
              <a:gd name="csX87" fmla="*/ 129516 w 183618"/>
              <a:gd name="csY87" fmla="*/ 18401 h 184282"/>
              <a:gd name="csX88" fmla="*/ 138433 w 183618"/>
              <a:gd name="csY88" fmla="*/ 40824 h 184282"/>
              <a:gd name="csX89" fmla="*/ 152493 w 183618"/>
              <a:gd name="csY89" fmla="*/ 35950 h 184282"/>
              <a:gd name="csX90" fmla="*/ 152511 w 183618"/>
              <a:gd name="csY90" fmla="*/ 35950 h 184282"/>
              <a:gd name="csX91" fmla="*/ 129525 w 183618"/>
              <a:gd name="csY91" fmla="*/ 18401 h 184282"/>
              <a:gd name="csX92" fmla="*/ 54094 w 183618"/>
              <a:gd name="csY92" fmla="*/ 18392 h 184282"/>
              <a:gd name="csX93" fmla="*/ 31118 w 183618"/>
              <a:gd name="csY93" fmla="*/ 35950 h 184282"/>
              <a:gd name="csX94" fmla="*/ 31127 w 183618"/>
              <a:gd name="csY94" fmla="*/ 35950 h 184282"/>
              <a:gd name="csX95" fmla="*/ 45186 w 183618"/>
              <a:gd name="csY95" fmla="*/ 40833 h 184282"/>
              <a:gd name="csX96" fmla="*/ 45186 w 183618"/>
              <a:gd name="csY96" fmla="*/ 40824 h 184282"/>
              <a:gd name="csX97" fmla="*/ 54112 w 183618"/>
              <a:gd name="csY97" fmla="*/ 18392 h 184282"/>
              <a:gd name="csX98" fmla="*/ 96353 w 183618"/>
              <a:gd name="csY98" fmla="*/ 9389 h 184282"/>
              <a:gd name="csX99" fmla="*/ 96353 w 183618"/>
              <a:gd name="csY99" fmla="*/ 46828 h 184282"/>
              <a:gd name="csX100" fmla="*/ 129534 w 183618"/>
              <a:gd name="csY100" fmla="*/ 43040 h 184282"/>
              <a:gd name="csX101" fmla="*/ 129543 w 183618"/>
              <a:gd name="csY101" fmla="*/ 43031 h 184282"/>
              <a:gd name="csX102" fmla="*/ 114804 w 183618"/>
              <a:gd name="csY102" fmla="*/ 12522 h 184282"/>
              <a:gd name="csX103" fmla="*/ 114813 w 183618"/>
              <a:gd name="csY103" fmla="*/ 12522 h 184282"/>
              <a:gd name="csX104" fmla="*/ 96362 w 183618"/>
              <a:gd name="csY104" fmla="*/ 9398 h 184282"/>
              <a:gd name="csX105" fmla="*/ 96362 w 183618"/>
              <a:gd name="csY105" fmla="*/ 9389 h 184282"/>
              <a:gd name="csX106" fmla="*/ 87257 w 183618"/>
              <a:gd name="csY106" fmla="*/ 9389 h 184282"/>
              <a:gd name="csX107" fmla="*/ 87257 w 183618"/>
              <a:gd name="csY107" fmla="*/ 9390 h 184282"/>
              <a:gd name="csX108" fmla="*/ 68806 w 183618"/>
              <a:gd name="csY108" fmla="*/ 12532 h 184282"/>
              <a:gd name="csX109" fmla="*/ 54076 w 183618"/>
              <a:gd name="csY109" fmla="*/ 43041 h 184282"/>
              <a:gd name="csX110" fmla="*/ 54085 w 183618"/>
              <a:gd name="csY110" fmla="*/ 43041 h 184282"/>
              <a:gd name="csX111" fmla="*/ 87266 w 183618"/>
              <a:gd name="csY111" fmla="*/ 46829 h 184282"/>
              <a:gd name="csX112" fmla="*/ 87266 w 183618"/>
              <a:gd name="csY112" fmla="*/ 9389 h 184282"/>
              <a:gd name="csX113" fmla="*/ 91809 w 183618"/>
              <a:gd name="csY113" fmla="*/ 0 h 184282"/>
              <a:gd name="csX114" fmla="*/ 183618 w 183618"/>
              <a:gd name="csY114" fmla="*/ 92141 h 184282"/>
              <a:gd name="csX115" fmla="*/ 91809 w 183618"/>
              <a:gd name="csY115" fmla="*/ 184282 h 184282"/>
              <a:gd name="csX116" fmla="*/ 0 w 183618"/>
              <a:gd name="csY116" fmla="*/ 92141 h 184282"/>
              <a:gd name="csX117" fmla="*/ 91800 w 183618"/>
              <a:gd name="csY117" fmla="*/ 9 h 184282"/>
              <a:gd name="csX118" fmla="*/ 91809 w 183618"/>
              <a:gd name="csY118" fmla="*/ 9 h 184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183618" h="184282">
                <a:moveTo>
                  <a:pt x="138423" y="143458"/>
                </a:moveTo>
                <a:cubicBezTo>
                  <a:pt x="136008" y="151662"/>
                  <a:pt x="133012" y="159220"/>
                  <a:pt x="129506" y="165898"/>
                </a:cubicBezTo>
                <a:cubicBezTo>
                  <a:pt x="138172" y="161428"/>
                  <a:pt x="145953" y="155459"/>
                  <a:pt x="152500" y="148341"/>
                </a:cubicBezTo>
                <a:lnTo>
                  <a:pt x="152509" y="148341"/>
                </a:lnTo>
                <a:cubicBezTo>
                  <a:pt x="148181" y="146519"/>
                  <a:pt x="143476" y="144885"/>
                  <a:pt x="138441" y="143467"/>
                </a:cubicBezTo>
                <a:lnTo>
                  <a:pt x="138423" y="143467"/>
                </a:lnTo>
                <a:close/>
                <a:moveTo>
                  <a:pt x="45174" y="143458"/>
                </a:moveTo>
                <a:cubicBezTo>
                  <a:pt x="40148" y="144885"/>
                  <a:pt x="35443" y="146519"/>
                  <a:pt x="31115" y="148350"/>
                </a:cubicBezTo>
                <a:lnTo>
                  <a:pt x="31124" y="148350"/>
                </a:lnTo>
                <a:cubicBezTo>
                  <a:pt x="37670" y="155459"/>
                  <a:pt x="45442" y="161419"/>
                  <a:pt x="54100" y="165898"/>
                </a:cubicBezTo>
                <a:lnTo>
                  <a:pt x="54109" y="165898"/>
                </a:lnTo>
                <a:cubicBezTo>
                  <a:pt x="50603" y="159229"/>
                  <a:pt x="47607" y="151662"/>
                  <a:pt x="45192" y="143467"/>
                </a:cubicBezTo>
                <a:close/>
                <a:moveTo>
                  <a:pt x="87255" y="137454"/>
                </a:moveTo>
                <a:cubicBezTo>
                  <a:pt x="75279" y="137732"/>
                  <a:pt x="64135" y="139078"/>
                  <a:pt x="54064" y="141259"/>
                </a:cubicBezTo>
                <a:lnTo>
                  <a:pt x="54073" y="141259"/>
                </a:lnTo>
                <a:cubicBezTo>
                  <a:pt x="57847" y="153816"/>
                  <a:pt x="62963" y="164202"/>
                  <a:pt x="68822" y="171769"/>
                </a:cubicBezTo>
                <a:lnTo>
                  <a:pt x="68830" y="171769"/>
                </a:lnTo>
                <a:cubicBezTo>
                  <a:pt x="74724" y="173483"/>
                  <a:pt x="80905" y="174551"/>
                  <a:pt x="87264" y="174892"/>
                </a:cubicBezTo>
                <a:lnTo>
                  <a:pt x="87264" y="137462"/>
                </a:lnTo>
                <a:lnTo>
                  <a:pt x="87255" y="137462"/>
                </a:lnTo>
                <a:close/>
                <a:moveTo>
                  <a:pt x="96351" y="137453"/>
                </a:moveTo>
                <a:lnTo>
                  <a:pt x="96350" y="174892"/>
                </a:lnTo>
                <a:cubicBezTo>
                  <a:pt x="102710" y="174551"/>
                  <a:pt x="108881" y="173483"/>
                  <a:pt x="114775" y="171768"/>
                </a:cubicBezTo>
                <a:lnTo>
                  <a:pt x="114793" y="171768"/>
                </a:lnTo>
                <a:cubicBezTo>
                  <a:pt x="120651" y="164202"/>
                  <a:pt x="125776" y="153816"/>
                  <a:pt x="129541" y="141250"/>
                </a:cubicBezTo>
                <a:lnTo>
                  <a:pt x="129550" y="141250"/>
                </a:lnTo>
                <a:cubicBezTo>
                  <a:pt x="119489" y="139078"/>
                  <a:pt x="108344" y="137731"/>
                  <a:pt x="96360" y="137462"/>
                </a:cubicBezTo>
                <a:lnTo>
                  <a:pt x="96351" y="137462"/>
                </a:lnTo>
                <a:close/>
                <a:moveTo>
                  <a:pt x="96353" y="96709"/>
                </a:moveTo>
                <a:lnTo>
                  <a:pt x="96351" y="128199"/>
                </a:lnTo>
                <a:lnTo>
                  <a:pt x="96360" y="128190"/>
                </a:lnTo>
                <a:cubicBezTo>
                  <a:pt x="108694" y="128477"/>
                  <a:pt x="120715" y="129922"/>
                  <a:pt x="131886" y="132373"/>
                </a:cubicBezTo>
                <a:cubicBezTo>
                  <a:pt x="134363" y="121662"/>
                  <a:pt x="135902" y="109662"/>
                  <a:pt x="136197" y="96709"/>
                </a:cubicBezTo>
                <a:close/>
                <a:moveTo>
                  <a:pt x="47422" y="96708"/>
                </a:moveTo>
                <a:cubicBezTo>
                  <a:pt x="47717" y="109670"/>
                  <a:pt x="49256" y="121662"/>
                  <a:pt x="51733" y="132371"/>
                </a:cubicBezTo>
                <a:cubicBezTo>
                  <a:pt x="62895" y="129921"/>
                  <a:pt x="74925" y="128475"/>
                  <a:pt x="87259" y="128197"/>
                </a:cubicBezTo>
                <a:lnTo>
                  <a:pt x="87268" y="128188"/>
                </a:lnTo>
                <a:lnTo>
                  <a:pt x="87268" y="96709"/>
                </a:lnTo>
                <a:lnTo>
                  <a:pt x="47440" y="96709"/>
                </a:lnTo>
                <a:close/>
                <a:moveTo>
                  <a:pt x="174243" y="96700"/>
                </a:moveTo>
                <a:lnTo>
                  <a:pt x="145435" y="96709"/>
                </a:lnTo>
                <a:lnTo>
                  <a:pt x="145426" y="96709"/>
                </a:lnTo>
                <a:lnTo>
                  <a:pt x="145426" y="96701"/>
                </a:lnTo>
                <a:cubicBezTo>
                  <a:pt x="145122" y="109895"/>
                  <a:pt x="143503" y="122749"/>
                  <a:pt x="140757" y="134588"/>
                </a:cubicBezTo>
                <a:lnTo>
                  <a:pt x="140775" y="134588"/>
                </a:lnTo>
                <a:cubicBezTo>
                  <a:pt x="147098" y="136366"/>
                  <a:pt x="153073" y="138484"/>
                  <a:pt x="158564" y="140917"/>
                </a:cubicBezTo>
                <a:lnTo>
                  <a:pt x="158573" y="140917"/>
                </a:lnTo>
                <a:cubicBezTo>
                  <a:pt x="167687" y="128377"/>
                  <a:pt x="173366" y="113181"/>
                  <a:pt x="174261" y="96700"/>
                </a:cubicBezTo>
                <a:close/>
                <a:moveTo>
                  <a:pt x="38208" y="96700"/>
                </a:moveTo>
                <a:lnTo>
                  <a:pt x="9347" y="96709"/>
                </a:lnTo>
                <a:lnTo>
                  <a:pt x="9356" y="96709"/>
                </a:lnTo>
                <a:cubicBezTo>
                  <a:pt x="10250" y="113180"/>
                  <a:pt x="15938" y="128376"/>
                  <a:pt x="25043" y="140916"/>
                </a:cubicBezTo>
                <a:cubicBezTo>
                  <a:pt x="30543" y="138484"/>
                  <a:pt x="36518" y="136365"/>
                  <a:pt x="42850" y="134588"/>
                </a:cubicBezTo>
                <a:lnTo>
                  <a:pt x="42859" y="134588"/>
                </a:lnTo>
                <a:cubicBezTo>
                  <a:pt x="40113" y="122758"/>
                  <a:pt x="38494" y="109904"/>
                  <a:pt x="38190" y="96709"/>
                </a:cubicBezTo>
                <a:lnTo>
                  <a:pt x="38208" y="96709"/>
                </a:lnTo>
                <a:close/>
                <a:moveTo>
                  <a:pt x="131878" y="51909"/>
                </a:moveTo>
                <a:lnTo>
                  <a:pt x="131880" y="51911"/>
                </a:lnTo>
                <a:cubicBezTo>
                  <a:pt x="120709" y="54361"/>
                  <a:pt x="108679" y="55806"/>
                  <a:pt x="96345" y="56102"/>
                </a:cubicBezTo>
                <a:lnTo>
                  <a:pt x="96354" y="56102"/>
                </a:lnTo>
                <a:lnTo>
                  <a:pt x="96354" y="87581"/>
                </a:lnTo>
                <a:lnTo>
                  <a:pt x="136198" y="87581"/>
                </a:lnTo>
                <a:cubicBezTo>
                  <a:pt x="135903" y="74619"/>
                  <a:pt x="134365" y="62627"/>
                  <a:pt x="131896" y="51918"/>
                </a:cubicBezTo>
                <a:close/>
                <a:moveTo>
                  <a:pt x="51724" y="51909"/>
                </a:moveTo>
                <a:lnTo>
                  <a:pt x="51724" y="51918"/>
                </a:lnTo>
                <a:lnTo>
                  <a:pt x="51724" y="51918"/>
                </a:lnTo>
                <a:lnTo>
                  <a:pt x="47424" y="87580"/>
                </a:lnTo>
                <a:lnTo>
                  <a:pt x="87267" y="87580"/>
                </a:lnTo>
                <a:lnTo>
                  <a:pt x="87267" y="56092"/>
                </a:lnTo>
                <a:lnTo>
                  <a:pt x="87276" y="56092"/>
                </a:lnTo>
                <a:cubicBezTo>
                  <a:pt x="74942" y="55805"/>
                  <a:pt x="62912" y="54360"/>
                  <a:pt x="51742" y="51918"/>
                </a:cubicBezTo>
                <a:lnTo>
                  <a:pt x="51724" y="51918"/>
                </a:lnTo>
                <a:lnTo>
                  <a:pt x="51725" y="51910"/>
                </a:lnTo>
                <a:close/>
                <a:moveTo>
                  <a:pt x="158565" y="43373"/>
                </a:moveTo>
                <a:cubicBezTo>
                  <a:pt x="153065" y="45806"/>
                  <a:pt x="147090" y="47924"/>
                  <a:pt x="140749" y="49710"/>
                </a:cubicBezTo>
                <a:lnTo>
                  <a:pt x="140758" y="49710"/>
                </a:lnTo>
                <a:cubicBezTo>
                  <a:pt x="143504" y="61540"/>
                  <a:pt x="145123" y="74385"/>
                  <a:pt x="145427" y="87580"/>
                </a:cubicBezTo>
                <a:lnTo>
                  <a:pt x="174262" y="87580"/>
                </a:lnTo>
                <a:cubicBezTo>
                  <a:pt x="173368" y="71099"/>
                  <a:pt x="167689" y="55903"/>
                  <a:pt x="158584" y="43382"/>
                </a:cubicBezTo>
                <a:lnTo>
                  <a:pt x="158584" y="43373"/>
                </a:lnTo>
                <a:lnTo>
                  <a:pt x="158566" y="43373"/>
                </a:lnTo>
                <a:close/>
                <a:moveTo>
                  <a:pt x="25036" y="43373"/>
                </a:moveTo>
                <a:cubicBezTo>
                  <a:pt x="15931" y="55903"/>
                  <a:pt x="10251" y="71099"/>
                  <a:pt x="9357" y="87580"/>
                </a:cubicBezTo>
                <a:lnTo>
                  <a:pt x="38192" y="87580"/>
                </a:lnTo>
                <a:cubicBezTo>
                  <a:pt x="38497" y="74385"/>
                  <a:pt x="40115" y="61531"/>
                  <a:pt x="42861" y="49701"/>
                </a:cubicBezTo>
                <a:lnTo>
                  <a:pt x="42870" y="49701"/>
                </a:lnTo>
                <a:cubicBezTo>
                  <a:pt x="36529" y="47924"/>
                  <a:pt x="30554" y="45805"/>
                  <a:pt x="25045" y="43382"/>
                </a:cubicBezTo>
                <a:close/>
                <a:moveTo>
                  <a:pt x="129516" y="18401"/>
                </a:moveTo>
                <a:cubicBezTo>
                  <a:pt x="133022" y="25062"/>
                  <a:pt x="136009" y="32629"/>
                  <a:pt x="138433" y="40824"/>
                </a:cubicBezTo>
                <a:cubicBezTo>
                  <a:pt x="143460" y="39405"/>
                  <a:pt x="148164" y="37763"/>
                  <a:pt x="152493" y="35950"/>
                </a:cubicBezTo>
                <a:lnTo>
                  <a:pt x="152511" y="35950"/>
                </a:lnTo>
                <a:cubicBezTo>
                  <a:pt x="145964" y="28832"/>
                  <a:pt x="138192" y="22862"/>
                  <a:pt x="129525" y="18401"/>
                </a:cubicBezTo>
                <a:close/>
                <a:moveTo>
                  <a:pt x="54094" y="18392"/>
                </a:moveTo>
                <a:cubicBezTo>
                  <a:pt x="45437" y="22862"/>
                  <a:pt x="37665" y="28823"/>
                  <a:pt x="31118" y="35950"/>
                </a:cubicBezTo>
                <a:lnTo>
                  <a:pt x="31127" y="35950"/>
                </a:lnTo>
                <a:cubicBezTo>
                  <a:pt x="35464" y="37763"/>
                  <a:pt x="40160" y="39405"/>
                  <a:pt x="45186" y="40833"/>
                </a:cubicBezTo>
                <a:lnTo>
                  <a:pt x="45186" y="40824"/>
                </a:lnTo>
                <a:cubicBezTo>
                  <a:pt x="47610" y="32629"/>
                  <a:pt x="50606" y="25062"/>
                  <a:pt x="54112" y="18392"/>
                </a:cubicBezTo>
                <a:close/>
                <a:moveTo>
                  <a:pt x="96353" y="9389"/>
                </a:moveTo>
                <a:lnTo>
                  <a:pt x="96353" y="46828"/>
                </a:lnTo>
                <a:cubicBezTo>
                  <a:pt x="108329" y="46550"/>
                  <a:pt x="119464" y="45203"/>
                  <a:pt x="129534" y="43040"/>
                </a:cubicBezTo>
                <a:lnTo>
                  <a:pt x="129543" y="43031"/>
                </a:lnTo>
                <a:cubicBezTo>
                  <a:pt x="125778" y="30474"/>
                  <a:pt x="120662" y="20089"/>
                  <a:pt x="114804" y="12522"/>
                </a:cubicBezTo>
                <a:lnTo>
                  <a:pt x="114813" y="12522"/>
                </a:lnTo>
                <a:cubicBezTo>
                  <a:pt x="108910" y="10807"/>
                  <a:pt x="102730" y="9739"/>
                  <a:pt x="96362" y="9398"/>
                </a:cubicBezTo>
                <a:lnTo>
                  <a:pt x="96362" y="9389"/>
                </a:lnTo>
                <a:close/>
                <a:moveTo>
                  <a:pt x="87257" y="9389"/>
                </a:moveTo>
                <a:lnTo>
                  <a:pt x="87257" y="9390"/>
                </a:lnTo>
                <a:cubicBezTo>
                  <a:pt x="80880" y="9740"/>
                  <a:pt x="74709" y="10808"/>
                  <a:pt x="68806" y="12532"/>
                </a:cubicBezTo>
                <a:cubicBezTo>
                  <a:pt x="62957" y="20098"/>
                  <a:pt x="57841" y="30474"/>
                  <a:pt x="54076" y="43041"/>
                </a:cubicBezTo>
                <a:lnTo>
                  <a:pt x="54085" y="43041"/>
                </a:lnTo>
                <a:cubicBezTo>
                  <a:pt x="64154" y="45204"/>
                  <a:pt x="75290" y="46551"/>
                  <a:pt x="87266" y="46829"/>
                </a:cubicBezTo>
                <a:lnTo>
                  <a:pt x="87266" y="9389"/>
                </a:lnTo>
                <a:close/>
                <a:moveTo>
                  <a:pt x="91809" y="0"/>
                </a:moveTo>
                <a:cubicBezTo>
                  <a:pt x="142512" y="0"/>
                  <a:pt x="183618" y="41254"/>
                  <a:pt x="183618" y="92141"/>
                </a:cubicBezTo>
                <a:cubicBezTo>
                  <a:pt x="183618" y="143028"/>
                  <a:pt x="142512" y="184282"/>
                  <a:pt x="91809" y="184282"/>
                </a:cubicBezTo>
                <a:cubicBezTo>
                  <a:pt x="41105" y="184282"/>
                  <a:pt x="0" y="143028"/>
                  <a:pt x="0" y="92141"/>
                </a:cubicBezTo>
                <a:cubicBezTo>
                  <a:pt x="0" y="41254"/>
                  <a:pt x="41096" y="9"/>
                  <a:pt x="91800" y="9"/>
                </a:cubicBezTo>
                <a:lnTo>
                  <a:pt x="91809" y="9"/>
                </a:ln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Website:</a:t>
            </a:r>
          </a:p>
        </p:txBody>
      </p:sp>
    </p:spTree>
    <p:extLst>
      <p:ext uri="{BB962C8B-B14F-4D97-AF65-F5344CB8AC3E}">
        <p14:creationId xmlns:p14="http://schemas.microsoft.com/office/powerpoint/2010/main" val="19857433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bschluss">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228524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16" name="Circle: Hollow 15">
            <a:extLst>
              <a:ext uri="{FF2B5EF4-FFF2-40B4-BE49-F238E27FC236}">
                <a16:creationId xmlns:a16="http://schemas.microsoft.com/office/drawing/2014/main" id="{CBE08881-E042-B25B-8B94-E94B4D3D423A}"/>
              </a:ext>
            </a:extLst>
          </p:cNvPr>
          <p:cNvSpPr/>
          <p:nvPr userDrawn="1"/>
        </p:nvSpPr>
        <p:spPr>
          <a:xfrm>
            <a:off x="-5196841" y="1661160"/>
            <a:ext cx="10393680" cy="10393680"/>
          </a:xfrm>
          <a:prstGeom prst="donut">
            <a:avLst>
              <a:gd name="adj" fmla="val 21545"/>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solidFill>
                <a:schemeClr val="tx1"/>
              </a:solidFill>
            </a:endParaRPr>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4503419" y="1545232"/>
            <a:ext cx="3185162" cy="111522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716405" y="3123923"/>
            <a:ext cx="8759190" cy="1588127"/>
          </a:xfrm>
        </p:spPr>
        <p:txBody>
          <a:bodyPr>
            <a:noAutofit/>
          </a:bodyPr>
          <a:lstStyle>
            <a:lvl1pPr algn="ctr">
              <a:buNone/>
              <a:defRPr sz="54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716406" y="4971137"/>
            <a:ext cx="8759189" cy="341632"/>
          </a:xfrm>
        </p:spPr>
        <p:txBody>
          <a:bodyPr anchor="ctr">
            <a:noAutofit/>
          </a:bodyPr>
          <a:lstStyle>
            <a:lvl1pPr algn="ctr">
              <a:buNone/>
              <a:defRPr sz="1800">
                <a:solidFill>
                  <a:schemeClr val="bg2"/>
                </a:solidFill>
              </a:defRPr>
            </a:lvl1pPr>
          </a:lstStyle>
          <a:p>
            <a:pPr lvl="0"/>
            <a:r>
              <a:rPr lang="en-US" dirty="0"/>
              <a:t>Lorem ipsum dolor </a:t>
            </a:r>
          </a:p>
        </p:txBody>
      </p:sp>
      <p:sp>
        <p:nvSpPr>
          <p:cNvPr id="17" name="Rectangle 16">
            <a:extLst>
              <a:ext uri="{FF2B5EF4-FFF2-40B4-BE49-F238E27FC236}">
                <a16:creationId xmlns:a16="http://schemas.microsoft.com/office/drawing/2014/main" id="{BE9CB645-7585-3980-08F3-8714FFC9872F}"/>
              </a:ext>
            </a:extLst>
          </p:cNvPr>
          <p:cNvSpPr/>
          <p:nvPr userDrawn="1"/>
        </p:nvSpPr>
        <p:spPr>
          <a:xfrm rot="16200000">
            <a:off x="6027736" y="715961"/>
            <a:ext cx="136527" cy="1219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298422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vent Prozes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1729253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 name="Text Placeholder 16">
            <a:extLst>
              <a:ext uri="{FF2B5EF4-FFF2-40B4-BE49-F238E27FC236}">
                <a16:creationId xmlns:a16="http://schemas.microsoft.com/office/drawing/2014/main" id="{54D51D21-859D-98B7-D6B7-11EF8984FE55}"/>
              </a:ext>
            </a:extLst>
          </p:cNvPr>
          <p:cNvSpPr>
            <a:spLocks noGrp="1"/>
          </p:cNvSpPr>
          <p:nvPr>
            <p:ph type="body" sz="quarter" idx="20"/>
          </p:nvPr>
        </p:nvSpPr>
        <p:spPr>
          <a:xfrm>
            <a:off x="6380066" y="1990864"/>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7" name="Text Placeholder 16">
            <a:extLst>
              <a:ext uri="{FF2B5EF4-FFF2-40B4-BE49-F238E27FC236}">
                <a16:creationId xmlns:a16="http://schemas.microsoft.com/office/drawing/2014/main" id="{18B7EE59-A4DA-BA79-D03C-A13340D9C1D5}"/>
              </a:ext>
            </a:extLst>
          </p:cNvPr>
          <p:cNvSpPr>
            <a:spLocks noGrp="1"/>
          </p:cNvSpPr>
          <p:nvPr>
            <p:ph type="body" sz="quarter" idx="27"/>
          </p:nvPr>
        </p:nvSpPr>
        <p:spPr>
          <a:xfrm>
            <a:off x="6380066" y="2847007"/>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631285E4-01B4-8591-6298-48D6A85D1A5D}"/>
              </a:ext>
            </a:extLst>
          </p:cNvPr>
          <p:cNvSpPr>
            <a:spLocks noGrp="1"/>
          </p:cNvSpPr>
          <p:nvPr>
            <p:ph type="body" sz="quarter" idx="28"/>
          </p:nvPr>
        </p:nvSpPr>
        <p:spPr>
          <a:xfrm>
            <a:off x="6380066" y="3703151"/>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9" name="Text Placeholder 16">
            <a:extLst>
              <a:ext uri="{FF2B5EF4-FFF2-40B4-BE49-F238E27FC236}">
                <a16:creationId xmlns:a16="http://schemas.microsoft.com/office/drawing/2014/main" id="{DBD850FD-57DE-0711-E088-36BE41B90124}"/>
              </a:ext>
            </a:extLst>
          </p:cNvPr>
          <p:cNvSpPr>
            <a:spLocks noGrp="1"/>
          </p:cNvSpPr>
          <p:nvPr>
            <p:ph type="body" sz="quarter" idx="29"/>
          </p:nvPr>
        </p:nvSpPr>
        <p:spPr>
          <a:xfrm>
            <a:off x="6380066" y="4559295"/>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6612D762-7920-39F5-A3F7-6B965573AF2B}"/>
              </a:ext>
            </a:extLst>
          </p:cNvPr>
          <p:cNvSpPr>
            <a:spLocks noGrp="1"/>
          </p:cNvSpPr>
          <p:nvPr>
            <p:ph type="body" sz="quarter" idx="30"/>
          </p:nvPr>
        </p:nvSpPr>
        <p:spPr>
          <a:xfrm>
            <a:off x="6380066" y="5415438"/>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3" name="Text Placeholder 16">
            <a:extLst>
              <a:ext uri="{FF2B5EF4-FFF2-40B4-BE49-F238E27FC236}">
                <a16:creationId xmlns:a16="http://schemas.microsoft.com/office/drawing/2014/main" id="{6AB11128-1BEE-AE7E-78BF-5848778EB960}"/>
              </a:ext>
            </a:extLst>
          </p:cNvPr>
          <p:cNvSpPr>
            <a:spLocks noGrp="1"/>
          </p:cNvSpPr>
          <p:nvPr>
            <p:ph type="body" sz="quarter" idx="19"/>
          </p:nvPr>
        </p:nvSpPr>
        <p:spPr>
          <a:xfrm>
            <a:off x="431801" y="1990863"/>
            <a:ext cx="5373785" cy="41527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0">
            <a:extLst>
              <a:ext uri="{FF2B5EF4-FFF2-40B4-BE49-F238E27FC236}">
                <a16:creationId xmlns:a16="http://schemas.microsoft.com/office/drawing/2014/main" id="{D02CC726-C33A-0577-23E8-65F69B0459AB}"/>
              </a:ext>
            </a:extLst>
          </p:cNvPr>
          <p:cNvSpPr>
            <a:spLocks noGrp="1"/>
          </p:cNvSpPr>
          <p:nvPr>
            <p:ph type="body" sz="quarter" idx="12" hasCustomPrompt="1"/>
          </p:nvPr>
        </p:nvSpPr>
        <p:spPr>
          <a:xfrm>
            <a:off x="431800" y="1489076"/>
            <a:ext cx="537378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1" name="Text Placeholder 10">
            <a:extLst>
              <a:ext uri="{FF2B5EF4-FFF2-40B4-BE49-F238E27FC236}">
                <a16:creationId xmlns:a16="http://schemas.microsoft.com/office/drawing/2014/main" id="{1F13F419-9E2E-3DDF-7142-38EF42930AB1}"/>
              </a:ext>
            </a:extLst>
          </p:cNvPr>
          <p:cNvSpPr>
            <a:spLocks noGrp="1"/>
          </p:cNvSpPr>
          <p:nvPr>
            <p:ph type="body" sz="quarter" idx="13" hasCustomPrompt="1"/>
          </p:nvPr>
        </p:nvSpPr>
        <p:spPr>
          <a:xfrm>
            <a:off x="6380066" y="1489076"/>
            <a:ext cx="537378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cxnSp>
        <p:nvCxnSpPr>
          <p:cNvPr id="14" name="Straight Connector 13">
            <a:extLst>
              <a:ext uri="{FF2B5EF4-FFF2-40B4-BE49-F238E27FC236}">
                <a16:creationId xmlns:a16="http://schemas.microsoft.com/office/drawing/2014/main" id="{84D1D59B-E18B-6BBB-DC62-555E57E553E8}"/>
              </a:ext>
            </a:extLst>
          </p:cNvPr>
          <p:cNvCxnSpPr>
            <a:cxnSpLocks/>
          </p:cNvCxnSpPr>
          <p:nvPr userDrawn="1"/>
        </p:nvCxnSpPr>
        <p:spPr>
          <a:xfrm rot="16200000">
            <a:off x="3768726" y="3816351"/>
            <a:ext cx="465454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3BBD163-57AA-A10E-05FB-8B1D94C03D42}"/>
              </a:ext>
            </a:extLst>
          </p:cNvPr>
          <p:cNvSpPr/>
          <p:nvPr userDrawn="1"/>
        </p:nvSpPr>
        <p:spPr>
          <a:xfrm>
            <a:off x="5913906" y="3637431"/>
            <a:ext cx="357840" cy="357840"/>
          </a:xfrm>
          <a:prstGeom prst="ellipse">
            <a:avLst/>
          </a:prstGeom>
          <a:solidFill>
            <a:schemeClr val="accent2"/>
          </a:solid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p>
        </p:txBody>
      </p:sp>
      <p:sp>
        <p:nvSpPr>
          <p:cNvPr id="18" name="Graphic 16" descr="Caret Right with solid fill">
            <a:extLst>
              <a:ext uri="{FF2B5EF4-FFF2-40B4-BE49-F238E27FC236}">
                <a16:creationId xmlns:a16="http://schemas.microsoft.com/office/drawing/2014/main" id="{1B715220-13DF-950A-1F16-0FC8DB3A171A}"/>
              </a:ext>
            </a:extLst>
          </p:cNvPr>
          <p:cNvSpPr/>
          <p:nvPr/>
        </p:nvSpPr>
        <p:spPr>
          <a:xfrm>
            <a:off x="6052309" y="3716801"/>
            <a:ext cx="114491" cy="199101"/>
          </a:xfrm>
          <a:custGeom>
            <a:avLst/>
            <a:gdLst>
              <a:gd name="connsiteX0" fmla="*/ 14954 w 114491"/>
              <a:gd name="connsiteY0" fmla="*/ 199101 h 199101"/>
              <a:gd name="connsiteX1" fmla="*/ 4 w 114491"/>
              <a:gd name="connsiteY1" fmla="*/ 184155 h 199101"/>
              <a:gd name="connsiteX2" fmla="*/ 84595 w 114491"/>
              <a:gd name="connsiteY2" fmla="*/ 99563 h 199101"/>
              <a:gd name="connsiteX3" fmla="*/ 0 w 114491"/>
              <a:gd name="connsiteY3" fmla="*/ 14947 h 199101"/>
              <a:gd name="connsiteX4" fmla="*/ 14950 w 114491"/>
              <a:gd name="connsiteY4" fmla="*/ 0 h 199101"/>
              <a:gd name="connsiteX5" fmla="*/ 114492 w 114491"/>
              <a:gd name="connsiteY5" fmla="*/ 99563 h 199101"/>
              <a:gd name="connsiteX6" fmla="*/ 14954 w 114491"/>
              <a:gd name="connsiteY6" fmla="*/ 199101 h 19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491" h="199101">
                <a:moveTo>
                  <a:pt x="14954" y="199101"/>
                </a:moveTo>
                <a:lnTo>
                  <a:pt x="4" y="184155"/>
                </a:lnTo>
                <a:lnTo>
                  <a:pt x="84595" y="99563"/>
                </a:lnTo>
                <a:lnTo>
                  <a:pt x="0" y="14947"/>
                </a:lnTo>
                <a:lnTo>
                  <a:pt x="14950" y="0"/>
                </a:lnTo>
                <a:lnTo>
                  <a:pt x="114492" y="99563"/>
                </a:lnTo>
                <a:lnTo>
                  <a:pt x="14954" y="199101"/>
                </a:lnTo>
                <a:close/>
              </a:path>
            </a:pathLst>
          </a:custGeom>
          <a:solidFill>
            <a:schemeClr val="bg2"/>
          </a:solidFill>
          <a:ln w="3473" cap="flat">
            <a:noFill/>
            <a:prstDash val="solid"/>
            <a:miter/>
          </a:ln>
        </p:spPr>
        <p:txBody>
          <a:bodyPr rtlCol="0" anchor="ctr">
            <a:noAutofit/>
          </a:bodyPr>
          <a:lstStyle/>
          <a:p>
            <a:endParaRPr lang="en-GB"/>
          </a:p>
        </p:txBody>
      </p:sp>
      <p:sp>
        <p:nvSpPr>
          <p:cNvPr id="26" name="Text Placeholder 10">
            <a:extLst>
              <a:ext uri="{FF2B5EF4-FFF2-40B4-BE49-F238E27FC236}">
                <a16:creationId xmlns:a16="http://schemas.microsoft.com/office/drawing/2014/main" id="{7CD1464B-C91B-69D0-46AF-42EFC216789F}"/>
              </a:ext>
            </a:extLst>
          </p:cNvPr>
          <p:cNvSpPr>
            <a:spLocks noGrp="1"/>
          </p:cNvSpPr>
          <p:nvPr>
            <p:ph type="body" sz="quarter" idx="26" hasCustomPrompt="1"/>
          </p:nvPr>
        </p:nvSpPr>
        <p:spPr>
          <a:xfrm>
            <a:off x="6565693" y="2093394"/>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1" name="Text Placeholder 10">
            <a:extLst>
              <a:ext uri="{FF2B5EF4-FFF2-40B4-BE49-F238E27FC236}">
                <a16:creationId xmlns:a16="http://schemas.microsoft.com/office/drawing/2014/main" id="{26E566AD-BF54-733F-4726-5C4091C32B09}"/>
              </a:ext>
            </a:extLst>
          </p:cNvPr>
          <p:cNvSpPr>
            <a:spLocks noGrp="1"/>
          </p:cNvSpPr>
          <p:nvPr>
            <p:ph type="body" sz="quarter" idx="31" hasCustomPrompt="1"/>
          </p:nvPr>
        </p:nvSpPr>
        <p:spPr>
          <a:xfrm>
            <a:off x="6565693" y="2949538"/>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2" name="Text Placeholder 10">
            <a:extLst>
              <a:ext uri="{FF2B5EF4-FFF2-40B4-BE49-F238E27FC236}">
                <a16:creationId xmlns:a16="http://schemas.microsoft.com/office/drawing/2014/main" id="{2B0B8CF9-EB56-18C0-085A-2FE062959C30}"/>
              </a:ext>
            </a:extLst>
          </p:cNvPr>
          <p:cNvSpPr>
            <a:spLocks noGrp="1"/>
          </p:cNvSpPr>
          <p:nvPr>
            <p:ph type="body" sz="quarter" idx="32" hasCustomPrompt="1"/>
          </p:nvPr>
        </p:nvSpPr>
        <p:spPr>
          <a:xfrm>
            <a:off x="6565693" y="3805682"/>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3" name="Text Placeholder 10">
            <a:extLst>
              <a:ext uri="{FF2B5EF4-FFF2-40B4-BE49-F238E27FC236}">
                <a16:creationId xmlns:a16="http://schemas.microsoft.com/office/drawing/2014/main" id="{ABC84659-F623-7975-46D2-73677AF67DFE}"/>
              </a:ext>
            </a:extLst>
          </p:cNvPr>
          <p:cNvSpPr>
            <a:spLocks noGrp="1"/>
          </p:cNvSpPr>
          <p:nvPr>
            <p:ph type="body" sz="quarter" idx="33" hasCustomPrompt="1"/>
          </p:nvPr>
        </p:nvSpPr>
        <p:spPr>
          <a:xfrm>
            <a:off x="6565693" y="4661826"/>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4" name="Text Placeholder 10">
            <a:extLst>
              <a:ext uri="{FF2B5EF4-FFF2-40B4-BE49-F238E27FC236}">
                <a16:creationId xmlns:a16="http://schemas.microsoft.com/office/drawing/2014/main" id="{A8C7388D-271E-6483-98EB-7384BB2C210F}"/>
              </a:ext>
            </a:extLst>
          </p:cNvPr>
          <p:cNvSpPr>
            <a:spLocks noGrp="1"/>
          </p:cNvSpPr>
          <p:nvPr>
            <p:ph type="body" sz="quarter" idx="34" hasCustomPrompt="1"/>
          </p:nvPr>
        </p:nvSpPr>
        <p:spPr>
          <a:xfrm>
            <a:off x="6565693" y="5517968"/>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 name="Text Placeholder 8">
            <a:extLst>
              <a:ext uri="{FF2B5EF4-FFF2-40B4-BE49-F238E27FC236}">
                <a16:creationId xmlns:a16="http://schemas.microsoft.com/office/drawing/2014/main" id="{1932D3D3-C671-BA44-68DD-9E8AF846A70F}"/>
              </a:ext>
            </a:extLst>
          </p:cNvPr>
          <p:cNvSpPr>
            <a:spLocks noGrp="1"/>
          </p:cNvSpPr>
          <p:nvPr>
            <p:ph type="body" sz="quarter" idx="35"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12292740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vent 6 Textboxen mit Icon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630226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 Placeholder 17">
            <a:extLst>
              <a:ext uri="{FF2B5EF4-FFF2-40B4-BE49-F238E27FC236}">
                <a16:creationId xmlns:a16="http://schemas.microsoft.com/office/drawing/2014/main" id="{569BD7E6-9F9A-39E6-5DA9-A2BCB3155742}"/>
              </a:ext>
            </a:extLst>
          </p:cNvPr>
          <p:cNvSpPr>
            <a:spLocks noGrp="1"/>
          </p:cNvSpPr>
          <p:nvPr>
            <p:ph type="body" sz="quarter" idx="20"/>
          </p:nvPr>
        </p:nvSpPr>
        <p:spPr>
          <a:xfrm>
            <a:off x="431800" y="2039264"/>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tx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5" name="Text Placeholder 10">
            <a:extLst>
              <a:ext uri="{FF2B5EF4-FFF2-40B4-BE49-F238E27FC236}">
                <a16:creationId xmlns:a16="http://schemas.microsoft.com/office/drawing/2014/main" id="{664D06C3-BA68-0B05-B0FD-6B99B3E65C8C}"/>
              </a:ext>
            </a:extLst>
          </p:cNvPr>
          <p:cNvSpPr>
            <a:spLocks noGrp="1"/>
          </p:cNvSpPr>
          <p:nvPr>
            <p:ph type="body" sz="quarter" idx="28" hasCustomPrompt="1"/>
          </p:nvPr>
        </p:nvSpPr>
        <p:spPr>
          <a:xfrm>
            <a:off x="1708198" y="1489076"/>
            <a:ext cx="1100376" cy="1100376"/>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0" name="Text Placeholder 17">
            <a:extLst>
              <a:ext uri="{FF2B5EF4-FFF2-40B4-BE49-F238E27FC236}">
                <a16:creationId xmlns:a16="http://schemas.microsoft.com/office/drawing/2014/main" id="{BB0628B7-B840-2328-3CEB-93D61DDD4864}"/>
              </a:ext>
            </a:extLst>
          </p:cNvPr>
          <p:cNvSpPr>
            <a:spLocks noGrp="1"/>
          </p:cNvSpPr>
          <p:nvPr>
            <p:ph type="body" sz="quarter" idx="45"/>
          </p:nvPr>
        </p:nvSpPr>
        <p:spPr>
          <a:xfrm>
            <a:off x="4266239" y="2039264"/>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1" name="Text Placeholder 10">
            <a:extLst>
              <a:ext uri="{FF2B5EF4-FFF2-40B4-BE49-F238E27FC236}">
                <a16:creationId xmlns:a16="http://schemas.microsoft.com/office/drawing/2014/main" id="{C5BFABA8-53DE-AB38-FB26-2F1975D84423}"/>
              </a:ext>
            </a:extLst>
          </p:cNvPr>
          <p:cNvSpPr>
            <a:spLocks noGrp="1"/>
          </p:cNvSpPr>
          <p:nvPr>
            <p:ph type="body" sz="quarter" idx="46" hasCustomPrompt="1"/>
          </p:nvPr>
        </p:nvSpPr>
        <p:spPr>
          <a:xfrm>
            <a:off x="5542637" y="1489076"/>
            <a:ext cx="1100376" cy="110037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3" name="Text Placeholder 17">
            <a:extLst>
              <a:ext uri="{FF2B5EF4-FFF2-40B4-BE49-F238E27FC236}">
                <a16:creationId xmlns:a16="http://schemas.microsoft.com/office/drawing/2014/main" id="{6D8FDADC-84F7-7A5B-83E1-26D85CAE1B19}"/>
              </a:ext>
            </a:extLst>
          </p:cNvPr>
          <p:cNvSpPr>
            <a:spLocks noGrp="1"/>
          </p:cNvSpPr>
          <p:nvPr>
            <p:ph type="body" sz="quarter" idx="48"/>
          </p:nvPr>
        </p:nvSpPr>
        <p:spPr>
          <a:xfrm>
            <a:off x="8100678" y="2039264"/>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4" name="Text Placeholder 10">
            <a:extLst>
              <a:ext uri="{FF2B5EF4-FFF2-40B4-BE49-F238E27FC236}">
                <a16:creationId xmlns:a16="http://schemas.microsoft.com/office/drawing/2014/main" id="{2457F826-D45C-5F71-5608-F51C7A875C8F}"/>
              </a:ext>
            </a:extLst>
          </p:cNvPr>
          <p:cNvSpPr>
            <a:spLocks noGrp="1"/>
          </p:cNvSpPr>
          <p:nvPr>
            <p:ph type="body" sz="quarter" idx="49" hasCustomPrompt="1"/>
          </p:nvPr>
        </p:nvSpPr>
        <p:spPr>
          <a:xfrm>
            <a:off x="9377076" y="1489076"/>
            <a:ext cx="1100376" cy="1100376"/>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6" name="Text Placeholder 17">
            <a:extLst>
              <a:ext uri="{FF2B5EF4-FFF2-40B4-BE49-F238E27FC236}">
                <a16:creationId xmlns:a16="http://schemas.microsoft.com/office/drawing/2014/main" id="{C19C54E8-7CC1-74F4-462B-00CBC1ED9ADB}"/>
              </a:ext>
            </a:extLst>
          </p:cNvPr>
          <p:cNvSpPr>
            <a:spLocks noGrp="1"/>
          </p:cNvSpPr>
          <p:nvPr>
            <p:ph type="body" sz="quarter" idx="51"/>
          </p:nvPr>
        </p:nvSpPr>
        <p:spPr>
          <a:xfrm>
            <a:off x="431800" y="4458163"/>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7" name="Text Placeholder 10">
            <a:extLst>
              <a:ext uri="{FF2B5EF4-FFF2-40B4-BE49-F238E27FC236}">
                <a16:creationId xmlns:a16="http://schemas.microsoft.com/office/drawing/2014/main" id="{825CBCC4-1522-B137-6A5E-744584F52F66}"/>
              </a:ext>
            </a:extLst>
          </p:cNvPr>
          <p:cNvSpPr>
            <a:spLocks noGrp="1"/>
          </p:cNvSpPr>
          <p:nvPr>
            <p:ph type="body" sz="quarter" idx="52" hasCustomPrompt="1"/>
          </p:nvPr>
        </p:nvSpPr>
        <p:spPr>
          <a:xfrm>
            <a:off x="1708198" y="3907975"/>
            <a:ext cx="1100376" cy="110037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9" name="Text Placeholder 17">
            <a:extLst>
              <a:ext uri="{FF2B5EF4-FFF2-40B4-BE49-F238E27FC236}">
                <a16:creationId xmlns:a16="http://schemas.microsoft.com/office/drawing/2014/main" id="{92D4E220-31AA-E641-F3DD-A3EB43E5D9EE}"/>
              </a:ext>
            </a:extLst>
          </p:cNvPr>
          <p:cNvSpPr>
            <a:spLocks noGrp="1"/>
          </p:cNvSpPr>
          <p:nvPr>
            <p:ph type="body" sz="quarter" idx="54"/>
          </p:nvPr>
        </p:nvSpPr>
        <p:spPr>
          <a:xfrm>
            <a:off x="4266239" y="4458163"/>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30" name="Text Placeholder 10">
            <a:extLst>
              <a:ext uri="{FF2B5EF4-FFF2-40B4-BE49-F238E27FC236}">
                <a16:creationId xmlns:a16="http://schemas.microsoft.com/office/drawing/2014/main" id="{FD48A7AE-F2AA-A2F4-B5BD-8144B1542A29}"/>
              </a:ext>
            </a:extLst>
          </p:cNvPr>
          <p:cNvSpPr>
            <a:spLocks noGrp="1"/>
          </p:cNvSpPr>
          <p:nvPr>
            <p:ph type="body" sz="quarter" idx="55" hasCustomPrompt="1"/>
          </p:nvPr>
        </p:nvSpPr>
        <p:spPr>
          <a:xfrm>
            <a:off x="5542637" y="3907975"/>
            <a:ext cx="1100376" cy="1100376"/>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2" name="Text Placeholder 17">
            <a:extLst>
              <a:ext uri="{FF2B5EF4-FFF2-40B4-BE49-F238E27FC236}">
                <a16:creationId xmlns:a16="http://schemas.microsoft.com/office/drawing/2014/main" id="{C4998E87-D8B6-976D-3846-FF2163948F35}"/>
              </a:ext>
            </a:extLst>
          </p:cNvPr>
          <p:cNvSpPr>
            <a:spLocks noGrp="1"/>
          </p:cNvSpPr>
          <p:nvPr>
            <p:ph type="body" sz="quarter" idx="57"/>
          </p:nvPr>
        </p:nvSpPr>
        <p:spPr>
          <a:xfrm>
            <a:off x="8100678" y="4458163"/>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33" name="Text Placeholder 10">
            <a:extLst>
              <a:ext uri="{FF2B5EF4-FFF2-40B4-BE49-F238E27FC236}">
                <a16:creationId xmlns:a16="http://schemas.microsoft.com/office/drawing/2014/main" id="{93B8A6B9-1DE8-E6CD-D82F-FDCD38871AC0}"/>
              </a:ext>
            </a:extLst>
          </p:cNvPr>
          <p:cNvSpPr>
            <a:spLocks noGrp="1"/>
          </p:cNvSpPr>
          <p:nvPr>
            <p:ph type="body" sz="quarter" idx="58" hasCustomPrompt="1"/>
          </p:nvPr>
        </p:nvSpPr>
        <p:spPr>
          <a:xfrm>
            <a:off x="9377076" y="3907975"/>
            <a:ext cx="1100376" cy="110037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 name="Text Placeholder 8">
            <a:extLst>
              <a:ext uri="{FF2B5EF4-FFF2-40B4-BE49-F238E27FC236}">
                <a16:creationId xmlns:a16="http://schemas.microsoft.com/office/drawing/2014/main" id="{4A580D63-5F26-7143-C944-70C85B83B17A}"/>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59048443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vent Kategorien 01">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284158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ext Placeholder 17">
            <a:extLst>
              <a:ext uri="{FF2B5EF4-FFF2-40B4-BE49-F238E27FC236}">
                <a16:creationId xmlns:a16="http://schemas.microsoft.com/office/drawing/2014/main" id="{84FA7129-B7FA-F2DE-FE83-A836041A7A18}"/>
              </a:ext>
            </a:extLst>
          </p:cNvPr>
          <p:cNvSpPr>
            <a:spLocks noGrp="1"/>
          </p:cNvSpPr>
          <p:nvPr>
            <p:ph type="body" sz="quarter" idx="22"/>
          </p:nvPr>
        </p:nvSpPr>
        <p:spPr>
          <a:xfrm>
            <a:off x="6729427" y="1489075"/>
            <a:ext cx="2412109"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accent1"/>
          </a:solidFill>
          <a:effectLst/>
        </p:spPr>
        <p:txBody>
          <a:bodyPr vert="horz" lIns="251999" tIns="3348000" rIns="251999" bIns="144000" rtlCol="0" anchor="t">
            <a:noAutofit/>
          </a:bodyPr>
          <a:lstStyle>
            <a:lvl1pPr marL="0" indent="0">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998537" y="626351"/>
            <a:ext cx="114300" cy="12477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9" name="Text Placeholder 17">
            <a:extLst>
              <a:ext uri="{FF2B5EF4-FFF2-40B4-BE49-F238E27FC236}">
                <a16:creationId xmlns:a16="http://schemas.microsoft.com/office/drawing/2014/main" id="{E4DF7A59-72E9-409E-895F-FCDB42CE0B6C}"/>
              </a:ext>
            </a:extLst>
          </p:cNvPr>
          <p:cNvSpPr>
            <a:spLocks noGrp="1"/>
          </p:cNvSpPr>
          <p:nvPr>
            <p:ph type="body" sz="quarter" idx="23"/>
          </p:nvPr>
        </p:nvSpPr>
        <p:spPr>
          <a:xfrm>
            <a:off x="9341741" y="1489075"/>
            <a:ext cx="2412109"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accent2"/>
          </a:solidFill>
          <a:effectLst/>
        </p:spPr>
        <p:txBody>
          <a:bodyPr vert="horz" lIns="251999" tIns="3348000" rIns="251999" bIns="144000" rtlCol="0" anchor="t">
            <a:noAutofit/>
          </a:bodyPr>
          <a:lstStyle>
            <a:lvl1pPr marL="0" indent="0">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0" name="Text Placeholder 10">
            <a:extLst>
              <a:ext uri="{FF2B5EF4-FFF2-40B4-BE49-F238E27FC236}">
                <a16:creationId xmlns:a16="http://schemas.microsoft.com/office/drawing/2014/main" id="{931423C3-6D7E-F94C-15B2-E02EFDDD742A}"/>
              </a:ext>
            </a:extLst>
          </p:cNvPr>
          <p:cNvSpPr>
            <a:spLocks noGrp="1"/>
          </p:cNvSpPr>
          <p:nvPr>
            <p:ph type="body" sz="quarter" idx="26" hasCustomPrompt="1"/>
          </p:nvPr>
        </p:nvSpPr>
        <p:spPr>
          <a:xfrm>
            <a:off x="10966330"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1" name="Text Placeholder 10">
            <a:extLst>
              <a:ext uri="{FF2B5EF4-FFF2-40B4-BE49-F238E27FC236}">
                <a16:creationId xmlns:a16="http://schemas.microsoft.com/office/drawing/2014/main" id="{91E777F8-D2F6-76F5-75D7-565FED871908}"/>
              </a:ext>
            </a:extLst>
          </p:cNvPr>
          <p:cNvSpPr>
            <a:spLocks noGrp="1"/>
          </p:cNvSpPr>
          <p:nvPr>
            <p:ph type="body" sz="quarter" idx="27" hasCustomPrompt="1"/>
          </p:nvPr>
        </p:nvSpPr>
        <p:spPr>
          <a:xfrm>
            <a:off x="8354016" y="1696465"/>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3" name="Bildplatzhalter 2">
            <a:extLst>
              <a:ext uri="{FF2B5EF4-FFF2-40B4-BE49-F238E27FC236}">
                <a16:creationId xmlns:a16="http://schemas.microsoft.com/office/drawing/2014/main" id="{A7000833-EB3D-6732-B09B-784A89782364}"/>
              </a:ext>
            </a:extLst>
          </p:cNvPr>
          <p:cNvSpPr>
            <a:spLocks noGrp="1"/>
          </p:cNvSpPr>
          <p:nvPr>
            <p:ph type="pic" sz="quarter" idx="29"/>
          </p:nvPr>
        </p:nvSpPr>
        <p:spPr>
          <a:xfrm>
            <a:off x="4116668" y="1489075"/>
            <a:ext cx="2413000" cy="4654550"/>
          </a:xfrm>
        </p:spPr>
        <p:txBody>
          <a:bodyPr>
            <a:noAutofit/>
          </a:bodyPr>
          <a:lstStyle/>
          <a:p>
            <a:endParaRPr lang="de-DE"/>
          </a:p>
        </p:txBody>
      </p:sp>
      <p:sp>
        <p:nvSpPr>
          <p:cNvPr id="8" name="Text Placeholder 17">
            <a:extLst>
              <a:ext uri="{FF2B5EF4-FFF2-40B4-BE49-F238E27FC236}">
                <a16:creationId xmlns:a16="http://schemas.microsoft.com/office/drawing/2014/main" id="{2FDF4861-2218-DCCE-4B17-1D5DF1B122EF}"/>
              </a:ext>
            </a:extLst>
          </p:cNvPr>
          <p:cNvSpPr>
            <a:spLocks noGrp="1"/>
          </p:cNvSpPr>
          <p:nvPr>
            <p:ph type="body" sz="quarter" idx="20"/>
          </p:nvPr>
        </p:nvSpPr>
        <p:spPr>
          <a:xfrm>
            <a:off x="4117114"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1">
                  <a:alpha val="0"/>
                </a:schemeClr>
              </a:gs>
              <a:gs pos="100000">
                <a:schemeClr val="accent1">
                  <a:alpha val="95000"/>
                </a:schemeClr>
              </a:gs>
            </a:gsLst>
            <a:lin ang="5400000" scaled="1"/>
          </a:gradFill>
          <a:effectLst/>
        </p:spPr>
        <p:txBody>
          <a:bodyPr vert="horz" lIns="251999" tIns="972000" rIns="251999" bIns="144000" rtlCol="0" anchor="t">
            <a:noAutofit/>
          </a:bodyPr>
          <a:lstStyle>
            <a:lvl1pPr marL="0" indent="0">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10" name="Text Placeholder 10">
            <a:extLst>
              <a:ext uri="{FF2B5EF4-FFF2-40B4-BE49-F238E27FC236}">
                <a16:creationId xmlns:a16="http://schemas.microsoft.com/office/drawing/2014/main" id="{88D5F061-D0EB-01B3-0F1D-5DC3B79A3E19}"/>
              </a:ext>
            </a:extLst>
          </p:cNvPr>
          <p:cNvSpPr>
            <a:spLocks noGrp="1"/>
          </p:cNvSpPr>
          <p:nvPr>
            <p:ph type="body" sz="quarter" idx="28" hasCustomPrompt="1"/>
          </p:nvPr>
        </p:nvSpPr>
        <p:spPr>
          <a:xfrm>
            <a:off x="5741703"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 name="Text Placeholder 5">
            <a:extLst>
              <a:ext uri="{FF2B5EF4-FFF2-40B4-BE49-F238E27FC236}">
                <a16:creationId xmlns:a16="http://schemas.microsoft.com/office/drawing/2014/main" id="{311D64B3-1BCD-46CC-1EFB-BAA4A5E79199}"/>
              </a:ext>
            </a:extLst>
          </p:cNvPr>
          <p:cNvSpPr>
            <a:spLocks noGrp="1"/>
          </p:cNvSpPr>
          <p:nvPr>
            <p:ph type="body" sz="quarter" idx="10" hasCustomPrompt="1"/>
          </p:nvPr>
        </p:nvSpPr>
        <p:spPr>
          <a:xfrm>
            <a:off x="431800" y="1489075"/>
            <a:ext cx="3485108" cy="2373799"/>
          </a:xfrm>
          <a:prstGeom prst="rect">
            <a:avLst/>
          </a:prstGeom>
        </p:spPr>
        <p:txBody>
          <a:bodyPr wrap="square" lIns="0" rIns="0">
            <a:noAutofit/>
          </a:bodyPr>
          <a:lstStyle>
            <a:lvl1pPr marL="0" indent="0" algn="l" defTabSz="914400" rtl="0" eaLnBrk="1" latinLnBrk="0" hangingPunct="1">
              <a:buNone/>
              <a:defRPr kumimoji="0" lang="en-GB" sz="3800" b="1" i="0" u="none" strike="noStrike" kern="1200" cap="none" normalizeH="0" baseline="0" dirty="0">
                <a:ln>
                  <a:noFill/>
                </a:ln>
                <a:solidFill>
                  <a:schemeClr val="accent1"/>
                </a:solidFill>
                <a:effectLst/>
                <a:latin typeface="Abadi" panose="020B0604020104020204" pitchFamily="34" charset="0"/>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Titel</a:t>
            </a:r>
            <a:endParaRPr lang="en-GB" dirty="0"/>
          </a:p>
        </p:txBody>
      </p:sp>
      <p:sp>
        <p:nvSpPr>
          <p:cNvPr id="9" name="Inhaltsplatzhalter 10">
            <a:extLst>
              <a:ext uri="{FF2B5EF4-FFF2-40B4-BE49-F238E27FC236}">
                <a16:creationId xmlns:a16="http://schemas.microsoft.com/office/drawing/2014/main" id="{2952EBCC-1D56-2C5C-7922-1428C15A7851}"/>
              </a:ext>
            </a:extLst>
          </p:cNvPr>
          <p:cNvSpPr>
            <a:spLocks noGrp="1"/>
          </p:cNvSpPr>
          <p:nvPr>
            <p:ph sz="quarter" idx="25" hasCustomPrompt="1"/>
          </p:nvPr>
        </p:nvSpPr>
        <p:spPr>
          <a:xfrm>
            <a:off x="431800" y="5041900"/>
            <a:ext cx="3485108" cy="1101724"/>
          </a:xfrm>
        </p:spPr>
        <p:txBody>
          <a:bodyPr lIns="0" tIns="144000" rIns="144000" bIns="144000">
            <a:noAutofit/>
          </a:bodyPr>
          <a:lstStyle>
            <a:lvl1pPr marL="0" indent="0">
              <a:lnSpc>
                <a:spcPct val="100000"/>
              </a:lnSpc>
              <a:spcBef>
                <a:spcPts val="0"/>
              </a:spcBef>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1pPr>
            <a:lvl2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2pPr>
            <a:lvl3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3pPr>
            <a:lvl4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4pPr>
            <a:lvl5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5pPr>
          </a:lstStyle>
          <a:p>
            <a:pPr lvl="0"/>
            <a:r>
              <a:rPr lang="de-DE" dirty="0"/>
              <a:t>Mastertextformat bearbeiten</a:t>
            </a:r>
          </a:p>
        </p:txBody>
      </p:sp>
    </p:spTree>
    <p:extLst>
      <p:ext uri="{BB962C8B-B14F-4D97-AF65-F5344CB8AC3E}">
        <p14:creationId xmlns:p14="http://schemas.microsoft.com/office/powerpoint/2010/main" val="343160884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vent Kategorien 0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63780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Bildplatzhalter 2">
            <a:extLst>
              <a:ext uri="{FF2B5EF4-FFF2-40B4-BE49-F238E27FC236}">
                <a16:creationId xmlns:a16="http://schemas.microsoft.com/office/drawing/2014/main" id="{A7000833-EB3D-6732-B09B-784A89782364}"/>
              </a:ext>
            </a:extLst>
          </p:cNvPr>
          <p:cNvSpPr>
            <a:spLocks noGrp="1"/>
          </p:cNvSpPr>
          <p:nvPr>
            <p:ph type="pic" sz="quarter" idx="29"/>
          </p:nvPr>
        </p:nvSpPr>
        <p:spPr>
          <a:xfrm>
            <a:off x="4116668" y="1489075"/>
            <a:ext cx="2413000" cy="4654550"/>
          </a:xfrm>
        </p:spPr>
        <p:txBody>
          <a:bodyPr>
            <a:noAutofit/>
          </a:bodyPr>
          <a:lstStyle/>
          <a:p>
            <a:endParaRPr lang="de-DE"/>
          </a:p>
        </p:txBody>
      </p:sp>
      <p:sp>
        <p:nvSpPr>
          <p:cNvPr id="11" name="Bildplatzhalter 2">
            <a:extLst>
              <a:ext uri="{FF2B5EF4-FFF2-40B4-BE49-F238E27FC236}">
                <a16:creationId xmlns:a16="http://schemas.microsoft.com/office/drawing/2014/main" id="{FA103466-5F42-1012-218D-6B7FBD134A61}"/>
              </a:ext>
            </a:extLst>
          </p:cNvPr>
          <p:cNvSpPr>
            <a:spLocks noGrp="1"/>
          </p:cNvSpPr>
          <p:nvPr>
            <p:ph type="pic" sz="quarter" idx="32"/>
          </p:nvPr>
        </p:nvSpPr>
        <p:spPr>
          <a:xfrm>
            <a:off x="6728759" y="1489075"/>
            <a:ext cx="2413000" cy="4654550"/>
          </a:xfrm>
        </p:spPr>
        <p:txBody>
          <a:bodyPr>
            <a:noAutofit/>
          </a:bodyPr>
          <a:lstStyle/>
          <a:p>
            <a:endParaRPr lang="de-DE"/>
          </a:p>
        </p:txBody>
      </p:sp>
      <p:sp>
        <p:nvSpPr>
          <p:cNvPr id="12" name="Bildplatzhalter 2">
            <a:extLst>
              <a:ext uri="{FF2B5EF4-FFF2-40B4-BE49-F238E27FC236}">
                <a16:creationId xmlns:a16="http://schemas.microsoft.com/office/drawing/2014/main" id="{AD3B3B62-DA9D-73F5-5366-0EE1C5EDC558}"/>
              </a:ext>
            </a:extLst>
          </p:cNvPr>
          <p:cNvSpPr>
            <a:spLocks noGrp="1"/>
          </p:cNvSpPr>
          <p:nvPr>
            <p:ph type="pic" sz="quarter" idx="33"/>
          </p:nvPr>
        </p:nvSpPr>
        <p:spPr>
          <a:xfrm>
            <a:off x="9340850" y="1489075"/>
            <a:ext cx="2413000" cy="4654550"/>
          </a:xfrm>
        </p:spPr>
        <p:txBody>
          <a:bodyPr>
            <a:noAutofit/>
          </a:bodyPr>
          <a:lstStyle/>
          <a:p>
            <a:endParaRPr lang="de-DE"/>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800" y="1489075"/>
            <a:ext cx="3485108" cy="2373799"/>
          </a:xfrm>
          <a:prstGeom prst="rect">
            <a:avLst/>
          </a:prstGeom>
        </p:spPr>
        <p:txBody>
          <a:bodyPr wrap="square" lIns="0" rIns="0">
            <a:noAutofit/>
          </a:bodyPr>
          <a:lstStyle>
            <a:lvl1pPr marL="0" indent="0" algn="l" defTabSz="914400" rtl="0" eaLnBrk="1" latinLnBrk="0" hangingPunct="1">
              <a:buNone/>
              <a:defRPr kumimoji="0" lang="en-GB" sz="3800" b="1" i="0" u="none" strike="noStrike" kern="1200" cap="none" normalizeH="0" baseline="0" dirty="0">
                <a:ln>
                  <a:noFill/>
                </a:ln>
                <a:solidFill>
                  <a:schemeClr val="accent1"/>
                </a:solidFill>
                <a:effectLst/>
                <a:latin typeface="Abadi" panose="020B0604020104020204" pitchFamily="34" charset="0"/>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998537" y="626351"/>
            <a:ext cx="114300" cy="12477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0" name="Text Placeholder 10">
            <a:extLst>
              <a:ext uri="{FF2B5EF4-FFF2-40B4-BE49-F238E27FC236}">
                <a16:creationId xmlns:a16="http://schemas.microsoft.com/office/drawing/2014/main" id="{931423C3-6D7E-F94C-15B2-E02EFDDD742A}"/>
              </a:ext>
            </a:extLst>
          </p:cNvPr>
          <p:cNvSpPr>
            <a:spLocks noGrp="1"/>
          </p:cNvSpPr>
          <p:nvPr>
            <p:ph type="body" sz="quarter" idx="26" hasCustomPrompt="1"/>
          </p:nvPr>
        </p:nvSpPr>
        <p:spPr>
          <a:xfrm>
            <a:off x="10966330"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1" name="Text Placeholder 10">
            <a:extLst>
              <a:ext uri="{FF2B5EF4-FFF2-40B4-BE49-F238E27FC236}">
                <a16:creationId xmlns:a16="http://schemas.microsoft.com/office/drawing/2014/main" id="{91E777F8-D2F6-76F5-75D7-565FED871908}"/>
              </a:ext>
            </a:extLst>
          </p:cNvPr>
          <p:cNvSpPr>
            <a:spLocks noGrp="1"/>
          </p:cNvSpPr>
          <p:nvPr>
            <p:ph type="body" sz="quarter" idx="27" hasCustomPrompt="1"/>
          </p:nvPr>
        </p:nvSpPr>
        <p:spPr>
          <a:xfrm>
            <a:off x="8354016" y="1696465"/>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8" name="Text Placeholder 17">
            <a:extLst>
              <a:ext uri="{FF2B5EF4-FFF2-40B4-BE49-F238E27FC236}">
                <a16:creationId xmlns:a16="http://schemas.microsoft.com/office/drawing/2014/main" id="{2FDF4861-2218-DCCE-4B17-1D5DF1B122EF}"/>
              </a:ext>
            </a:extLst>
          </p:cNvPr>
          <p:cNvSpPr>
            <a:spLocks noGrp="1"/>
          </p:cNvSpPr>
          <p:nvPr>
            <p:ph type="body" sz="quarter" idx="20"/>
          </p:nvPr>
        </p:nvSpPr>
        <p:spPr>
          <a:xfrm>
            <a:off x="4123464"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1">
                  <a:alpha val="0"/>
                </a:schemeClr>
              </a:gs>
              <a:gs pos="100000">
                <a:schemeClr val="accent1">
                  <a:alpha val="95000"/>
                </a:schemeClr>
              </a:gs>
            </a:gsLst>
            <a:lin ang="5400000" scaled="1"/>
          </a:gradFill>
          <a:effectLst/>
        </p:spPr>
        <p:txBody>
          <a:bodyPr vert="horz" lIns="251999" tIns="252000" rIns="251999" bIns="144000" rtlCol="0" anchor="t">
            <a:noAutofit/>
          </a:bodyPr>
          <a:lstStyle>
            <a:lvl1pPr marL="0" indent="0">
              <a:lnSpc>
                <a:spcPct val="100000"/>
              </a:lnSpc>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10" name="Text Placeholder 10">
            <a:extLst>
              <a:ext uri="{FF2B5EF4-FFF2-40B4-BE49-F238E27FC236}">
                <a16:creationId xmlns:a16="http://schemas.microsoft.com/office/drawing/2014/main" id="{88D5F061-D0EB-01B3-0F1D-5DC3B79A3E19}"/>
              </a:ext>
            </a:extLst>
          </p:cNvPr>
          <p:cNvSpPr>
            <a:spLocks noGrp="1"/>
          </p:cNvSpPr>
          <p:nvPr>
            <p:ph type="body" sz="quarter" idx="28" hasCustomPrompt="1"/>
          </p:nvPr>
        </p:nvSpPr>
        <p:spPr>
          <a:xfrm>
            <a:off x="5741703"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 name="Text Placeholder 17">
            <a:extLst>
              <a:ext uri="{FF2B5EF4-FFF2-40B4-BE49-F238E27FC236}">
                <a16:creationId xmlns:a16="http://schemas.microsoft.com/office/drawing/2014/main" id="{947991A6-B676-607B-634C-9A6DAC83F13B}"/>
              </a:ext>
            </a:extLst>
          </p:cNvPr>
          <p:cNvSpPr>
            <a:spLocks noGrp="1"/>
          </p:cNvSpPr>
          <p:nvPr>
            <p:ph type="body" sz="quarter" idx="30"/>
          </p:nvPr>
        </p:nvSpPr>
        <p:spPr>
          <a:xfrm>
            <a:off x="6735778"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2">
                  <a:alpha val="0"/>
                </a:schemeClr>
              </a:gs>
              <a:gs pos="100000">
                <a:schemeClr val="accent2"/>
              </a:gs>
            </a:gsLst>
            <a:lin ang="5400000" scaled="1"/>
          </a:gradFill>
          <a:effectLst/>
        </p:spPr>
        <p:txBody>
          <a:bodyPr vert="horz" lIns="251999" tIns="252000" rIns="251999" bIns="144000" rtlCol="0" anchor="t">
            <a:noAutofit/>
          </a:bodyPr>
          <a:lstStyle>
            <a:lvl1pPr marL="0" indent="0">
              <a:lnSpc>
                <a:spcPct val="100000"/>
              </a:lnSpc>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9" name="Text Placeholder 17">
            <a:extLst>
              <a:ext uri="{FF2B5EF4-FFF2-40B4-BE49-F238E27FC236}">
                <a16:creationId xmlns:a16="http://schemas.microsoft.com/office/drawing/2014/main" id="{4801CB3C-EDF8-5477-5B3C-1C519699369A}"/>
              </a:ext>
            </a:extLst>
          </p:cNvPr>
          <p:cNvSpPr>
            <a:spLocks noGrp="1"/>
          </p:cNvSpPr>
          <p:nvPr>
            <p:ph type="body" sz="quarter" idx="31"/>
          </p:nvPr>
        </p:nvSpPr>
        <p:spPr>
          <a:xfrm>
            <a:off x="9348091"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1">
                  <a:alpha val="0"/>
                </a:schemeClr>
              </a:gs>
              <a:gs pos="100000">
                <a:schemeClr val="accent1">
                  <a:alpha val="95000"/>
                </a:schemeClr>
              </a:gs>
            </a:gsLst>
            <a:lin ang="5400000" scaled="1"/>
          </a:gradFill>
          <a:effectLst/>
        </p:spPr>
        <p:txBody>
          <a:bodyPr vert="horz" lIns="251999" tIns="252000" rIns="251999" bIns="144000" rtlCol="0" anchor="t">
            <a:noAutofit/>
          </a:bodyPr>
          <a:lstStyle>
            <a:lvl1pPr marL="0" indent="0">
              <a:lnSpc>
                <a:spcPct val="100000"/>
              </a:lnSpc>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13" name="Inhaltsplatzhalter 10">
            <a:extLst>
              <a:ext uri="{FF2B5EF4-FFF2-40B4-BE49-F238E27FC236}">
                <a16:creationId xmlns:a16="http://schemas.microsoft.com/office/drawing/2014/main" id="{FDC04C4B-F604-52C5-D99B-8645111D544B}"/>
              </a:ext>
            </a:extLst>
          </p:cNvPr>
          <p:cNvSpPr>
            <a:spLocks noGrp="1"/>
          </p:cNvSpPr>
          <p:nvPr>
            <p:ph sz="quarter" idx="25" hasCustomPrompt="1"/>
          </p:nvPr>
        </p:nvSpPr>
        <p:spPr>
          <a:xfrm>
            <a:off x="431800" y="5041900"/>
            <a:ext cx="3485108" cy="1101724"/>
          </a:xfrm>
        </p:spPr>
        <p:txBody>
          <a:bodyPr lIns="0" tIns="144000" rIns="144000" bIns="144000">
            <a:noAutofit/>
          </a:bodyPr>
          <a:lstStyle>
            <a:lvl1pPr marL="0" indent="0">
              <a:lnSpc>
                <a:spcPct val="100000"/>
              </a:lnSpc>
              <a:spcBef>
                <a:spcPts val="0"/>
              </a:spcBef>
              <a:buNone/>
              <a:defRPr kumimoji="0" lang="de-DE" sz="1200" b="0"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1pPr>
            <a:lvl2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2pPr>
            <a:lvl3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3pPr>
            <a:lvl4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4pPr>
            <a:lvl5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5pPr>
          </a:lstStyle>
          <a:p>
            <a:pPr lvl="0"/>
            <a:r>
              <a:rPr lang="de-DE" dirty="0"/>
              <a:t>Mastertextformat bearbeiten</a:t>
            </a:r>
          </a:p>
        </p:txBody>
      </p:sp>
    </p:spTree>
    <p:extLst>
      <p:ext uri="{BB962C8B-B14F-4D97-AF65-F5344CB8AC3E}">
        <p14:creationId xmlns:p14="http://schemas.microsoft.com/office/powerpoint/2010/main" val="1066075834"/>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vent Highlightzahlen 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477413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16" name="Circle: Hollow 15">
            <a:extLst>
              <a:ext uri="{FF2B5EF4-FFF2-40B4-BE49-F238E27FC236}">
                <a16:creationId xmlns:a16="http://schemas.microsoft.com/office/drawing/2014/main" id="{CBE08881-E042-B25B-8B94-E94B4D3D423A}"/>
              </a:ext>
            </a:extLst>
          </p:cNvPr>
          <p:cNvSpPr/>
          <p:nvPr userDrawn="1"/>
        </p:nvSpPr>
        <p:spPr>
          <a:xfrm>
            <a:off x="-5196841" y="1661160"/>
            <a:ext cx="10393680" cy="10393680"/>
          </a:xfrm>
          <a:prstGeom prst="donut">
            <a:avLst>
              <a:gd name="adj" fmla="val 21545"/>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solidFill>
                <a:schemeClr val="tx1"/>
              </a:solidFill>
            </a:endParaRPr>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062016" y="3937571"/>
            <a:ext cx="3082398" cy="707233"/>
          </a:xfrm>
        </p:spPr>
        <p:txBody>
          <a:bodyPr lIns="576000">
            <a:noAutofit/>
          </a:bodyPr>
          <a:lstStyle>
            <a:lvl1pPr marL="0" indent="0" algn="l">
              <a:buNone/>
              <a:defRPr sz="4800">
                <a:solidFill>
                  <a:schemeClr val="bg2"/>
                </a:solidFill>
              </a:defRPr>
            </a:lvl1pPr>
          </a:lstStyle>
          <a:p>
            <a:pPr lvl="0"/>
            <a:r>
              <a:rPr lang="en-US" dirty="0"/>
              <a:t>ZAHL</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075663" y="4606005"/>
            <a:ext cx="3082399" cy="348109"/>
          </a:xfrm>
        </p:spPr>
        <p:txBody>
          <a:bodyPr wrap="square" lIns="576000" anchor="ctr">
            <a:noAutofit/>
          </a:bodyPr>
          <a:lstStyle>
            <a:lvl1pPr marL="0" indent="0" algn="l">
              <a:buNone/>
              <a:defRPr sz="1800">
                <a:solidFill>
                  <a:schemeClr val="bg2"/>
                </a:solidFill>
              </a:defRPr>
            </a:lvl1pPr>
          </a:lstStyle>
          <a:p>
            <a:pPr lvl="0"/>
            <a:r>
              <a:rPr lang="en-US" dirty="0"/>
              <a:t>Lorem ipsum dolor </a:t>
            </a:r>
          </a:p>
        </p:txBody>
      </p:sp>
      <p:sp>
        <p:nvSpPr>
          <p:cNvPr id="2" name="Text Placeholder 9">
            <a:extLst>
              <a:ext uri="{FF2B5EF4-FFF2-40B4-BE49-F238E27FC236}">
                <a16:creationId xmlns:a16="http://schemas.microsoft.com/office/drawing/2014/main" id="{23F1016F-3D32-5525-7739-960C65744178}"/>
              </a:ext>
            </a:extLst>
          </p:cNvPr>
          <p:cNvSpPr>
            <a:spLocks noGrp="1"/>
          </p:cNvSpPr>
          <p:nvPr>
            <p:ph type="body" sz="quarter" idx="19" hasCustomPrompt="1"/>
          </p:nvPr>
        </p:nvSpPr>
        <p:spPr>
          <a:xfrm>
            <a:off x="1070827" y="2327992"/>
            <a:ext cx="10070592" cy="707233"/>
          </a:xfrm>
        </p:spPr>
        <p:txBody>
          <a:bodyPr>
            <a:noAutofit/>
          </a:bodyPr>
          <a:lstStyle>
            <a:lvl1pPr marL="0" indent="0" algn="ctr">
              <a:buNone/>
              <a:defRPr sz="5400">
                <a:solidFill>
                  <a:schemeClr val="bg2"/>
                </a:solidFill>
              </a:defRPr>
            </a:lvl1pPr>
          </a:lstStyle>
          <a:p>
            <a:pPr lvl="0"/>
            <a:r>
              <a:rPr lang="en-US" dirty="0"/>
              <a:t>TITEL</a:t>
            </a:r>
          </a:p>
        </p:txBody>
      </p:sp>
      <p:sp>
        <p:nvSpPr>
          <p:cNvPr id="18" name="Rectangle 16">
            <a:extLst>
              <a:ext uri="{FF2B5EF4-FFF2-40B4-BE49-F238E27FC236}">
                <a16:creationId xmlns:a16="http://schemas.microsoft.com/office/drawing/2014/main" id="{6B571145-4C6C-B07C-19DB-B63058CAA28C}"/>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33" name="Text Placeholder 32">
            <a:extLst>
              <a:ext uri="{FF2B5EF4-FFF2-40B4-BE49-F238E27FC236}">
                <a16:creationId xmlns:a16="http://schemas.microsoft.com/office/drawing/2014/main" id="{8FF0F4F7-35C4-42D7-EDE6-AA626CC1AB79}"/>
              </a:ext>
            </a:extLst>
          </p:cNvPr>
          <p:cNvSpPr>
            <a:spLocks noGrp="1"/>
          </p:cNvSpPr>
          <p:nvPr>
            <p:ph type="body" sz="quarter" idx="20"/>
          </p:nvPr>
        </p:nvSpPr>
        <p:spPr>
          <a:xfrm>
            <a:off x="1084475" y="4470533"/>
            <a:ext cx="374105" cy="374105"/>
          </a:xfrm>
          <a:custGeom>
            <a:avLst/>
            <a:gdLst>
              <a:gd name="csX0" fmla="*/ 15119 w 374105"/>
              <a:gd name="csY0" fmla="*/ 0 h 374105"/>
              <a:gd name="csX1" fmla="*/ 374105 w 374105"/>
              <a:gd name="csY1" fmla="*/ 0 h 374105"/>
              <a:gd name="csX2" fmla="*/ 374105 w 374105"/>
              <a:gd name="csY2" fmla="*/ 47864 h 374105"/>
              <a:gd name="csX3" fmla="*/ 374104 w 374105"/>
              <a:gd name="csY3" fmla="*/ 47864 h 374105"/>
              <a:gd name="csX4" fmla="*/ 374104 w 374105"/>
              <a:gd name="csY4" fmla="*/ 358985 h 374105"/>
              <a:gd name="csX5" fmla="*/ 326240 w 374105"/>
              <a:gd name="csY5" fmla="*/ 358985 h 374105"/>
              <a:gd name="csX6" fmla="*/ 326240 w 374105"/>
              <a:gd name="csY6" fmla="*/ 81710 h 374105"/>
              <a:gd name="csX7" fmla="*/ 33845 w 374105"/>
              <a:gd name="csY7" fmla="*/ 374105 h 374105"/>
              <a:gd name="csX8" fmla="*/ 0 w 374105"/>
              <a:gd name="csY8" fmla="*/ 340260 h 374105"/>
              <a:gd name="csX9" fmla="*/ 292396 w 374105"/>
              <a:gd name="csY9" fmla="*/ 47864 h 374105"/>
              <a:gd name="csX10" fmla="*/ 15119 w 374105"/>
              <a:gd name="csY10" fmla="*/ 47864 h 3741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4105" h="374105">
                <a:moveTo>
                  <a:pt x="15119" y="0"/>
                </a:moveTo>
                <a:lnTo>
                  <a:pt x="374105" y="0"/>
                </a:lnTo>
                <a:lnTo>
                  <a:pt x="374105" y="47864"/>
                </a:lnTo>
                <a:lnTo>
                  <a:pt x="374104" y="47864"/>
                </a:lnTo>
                <a:lnTo>
                  <a:pt x="374104" y="358985"/>
                </a:lnTo>
                <a:lnTo>
                  <a:pt x="326240" y="358985"/>
                </a:lnTo>
                <a:lnTo>
                  <a:pt x="326240" y="81710"/>
                </a:lnTo>
                <a:lnTo>
                  <a:pt x="33845" y="374105"/>
                </a:lnTo>
                <a:lnTo>
                  <a:pt x="0" y="340260"/>
                </a:lnTo>
                <a:lnTo>
                  <a:pt x="292396" y="47864"/>
                </a:lnTo>
                <a:lnTo>
                  <a:pt x="15119" y="47864"/>
                </a:lnTo>
                <a:close/>
              </a:path>
            </a:pathLst>
          </a:custGeom>
          <a:solidFill>
            <a:schemeClr val="accent2"/>
          </a:solidFill>
        </p:spPr>
        <p:txBody>
          <a:bodyPr wrap="square" lIns="36000" rIns="36000" anchor="ctr">
            <a:noAutofit/>
          </a:bodyPr>
          <a:lstStyle>
            <a:lvl1pPr marL="0" indent="0" algn="ctr">
              <a:buNone/>
              <a:defRPr sz="100">
                <a:solidFill>
                  <a:schemeClr val="bg2">
                    <a:alpha val="0"/>
                  </a:schemeClr>
                </a:solidFill>
              </a:defRPr>
            </a:lvl1pPr>
          </a:lstStyle>
          <a:p>
            <a:pPr lvl="0"/>
            <a:endParaRPr lang="en-US" dirty="0"/>
          </a:p>
        </p:txBody>
      </p:sp>
      <p:sp>
        <p:nvSpPr>
          <p:cNvPr id="12" name="Text Placeholder 9">
            <a:extLst>
              <a:ext uri="{FF2B5EF4-FFF2-40B4-BE49-F238E27FC236}">
                <a16:creationId xmlns:a16="http://schemas.microsoft.com/office/drawing/2014/main" id="{876ED409-6E4E-B9C5-DBA3-01113378BB19}"/>
              </a:ext>
            </a:extLst>
          </p:cNvPr>
          <p:cNvSpPr>
            <a:spLocks noGrp="1"/>
          </p:cNvSpPr>
          <p:nvPr>
            <p:ph type="body" sz="quarter" idx="21" hasCustomPrompt="1"/>
          </p:nvPr>
        </p:nvSpPr>
        <p:spPr>
          <a:xfrm>
            <a:off x="4717656" y="3923631"/>
            <a:ext cx="3082398" cy="707233"/>
          </a:xfrm>
        </p:spPr>
        <p:txBody>
          <a:bodyPr lIns="576000">
            <a:noAutofit/>
          </a:bodyPr>
          <a:lstStyle>
            <a:lvl1pPr marL="0" indent="0" algn="l">
              <a:buNone/>
              <a:defRPr sz="4800">
                <a:solidFill>
                  <a:schemeClr val="bg2"/>
                </a:solidFill>
              </a:defRPr>
            </a:lvl1pPr>
          </a:lstStyle>
          <a:p>
            <a:pPr lvl="0"/>
            <a:r>
              <a:rPr lang="en-US" dirty="0"/>
              <a:t>ZAHL</a:t>
            </a:r>
          </a:p>
        </p:txBody>
      </p:sp>
      <p:sp>
        <p:nvSpPr>
          <p:cNvPr id="13" name="Text Placeholder 13">
            <a:extLst>
              <a:ext uri="{FF2B5EF4-FFF2-40B4-BE49-F238E27FC236}">
                <a16:creationId xmlns:a16="http://schemas.microsoft.com/office/drawing/2014/main" id="{4FCDF8F5-4B9C-B576-0B39-F32F3792252F}"/>
              </a:ext>
            </a:extLst>
          </p:cNvPr>
          <p:cNvSpPr>
            <a:spLocks noGrp="1"/>
          </p:cNvSpPr>
          <p:nvPr>
            <p:ph type="body" sz="quarter" idx="22" hasCustomPrompt="1"/>
          </p:nvPr>
        </p:nvSpPr>
        <p:spPr>
          <a:xfrm>
            <a:off x="4731303" y="4592065"/>
            <a:ext cx="3082399" cy="348109"/>
          </a:xfrm>
        </p:spPr>
        <p:txBody>
          <a:bodyPr wrap="square" lIns="576000" anchor="ctr">
            <a:noAutofit/>
          </a:bodyPr>
          <a:lstStyle>
            <a:lvl1pPr marL="0" indent="0" algn="l">
              <a:buNone/>
              <a:defRPr sz="1800">
                <a:solidFill>
                  <a:schemeClr val="bg2"/>
                </a:solidFill>
              </a:defRPr>
            </a:lvl1pPr>
          </a:lstStyle>
          <a:p>
            <a:pPr lvl="0"/>
            <a:r>
              <a:rPr lang="en-US" dirty="0"/>
              <a:t>Lorem ipsum dolor </a:t>
            </a:r>
          </a:p>
        </p:txBody>
      </p:sp>
      <p:sp>
        <p:nvSpPr>
          <p:cNvPr id="15" name="Text Placeholder 32">
            <a:extLst>
              <a:ext uri="{FF2B5EF4-FFF2-40B4-BE49-F238E27FC236}">
                <a16:creationId xmlns:a16="http://schemas.microsoft.com/office/drawing/2014/main" id="{294E5172-9CFF-2D41-1362-48F1EBC8410E}"/>
              </a:ext>
            </a:extLst>
          </p:cNvPr>
          <p:cNvSpPr>
            <a:spLocks noGrp="1"/>
          </p:cNvSpPr>
          <p:nvPr>
            <p:ph type="body" sz="quarter" idx="23"/>
          </p:nvPr>
        </p:nvSpPr>
        <p:spPr>
          <a:xfrm>
            <a:off x="4740115" y="4456593"/>
            <a:ext cx="374105" cy="374105"/>
          </a:xfrm>
          <a:custGeom>
            <a:avLst/>
            <a:gdLst>
              <a:gd name="csX0" fmla="*/ 15119 w 374105"/>
              <a:gd name="csY0" fmla="*/ 0 h 374105"/>
              <a:gd name="csX1" fmla="*/ 374105 w 374105"/>
              <a:gd name="csY1" fmla="*/ 0 h 374105"/>
              <a:gd name="csX2" fmla="*/ 374105 w 374105"/>
              <a:gd name="csY2" fmla="*/ 47864 h 374105"/>
              <a:gd name="csX3" fmla="*/ 374104 w 374105"/>
              <a:gd name="csY3" fmla="*/ 47864 h 374105"/>
              <a:gd name="csX4" fmla="*/ 374104 w 374105"/>
              <a:gd name="csY4" fmla="*/ 358985 h 374105"/>
              <a:gd name="csX5" fmla="*/ 326240 w 374105"/>
              <a:gd name="csY5" fmla="*/ 358985 h 374105"/>
              <a:gd name="csX6" fmla="*/ 326240 w 374105"/>
              <a:gd name="csY6" fmla="*/ 81710 h 374105"/>
              <a:gd name="csX7" fmla="*/ 33845 w 374105"/>
              <a:gd name="csY7" fmla="*/ 374105 h 374105"/>
              <a:gd name="csX8" fmla="*/ 0 w 374105"/>
              <a:gd name="csY8" fmla="*/ 340260 h 374105"/>
              <a:gd name="csX9" fmla="*/ 292396 w 374105"/>
              <a:gd name="csY9" fmla="*/ 47864 h 374105"/>
              <a:gd name="csX10" fmla="*/ 15119 w 374105"/>
              <a:gd name="csY10" fmla="*/ 47864 h 3741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4105" h="374105">
                <a:moveTo>
                  <a:pt x="15119" y="0"/>
                </a:moveTo>
                <a:lnTo>
                  <a:pt x="374105" y="0"/>
                </a:lnTo>
                <a:lnTo>
                  <a:pt x="374105" y="47864"/>
                </a:lnTo>
                <a:lnTo>
                  <a:pt x="374104" y="47864"/>
                </a:lnTo>
                <a:lnTo>
                  <a:pt x="374104" y="358985"/>
                </a:lnTo>
                <a:lnTo>
                  <a:pt x="326240" y="358985"/>
                </a:lnTo>
                <a:lnTo>
                  <a:pt x="326240" y="81710"/>
                </a:lnTo>
                <a:lnTo>
                  <a:pt x="33845" y="374105"/>
                </a:lnTo>
                <a:lnTo>
                  <a:pt x="0" y="340260"/>
                </a:lnTo>
                <a:lnTo>
                  <a:pt x="292396" y="47864"/>
                </a:lnTo>
                <a:lnTo>
                  <a:pt x="15119" y="47864"/>
                </a:lnTo>
                <a:close/>
              </a:path>
            </a:pathLst>
          </a:custGeom>
          <a:solidFill>
            <a:schemeClr val="accent2"/>
          </a:solidFill>
        </p:spPr>
        <p:txBody>
          <a:bodyPr wrap="square" lIns="36000" rIns="36000" anchor="ctr">
            <a:noAutofit/>
          </a:bodyPr>
          <a:lstStyle>
            <a:lvl1pPr marL="0" indent="0" algn="ctr">
              <a:buNone/>
              <a:defRPr sz="100">
                <a:solidFill>
                  <a:schemeClr val="bg2">
                    <a:alpha val="0"/>
                  </a:schemeClr>
                </a:solidFill>
              </a:defRPr>
            </a:lvl1pPr>
          </a:lstStyle>
          <a:p>
            <a:pPr lvl="0"/>
            <a:endParaRPr lang="en-US" dirty="0"/>
          </a:p>
        </p:txBody>
      </p:sp>
      <p:sp>
        <p:nvSpPr>
          <p:cNvPr id="17" name="Text Placeholder 9">
            <a:extLst>
              <a:ext uri="{FF2B5EF4-FFF2-40B4-BE49-F238E27FC236}">
                <a16:creationId xmlns:a16="http://schemas.microsoft.com/office/drawing/2014/main" id="{AD41254E-CA32-FFD9-0D13-C0647396CA8F}"/>
              </a:ext>
            </a:extLst>
          </p:cNvPr>
          <p:cNvSpPr>
            <a:spLocks noGrp="1"/>
          </p:cNvSpPr>
          <p:nvPr>
            <p:ph type="body" sz="quarter" idx="24" hasCustomPrompt="1"/>
          </p:nvPr>
        </p:nvSpPr>
        <p:spPr>
          <a:xfrm>
            <a:off x="8373296" y="3909691"/>
            <a:ext cx="3082398" cy="707233"/>
          </a:xfrm>
        </p:spPr>
        <p:txBody>
          <a:bodyPr lIns="576000">
            <a:noAutofit/>
          </a:bodyPr>
          <a:lstStyle>
            <a:lvl1pPr marL="0" indent="0" algn="l">
              <a:buNone/>
              <a:defRPr sz="4800">
                <a:solidFill>
                  <a:schemeClr val="bg2"/>
                </a:solidFill>
              </a:defRPr>
            </a:lvl1pPr>
          </a:lstStyle>
          <a:p>
            <a:pPr lvl="0"/>
            <a:r>
              <a:rPr lang="en-US" dirty="0"/>
              <a:t>ZAHL</a:t>
            </a:r>
          </a:p>
        </p:txBody>
      </p:sp>
      <p:sp>
        <p:nvSpPr>
          <p:cNvPr id="19" name="Text Placeholder 13">
            <a:extLst>
              <a:ext uri="{FF2B5EF4-FFF2-40B4-BE49-F238E27FC236}">
                <a16:creationId xmlns:a16="http://schemas.microsoft.com/office/drawing/2014/main" id="{4EC27E7B-290F-5512-5090-779D1C087593}"/>
              </a:ext>
            </a:extLst>
          </p:cNvPr>
          <p:cNvSpPr>
            <a:spLocks noGrp="1"/>
          </p:cNvSpPr>
          <p:nvPr>
            <p:ph type="body" sz="quarter" idx="25" hasCustomPrompt="1"/>
          </p:nvPr>
        </p:nvSpPr>
        <p:spPr>
          <a:xfrm>
            <a:off x="8386943" y="4578125"/>
            <a:ext cx="3082399" cy="348109"/>
          </a:xfrm>
        </p:spPr>
        <p:txBody>
          <a:bodyPr wrap="square" lIns="576000" anchor="ctr">
            <a:noAutofit/>
          </a:bodyPr>
          <a:lstStyle>
            <a:lvl1pPr marL="0" indent="0" algn="l">
              <a:buNone/>
              <a:defRPr sz="1800">
                <a:solidFill>
                  <a:schemeClr val="bg2"/>
                </a:solidFill>
              </a:defRPr>
            </a:lvl1pPr>
          </a:lstStyle>
          <a:p>
            <a:pPr lvl="0"/>
            <a:r>
              <a:rPr lang="en-US" dirty="0"/>
              <a:t>Lorem ipsum dolor </a:t>
            </a:r>
          </a:p>
        </p:txBody>
      </p:sp>
      <p:sp>
        <p:nvSpPr>
          <p:cNvPr id="20" name="Text Placeholder 32">
            <a:extLst>
              <a:ext uri="{FF2B5EF4-FFF2-40B4-BE49-F238E27FC236}">
                <a16:creationId xmlns:a16="http://schemas.microsoft.com/office/drawing/2014/main" id="{3A262B11-BA68-344B-A6FB-F3014C4B78A4}"/>
              </a:ext>
            </a:extLst>
          </p:cNvPr>
          <p:cNvSpPr>
            <a:spLocks noGrp="1"/>
          </p:cNvSpPr>
          <p:nvPr>
            <p:ph type="body" sz="quarter" idx="26"/>
          </p:nvPr>
        </p:nvSpPr>
        <p:spPr>
          <a:xfrm>
            <a:off x="8395755" y="4442653"/>
            <a:ext cx="374105" cy="374105"/>
          </a:xfrm>
          <a:custGeom>
            <a:avLst/>
            <a:gdLst>
              <a:gd name="csX0" fmla="*/ 15119 w 374105"/>
              <a:gd name="csY0" fmla="*/ 0 h 374105"/>
              <a:gd name="csX1" fmla="*/ 374105 w 374105"/>
              <a:gd name="csY1" fmla="*/ 0 h 374105"/>
              <a:gd name="csX2" fmla="*/ 374105 w 374105"/>
              <a:gd name="csY2" fmla="*/ 47864 h 374105"/>
              <a:gd name="csX3" fmla="*/ 374104 w 374105"/>
              <a:gd name="csY3" fmla="*/ 47864 h 374105"/>
              <a:gd name="csX4" fmla="*/ 374104 w 374105"/>
              <a:gd name="csY4" fmla="*/ 358985 h 374105"/>
              <a:gd name="csX5" fmla="*/ 326240 w 374105"/>
              <a:gd name="csY5" fmla="*/ 358985 h 374105"/>
              <a:gd name="csX6" fmla="*/ 326240 w 374105"/>
              <a:gd name="csY6" fmla="*/ 81710 h 374105"/>
              <a:gd name="csX7" fmla="*/ 33845 w 374105"/>
              <a:gd name="csY7" fmla="*/ 374105 h 374105"/>
              <a:gd name="csX8" fmla="*/ 0 w 374105"/>
              <a:gd name="csY8" fmla="*/ 340260 h 374105"/>
              <a:gd name="csX9" fmla="*/ 292396 w 374105"/>
              <a:gd name="csY9" fmla="*/ 47864 h 374105"/>
              <a:gd name="csX10" fmla="*/ 15119 w 374105"/>
              <a:gd name="csY10" fmla="*/ 47864 h 3741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4105" h="374105">
                <a:moveTo>
                  <a:pt x="15119" y="0"/>
                </a:moveTo>
                <a:lnTo>
                  <a:pt x="374105" y="0"/>
                </a:lnTo>
                <a:lnTo>
                  <a:pt x="374105" y="47864"/>
                </a:lnTo>
                <a:lnTo>
                  <a:pt x="374104" y="47864"/>
                </a:lnTo>
                <a:lnTo>
                  <a:pt x="374104" y="358985"/>
                </a:lnTo>
                <a:lnTo>
                  <a:pt x="326240" y="358985"/>
                </a:lnTo>
                <a:lnTo>
                  <a:pt x="326240" y="81710"/>
                </a:lnTo>
                <a:lnTo>
                  <a:pt x="33845" y="374105"/>
                </a:lnTo>
                <a:lnTo>
                  <a:pt x="0" y="340260"/>
                </a:lnTo>
                <a:lnTo>
                  <a:pt x="292396" y="47864"/>
                </a:lnTo>
                <a:lnTo>
                  <a:pt x="15119" y="47864"/>
                </a:lnTo>
                <a:close/>
              </a:path>
            </a:pathLst>
          </a:custGeom>
          <a:solidFill>
            <a:schemeClr val="accent2"/>
          </a:solidFill>
        </p:spPr>
        <p:txBody>
          <a:bodyPr wrap="square" lIns="36000" rIns="36000" anchor="ctr">
            <a:noAutofit/>
          </a:bodyPr>
          <a:lstStyle>
            <a:lvl1pPr marL="0" indent="0" algn="ctr">
              <a:buNone/>
              <a:defRPr sz="100">
                <a:solidFill>
                  <a:schemeClr val="bg2">
                    <a:alpha val="0"/>
                  </a:schemeClr>
                </a:solidFill>
              </a:defRPr>
            </a:lvl1pPr>
          </a:lstStyle>
          <a:p>
            <a:pPr lvl="0"/>
            <a:endParaRPr lang="en-US" dirty="0"/>
          </a:p>
        </p:txBody>
      </p:sp>
    </p:spTree>
    <p:extLst>
      <p:ext uri="{BB962C8B-B14F-4D97-AF65-F5344CB8AC3E}">
        <p14:creationId xmlns:p14="http://schemas.microsoft.com/office/powerpoint/2010/main" val="4181126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vent Highlightzahlen mit icons 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3120717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33" name="Abgerundetes Rechteck 32">
            <a:extLst>
              <a:ext uri="{FF2B5EF4-FFF2-40B4-BE49-F238E27FC236}">
                <a16:creationId xmlns:a16="http://schemas.microsoft.com/office/drawing/2014/main" id="{66F3A9CE-3CAF-C0CD-E148-CE373B1F144A}"/>
              </a:ext>
            </a:extLst>
          </p:cNvPr>
          <p:cNvSpPr/>
          <p:nvPr userDrawn="1"/>
        </p:nvSpPr>
        <p:spPr>
          <a:xfrm>
            <a:off x="656251" y="2679063"/>
            <a:ext cx="3598074" cy="2889504"/>
          </a:xfrm>
          <a:prstGeom prst="roundRect">
            <a:avLst>
              <a:gd name="adj" fmla="val 9072"/>
            </a:avLst>
          </a:prstGeom>
          <a:solidFill>
            <a:srgbClr val="021E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073347" y="4165262"/>
            <a:ext cx="2813847" cy="707233"/>
          </a:xfrm>
        </p:spPr>
        <p:txBody>
          <a:bodyPr>
            <a:noAutofit/>
          </a:bodyPr>
          <a:lstStyle>
            <a:lvl1pPr marL="0" indent="0" algn="l">
              <a:buNone/>
              <a:defRPr sz="4200">
                <a:solidFill>
                  <a:schemeClr val="bg2"/>
                </a:solidFill>
              </a:defRPr>
            </a:lvl1pPr>
          </a:lstStyle>
          <a:p>
            <a:pPr lvl="0"/>
            <a:r>
              <a:rPr lang="en-US" dirty="0"/>
              <a:t>ZAHL 01</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098747"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20" name="Bildplatzhalter 19">
            <a:extLst>
              <a:ext uri="{FF2B5EF4-FFF2-40B4-BE49-F238E27FC236}">
                <a16:creationId xmlns:a16="http://schemas.microsoft.com/office/drawing/2014/main" id="{59CDD65F-C411-335F-92C4-E7A4BD75DAEB}"/>
              </a:ext>
            </a:extLst>
          </p:cNvPr>
          <p:cNvSpPr>
            <a:spLocks noGrp="1"/>
          </p:cNvSpPr>
          <p:nvPr>
            <p:ph type="pic" sz="quarter" idx="20"/>
          </p:nvPr>
        </p:nvSpPr>
        <p:spPr>
          <a:xfrm>
            <a:off x="1066603" y="3049586"/>
            <a:ext cx="758825" cy="758825"/>
          </a:xfrm>
        </p:spPr>
        <p:txBody>
          <a:bodyPr>
            <a:noAutofit/>
          </a:bodyPr>
          <a:lstStyle/>
          <a:p>
            <a:endParaRPr lang="de-DE"/>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34" name="Abgerundetes Rechteck 33">
            <a:extLst>
              <a:ext uri="{FF2B5EF4-FFF2-40B4-BE49-F238E27FC236}">
                <a16:creationId xmlns:a16="http://schemas.microsoft.com/office/drawing/2014/main" id="{06F5D90C-7951-19AC-12CD-30EB459E67B5}"/>
              </a:ext>
            </a:extLst>
          </p:cNvPr>
          <p:cNvSpPr/>
          <p:nvPr userDrawn="1"/>
        </p:nvSpPr>
        <p:spPr>
          <a:xfrm>
            <a:off x="4415044" y="2679063"/>
            <a:ext cx="3598074" cy="2889504"/>
          </a:xfrm>
          <a:prstGeom prst="roundRect">
            <a:avLst>
              <a:gd name="adj" fmla="val 9072"/>
            </a:avLst>
          </a:prstGeom>
          <a:solidFill>
            <a:srgbClr val="021E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5" name="Text Placeholder 9">
            <a:extLst>
              <a:ext uri="{FF2B5EF4-FFF2-40B4-BE49-F238E27FC236}">
                <a16:creationId xmlns:a16="http://schemas.microsoft.com/office/drawing/2014/main" id="{F07CF399-37AC-9E7F-E2A5-6218076AE79C}"/>
              </a:ext>
            </a:extLst>
          </p:cNvPr>
          <p:cNvSpPr>
            <a:spLocks noGrp="1"/>
          </p:cNvSpPr>
          <p:nvPr>
            <p:ph type="body" sz="quarter" idx="21" hasCustomPrompt="1"/>
          </p:nvPr>
        </p:nvSpPr>
        <p:spPr>
          <a:xfrm>
            <a:off x="4832140" y="4165262"/>
            <a:ext cx="2813847" cy="707233"/>
          </a:xfrm>
        </p:spPr>
        <p:txBody>
          <a:bodyPr>
            <a:noAutofit/>
          </a:bodyPr>
          <a:lstStyle>
            <a:lvl1pPr marL="0" indent="0" algn="l">
              <a:buNone/>
              <a:defRPr sz="4200">
                <a:solidFill>
                  <a:schemeClr val="bg2"/>
                </a:solidFill>
              </a:defRPr>
            </a:lvl1pPr>
          </a:lstStyle>
          <a:p>
            <a:pPr lvl="0"/>
            <a:r>
              <a:rPr lang="en-US" dirty="0"/>
              <a:t>ZAHL 02</a:t>
            </a:r>
          </a:p>
        </p:txBody>
      </p:sp>
      <p:sp>
        <p:nvSpPr>
          <p:cNvPr id="36" name="Text Placeholder 13">
            <a:extLst>
              <a:ext uri="{FF2B5EF4-FFF2-40B4-BE49-F238E27FC236}">
                <a16:creationId xmlns:a16="http://schemas.microsoft.com/office/drawing/2014/main" id="{3DC1F490-1198-3DC8-EFEC-13B01C5AE690}"/>
              </a:ext>
            </a:extLst>
          </p:cNvPr>
          <p:cNvSpPr>
            <a:spLocks noGrp="1"/>
          </p:cNvSpPr>
          <p:nvPr>
            <p:ph type="body" sz="quarter" idx="22" hasCustomPrompt="1"/>
          </p:nvPr>
        </p:nvSpPr>
        <p:spPr>
          <a:xfrm>
            <a:off x="4857540"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37" name="Bildplatzhalter 19">
            <a:extLst>
              <a:ext uri="{FF2B5EF4-FFF2-40B4-BE49-F238E27FC236}">
                <a16:creationId xmlns:a16="http://schemas.microsoft.com/office/drawing/2014/main" id="{F5F47E20-9FB6-11DF-E3AF-8095DA3B28B1}"/>
              </a:ext>
            </a:extLst>
          </p:cNvPr>
          <p:cNvSpPr>
            <a:spLocks noGrp="1"/>
          </p:cNvSpPr>
          <p:nvPr>
            <p:ph type="pic" sz="quarter" idx="23"/>
          </p:nvPr>
        </p:nvSpPr>
        <p:spPr>
          <a:xfrm>
            <a:off x="4825396" y="3049586"/>
            <a:ext cx="758825" cy="758825"/>
          </a:xfrm>
        </p:spPr>
        <p:txBody>
          <a:bodyPr>
            <a:noAutofit/>
          </a:bodyPr>
          <a:lstStyle/>
          <a:p>
            <a:endParaRPr lang="de-DE"/>
          </a:p>
        </p:txBody>
      </p:sp>
      <p:sp>
        <p:nvSpPr>
          <p:cNvPr id="38" name="Abgerundetes Rechteck 37">
            <a:extLst>
              <a:ext uri="{FF2B5EF4-FFF2-40B4-BE49-F238E27FC236}">
                <a16:creationId xmlns:a16="http://schemas.microsoft.com/office/drawing/2014/main" id="{CD24B6E1-3C63-7EC4-6FD6-7EA2C03B85C1}"/>
              </a:ext>
            </a:extLst>
          </p:cNvPr>
          <p:cNvSpPr/>
          <p:nvPr userDrawn="1"/>
        </p:nvSpPr>
        <p:spPr>
          <a:xfrm>
            <a:off x="8173837" y="2679063"/>
            <a:ext cx="3598074" cy="2889504"/>
          </a:xfrm>
          <a:prstGeom prst="roundRect">
            <a:avLst>
              <a:gd name="adj" fmla="val 9072"/>
            </a:avLst>
          </a:prstGeom>
          <a:solidFill>
            <a:srgbClr val="021E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9" name="Text Placeholder 9">
            <a:extLst>
              <a:ext uri="{FF2B5EF4-FFF2-40B4-BE49-F238E27FC236}">
                <a16:creationId xmlns:a16="http://schemas.microsoft.com/office/drawing/2014/main" id="{991C874D-0A9A-E1F8-712F-872B9818D7FD}"/>
              </a:ext>
            </a:extLst>
          </p:cNvPr>
          <p:cNvSpPr>
            <a:spLocks noGrp="1"/>
          </p:cNvSpPr>
          <p:nvPr>
            <p:ph type="body" sz="quarter" idx="24" hasCustomPrompt="1"/>
          </p:nvPr>
        </p:nvSpPr>
        <p:spPr>
          <a:xfrm>
            <a:off x="8590933" y="4165262"/>
            <a:ext cx="2813847" cy="707233"/>
          </a:xfrm>
        </p:spPr>
        <p:txBody>
          <a:bodyPr>
            <a:noAutofit/>
          </a:bodyPr>
          <a:lstStyle>
            <a:lvl1pPr marL="0" indent="0" algn="l">
              <a:buNone/>
              <a:defRPr sz="4200">
                <a:solidFill>
                  <a:schemeClr val="bg2"/>
                </a:solidFill>
              </a:defRPr>
            </a:lvl1pPr>
          </a:lstStyle>
          <a:p>
            <a:pPr lvl="0"/>
            <a:r>
              <a:rPr lang="en-US" dirty="0"/>
              <a:t>ZAHL 03</a:t>
            </a:r>
          </a:p>
        </p:txBody>
      </p:sp>
      <p:sp>
        <p:nvSpPr>
          <p:cNvPr id="40" name="Text Placeholder 13">
            <a:extLst>
              <a:ext uri="{FF2B5EF4-FFF2-40B4-BE49-F238E27FC236}">
                <a16:creationId xmlns:a16="http://schemas.microsoft.com/office/drawing/2014/main" id="{F6552FF8-709D-61F8-E277-E346B8FB9460}"/>
              </a:ext>
            </a:extLst>
          </p:cNvPr>
          <p:cNvSpPr>
            <a:spLocks noGrp="1"/>
          </p:cNvSpPr>
          <p:nvPr>
            <p:ph type="body" sz="quarter" idx="25" hasCustomPrompt="1"/>
          </p:nvPr>
        </p:nvSpPr>
        <p:spPr>
          <a:xfrm>
            <a:off x="8616333"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41" name="Bildplatzhalter 19">
            <a:extLst>
              <a:ext uri="{FF2B5EF4-FFF2-40B4-BE49-F238E27FC236}">
                <a16:creationId xmlns:a16="http://schemas.microsoft.com/office/drawing/2014/main" id="{2AF100A0-E3C6-2FDD-2EAD-05218EEE90E9}"/>
              </a:ext>
            </a:extLst>
          </p:cNvPr>
          <p:cNvSpPr>
            <a:spLocks noGrp="1"/>
          </p:cNvSpPr>
          <p:nvPr>
            <p:ph type="pic" sz="quarter" idx="26"/>
          </p:nvPr>
        </p:nvSpPr>
        <p:spPr>
          <a:xfrm>
            <a:off x="8584189" y="3049586"/>
            <a:ext cx="758825" cy="758825"/>
          </a:xfrm>
        </p:spPr>
        <p:txBody>
          <a:bodyPr>
            <a:noAutofit/>
          </a:bodyPr>
          <a:lstStyle/>
          <a:p>
            <a:endParaRPr lang="de-DE"/>
          </a:p>
        </p:txBody>
      </p:sp>
      <p:sp>
        <p:nvSpPr>
          <p:cNvPr id="2" name="Rectangle 16">
            <a:extLst>
              <a:ext uri="{FF2B5EF4-FFF2-40B4-BE49-F238E27FC236}">
                <a16:creationId xmlns:a16="http://schemas.microsoft.com/office/drawing/2014/main" id="{C0043274-BCF3-56D5-CEAE-25A89FE04459}"/>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8119309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vent Highlightzahlen mit icons 02">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1816198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33" name="Abgerundetes Rechteck 32">
            <a:extLst>
              <a:ext uri="{FF2B5EF4-FFF2-40B4-BE49-F238E27FC236}">
                <a16:creationId xmlns:a16="http://schemas.microsoft.com/office/drawing/2014/main" id="{66F3A9CE-3CAF-C0CD-E148-CE373B1F144A}"/>
              </a:ext>
            </a:extLst>
          </p:cNvPr>
          <p:cNvSpPr/>
          <p:nvPr userDrawn="1"/>
        </p:nvSpPr>
        <p:spPr>
          <a:xfrm>
            <a:off x="656251" y="2679063"/>
            <a:ext cx="3598074" cy="2889504"/>
          </a:xfrm>
          <a:prstGeom prst="roundRect">
            <a:avLst>
              <a:gd name="adj" fmla="val 9072"/>
            </a:avLst>
          </a:prstGeom>
          <a:solidFill>
            <a:srgbClr val="021E33">
              <a:alpha val="4471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073347" y="4165262"/>
            <a:ext cx="2813847" cy="707233"/>
          </a:xfrm>
        </p:spPr>
        <p:txBody>
          <a:bodyPr>
            <a:noAutofit/>
          </a:bodyPr>
          <a:lstStyle>
            <a:lvl1pPr marL="0" indent="0" algn="l">
              <a:buNone/>
              <a:defRPr sz="4200">
                <a:solidFill>
                  <a:schemeClr val="bg2"/>
                </a:solidFill>
              </a:defRPr>
            </a:lvl1pPr>
          </a:lstStyle>
          <a:p>
            <a:pPr lvl="0"/>
            <a:r>
              <a:rPr lang="en-US" dirty="0"/>
              <a:t>ZAHL 01</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098747"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20" name="Bildplatzhalter 19">
            <a:extLst>
              <a:ext uri="{FF2B5EF4-FFF2-40B4-BE49-F238E27FC236}">
                <a16:creationId xmlns:a16="http://schemas.microsoft.com/office/drawing/2014/main" id="{59CDD65F-C411-335F-92C4-E7A4BD75DAEB}"/>
              </a:ext>
            </a:extLst>
          </p:cNvPr>
          <p:cNvSpPr>
            <a:spLocks noGrp="1"/>
          </p:cNvSpPr>
          <p:nvPr>
            <p:ph type="pic" sz="quarter" idx="20"/>
          </p:nvPr>
        </p:nvSpPr>
        <p:spPr>
          <a:xfrm>
            <a:off x="1066603" y="3049586"/>
            <a:ext cx="758825" cy="758825"/>
          </a:xfrm>
        </p:spPr>
        <p:txBody>
          <a:bodyPr>
            <a:noAutofit/>
          </a:bodyPr>
          <a:lstStyle/>
          <a:p>
            <a:endParaRPr lang="de-DE"/>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34" name="Abgerundetes Rechteck 33">
            <a:extLst>
              <a:ext uri="{FF2B5EF4-FFF2-40B4-BE49-F238E27FC236}">
                <a16:creationId xmlns:a16="http://schemas.microsoft.com/office/drawing/2014/main" id="{06F5D90C-7951-19AC-12CD-30EB459E67B5}"/>
              </a:ext>
            </a:extLst>
          </p:cNvPr>
          <p:cNvSpPr/>
          <p:nvPr userDrawn="1"/>
        </p:nvSpPr>
        <p:spPr>
          <a:xfrm>
            <a:off x="4415044" y="2679063"/>
            <a:ext cx="3598074" cy="2889504"/>
          </a:xfrm>
          <a:prstGeom prst="roundRect">
            <a:avLst>
              <a:gd name="adj" fmla="val 9072"/>
            </a:avLst>
          </a:prstGeom>
          <a:solidFill>
            <a:srgbClr val="021E33">
              <a:alpha val="4471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5" name="Text Placeholder 9">
            <a:extLst>
              <a:ext uri="{FF2B5EF4-FFF2-40B4-BE49-F238E27FC236}">
                <a16:creationId xmlns:a16="http://schemas.microsoft.com/office/drawing/2014/main" id="{F07CF399-37AC-9E7F-E2A5-6218076AE79C}"/>
              </a:ext>
            </a:extLst>
          </p:cNvPr>
          <p:cNvSpPr>
            <a:spLocks noGrp="1"/>
          </p:cNvSpPr>
          <p:nvPr>
            <p:ph type="body" sz="quarter" idx="21" hasCustomPrompt="1"/>
          </p:nvPr>
        </p:nvSpPr>
        <p:spPr>
          <a:xfrm>
            <a:off x="4832140" y="4165262"/>
            <a:ext cx="2813847" cy="707233"/>
          </a:xfrm>
        </p:spPr>
        <p:txBody>
          <a:bodyPr>
            <a:noAutofit/>
          </a:bodyPr>
          <a:lstStyle>
            <a:lvl1pPr marL="0" indent="0" algn="l">
              <a:buNone/>
              <a:defRPr sz="4200">
                <a:solidFill>
                  <a:schemeClr val="bg2"/>
                </a:solidFill>
              </a:defRPr>
            </a:lvl1pPr>
          </a:lstStyle>
          <a:p>
            <a:pPr lvl="0"/>
            <a:r>
              <a:rPr lang="en-US" dirty="0"/>
              <a:t>ZAHL 02</a:t>
            </a:r>
          </a:p>
        </p:txBody>
      </p:sp>
      <p:sp>
        <p:nvSpPr>
          <p:cNvPr id="36" name="Text Placeholder 13">
            <a:extLst>
              <a:ext uri="{FF2B5EF4-FFF2-40B4-BE49-F238E27FC236}">
                <a16:creationId xmlns:a16="http://schemas.microsoft.com/office/drawing/2014/main" id="{3DC1F490-1198-3DC8-EFEC-13B01C5AE690}"/>
              </a:ext>
            </a:extLst>
          </p:cNvPr>
          <p:cNvSpPr>
            <a:spLocks noGrp="1"/>
          </p:cNvSpPr>
          <p:nvPr>
            <p:ph type="body" sz="quarter" idx="22" hasCustomPrompt="1"/>
          </p:nvPr>
        </p:nvSpPr>
        <p:spPr>
          <a:xfrm>
            <a:off x="4857540"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37" name="Bildplatzhalter 19">
            <a:extLst>
              <a:ext uri="{FF2B5EF4-FFF2-40B4-BE49-F238E27FC236}">
                <a16:creationId xmlns:a16="http://schemas.microsoft.com/office/drawing/2014/main" id="{F5F47E20-9FB6-11DF-E3AF-8095DA3B28B1}"/>
              </a:ext>
            </a:extLst>
          </p:cNvPr>
          <p:cNvSpPr>
            <a:spLocks noGrp="1"/>
          </p:cNvSpPr>
          <p:nvPr>
            <p:ph type="pic" sz="quarter" idx="23"/>
          </p:nvPr>
        </p:nvSpPr>
        <p:spPr>
          <a:xfrm>
            <a:off x="4825396" y="3049586"/>
            <a:ext cx="758825" cy="758825"/>
          </a:xfrm>
        </p:spPr>
        <p:txBody>
          <a:bodyPr>
            <a:noAutofit/>
          </a:bodyPr>
          <a:lstStyle/>
          <a:p>
            <a:endParaRPr lang="de-DE"/>
          </a:p>
        </p:txBody>
      </p:sp>
      <p:sp>
        <p:nvSpPr>
          <p:cNvPr id="38" name="Abgerundetes Rechteck 37">
            <a:extLst>
              <a:ext uri="{FF2B5EF4-FFF2-40B4-BE49-F238E27FC236}">
                <a16:creationId xmlns:a16="http://schemas.microsoft.com/office/drawing/2014/main" id="{CD24B6E1-3C63-7EC4-6FD6-7EA2C03B85C1}"/>
              </a:ext>
            </a:extLst>
          </p:cNvPr>
          <p:cNvSpPr/>
          <p:nvPr userDrawn="1"/>
        </p:nvSpPr>
        <p:spPr>
          <a:xfrm>
            <a:off x="8173837" y="2679063"/>
            <a:ext cx="3598074" cy="2889504"/>
          </a:xfrm>
          <a:prstGeom prst="roundRect">
            <a:avLst>
              <a:gd name="adj" fmla="val 9072"/>
            </a:avLst>
          </a:prstGeom>
          <a:solidFill>
            <a:srgbClr val="021E33">
              <a:alpha val="4471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9" name="Text Placeholder 9">
            <a:extLst>
              <a:ext uri="{FF2B5EF4-FFF2-40B4-BE49-F238E27FC236}">
                <a16:creationId xmlns:a16="http://schemas.microsoft.com/office/drawing/2014/main" id="{991C874D-0A9A-E1F8-712F-872B9818D7FD}"/>
              </a:ext>
            </a:extLst>
          </p:cNvPr>
          <p:cNvSpPr>
            <a:spLocks noGrp="1"/>
          </p:cNvSpPr>
          <p:nvPr>
            <p:ph type="body" sz="quarter" idx="24" hasCustomPrompt="1"/>
          </p:nvPr>
        </p:nvSpPr>
        <p:spPr>
          <a:xfrm>
            <a:off x="8590933" y="4165262"/>
            <a:ext cx="2813847" cy="707233"/>
          </a:xfrm>
        </p:spPr>
        <p:txBody>
          <a:bodyPr>
            <a:noAutofit/>
          </a:bodyPr>
          <a:lstStyle>
            <a:lvl1pPr marL="0" indent="0" algn="l">
              <a:buNone/>
              <a:defRPr sz="4200">
                <a:solidFill>
                  <a:schemeClr val="bg2"/>
                </a:solidFill>
              </a:defRPr>
            </a:lvl1pPr>
          </a:lstStyle>
          <a:p>
            <a:pPr lvl="0"/>
            <a:r>
              <a:rPr lang="en-US" dirty="0"/>
              <a:t>ZAHL 03</a:t>
            </a:r>
          </a:p>
        </p:txBody>
      </p:sp>
      <p:sp>
        <p:nvSpPr>
          <p:cNvPr id="40" name="Text Placeholder 13">
            <a:extLst>
              <a:ext uri="{FF2B5EF4-FFF2-40B4-BE49-F238E27FC236}">
                <a16:creationId xmlns:a16="http://schemas.microsoft.com/office/drawing/2014/main" id="{F6552FF8-709D-61F8-E277-E346B8FB9460}"/>
              </a:ext>
            </a:extLst>
          </p:cNvPr>
          <p:cNvSpPr>
            <a:spLocks noGrp="1"/>
          </p:cNvSpPr>
          <p:nvPr>
            <p:ph type="body" sz="quarter" idx="25" hasCustomPrompt="1"/>
          </p:nvPr>
        </p:nvSpPr>
        <p:spPr>
          <a:xfrm>
            <a:off x="8616333"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41" name="Bildplatzhalter 19">
            <a:extLst>
              <a:ext uri="{FF2B5EF4-FFF2-40B4-BE49-F238E27FC236}">
                <a16:creationId xmlns:a16="http://schemas.microsoft.com/office/drawing/2014/main" id="{2AF100A0-E3C6-2FDD-2EAD-05218EEE90E9}"/>
              </a:ext>
            </a:extLst>
          </p:cNvPr>
          <p:cNvSpPr>
            <a:spLocks noGrp="1"/>
          </p:cNvSpPr>
          <p:nvPr>
            <p:ph type="pic" sz="quarter" idx="26"/>
          </p:nvPr>
        </p:nvSpPr>
        <p:spPr>
          <a:xfrm>
            <a:off x="8584189" y="3049586"/>
            <a:ext cx="758825" cy="758825"/>
          </a:xfrm>
        </p:spPr>
        <p:txBody>
          <a:bodyPr>
            <a:noAutofit/>
          </a:bodyPr>
          <a:lstStyle/>
          <a:p>
            <a:endParaRPr lang="de-DE"/>
          </a:p>
        </p:txBody>
      </p:sp>
      <p:sp>
        <p:nvSpPr>
          <p:cNvPr id="2" name="Rectangle 16">
            <a:extLst>
              <a:ext uri="{FF2B5EF4-FFF2-40B4-BE49-F238E27FC236}">
                <a16:creationId xmlns:a16="http://schemas.microsoft.com/office/drawing/2014/main" id="{F7641802-36CD-7244-DF83-89853EE4A67D}"/>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15361372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vent 3 Persone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3888196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11" name="Text Placeholder 10">
            <a:extLst>
              <a:ext uri="{FF2B5EF4-FFF2-40B4-BE49-F238E27FC236}">
                <a16:creationId xmlns:a16="http://schemas.microsoft.com/office/drawing/2014/main" id="{BFD5EC9C-9812-B434-8E03-DFF2703E5AD2}"/>
              </a:ext>
            </a:extLst>
          </p:cNvPr>
          <p:cNvSpPr>
            <a:spLocks noGrp="1"/>
          </p:cNvSpPr>
          <p:nvPr>
            <p:ph type="body" sz="quarter" idx="11" hasCustomPrompt="1"/>
          </p:nvPr>
        </p:nvSpPr>
        <p:spPr>
          <a:xfrm>
            <a:off x="431801" y="4947414"/>
            <a:ext cx="3521827"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2" name="Text Placeholder 10">
            <a:extLst>
              <a:ext uri="{FF2B5EF4-FFF2-40B4-BE49-F238E27FC236}">
                <a16:creationId xmlns:a16="http://schemas.microsoft.com/office/drawing/2014/main" id="{E5EA39F0-CE9A-E60C-CE83-085AB9B0E6EF}"/>
              </a:ext>
            </a:extLst>
          </p:cNvPr>
          <p:cNvSpPr>
            <a:spLocks noGrp="1"/>
          </p:cNvSpPr>
          <p:nvPr>
            <p:ph type="body" sz="quarter" idx="13" hasCustomPrompt="1"/>
          </p:nvPr>
        </p:nvSpPr>
        <p:spPr>
          <a:xfrm>
            <a:off x="4331912" y="4947414"/>
            <a:ext cx="3521827"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3" name="Text Placeholder 10">
            <a:extLst>
              <a:ext uri="{FF2B5EF4-FFF2-40B4-BE49-F238E27FC236}">
                <a16:creationId xmlns:a16="http://schemas.microsoft.com/office/drawing/2014/main" id="{80459632-4A2E-2835-F2EA-1146DBB5EC41}"/>
              </a:ext>
            </a:extLst>
          </p:cNvPr>
          <p:cNvSpPr>
            <a:spLocks noGrp="1"/>
          </p:cNvSpPr>
          <p:nvPr>
            <p:ph type="body" sz="quarter" idx="14" hasCustomPrompt="1"/>
          </p:nvPr>
        </p:nvSpPr>
        <p:spPr>
          <a:xfrm>
            <a:off x="8232023" y="4947414"/>
            <a:ext cx="3521827"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77438D93-19FF-7C96-9C20-F732D0E998EF}"/>
              </a:ext>
            </a:extLst>
          </p:cNvPr>
          <p:cNvSpPr>
            <a:spLocks noGrp="1"/>
          </p:cNvSpPr>
          <p:nvPr>
            <p:ph type="body" sz="quarter" idx="45" hasCustomPrompt="1"/>
          </p:nvPr>
        </p:nvSpPr>
        <p:spPr>
          <a:xfrm>
            <a:off x="431801" y="5411344"/>
            <a:ext cx="3521827"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8" name="Text Placeholder 10">
            <a:extLst>
              <a:ext uri="{FF2B5EF4-FFF2-40B4-BE49-F238E27FC236}">
                <a16:creationId xmlns:a16="http://schemas.microsoft.com/office/drawing/2014/main" id="{9B214C29-139A-12D8-D107-702C58403730}"/>
              </a:ext>
            </a:extLst>
          </p:cNvPr>
          <p:cNvSpPr>
            <a:spLocks noGrp="1"/>
          </p:cNvSpPr>
          <p:nvPr>
            <p:ph type="body" sz="quarter" idx="46" hasCustomPrompt="1"/>
          </p:nvPr>
        </p:nvSpPr>
        <p:spPr>
          <a:xfrm>
            <a:off x="4331912" y="5411344"/>
            <a:ext cx="3521827"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9" name="Text Placeholder 10">
            <a:extLst>
              <a:ext uri="{FF2B5EF4-FFF2-40B4-BE49-F238E27FC236}">
                <a16:creationId xmlns:a16="http://schemas.microsoft.com/office/drawing/2014/main" id="{9912B03F-920E-E19E-3510-1FF5132F035F}"/>
              </a:ext>
            </a:extLst>
          </p:cNvPr>
          <p:cNvSpPr>
            <a:spLocks noGrp="1"/>
          </p:cNvSpPr>
          <p:nvPr>
            <p:ph type="body" sz="quarter" idx="47" hasCustomPrompt="1"/>
          </p:nvPr>
        </p:nvSpPr>
        <p:spPr>
          <a:xfrm>
            <a:off x="8232023" y="5411344"/>
            <a:ext cx="3521827"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Picture Placeholder 15">
            <a:extLst>
              <a:ext uri="{FF2B5EF4-FFF2-40B4-BE49-F238E27FC236}">
                <a16:creationId xmlns:a16="http://schemas.microsoft.com/office/drawing/2014/main" id="{DCAFC76C-D7B6-BCE2-A7B2-669DAC73FE53}"/>
              </a:ext>
            </a:extLst>
          </p:cNvPr>
          <p:cNvSpPr>
            <a:spLocks noGrp="1"/>
          </p:cNvSpPr>
          <p:nvPr>
            <p:ph type="pic" sz="quarter" idx="44"/>
          </p:nvPr>
        </p:nvSpPr>
        <p:spPr>
          <a:xfrm>
            <a:off x="879852" y="2227953"/>
            <a:ext cx="2625724" cy="2625724"/>
          </a:xfrm>
          <a:prstGeom prst="ellipse">
            <a:avLst/>
          </a:prstGeom>
          <a:ln w="12700">
            <a:solidFill>
              <a:schemeClr val="bg1"/>
            </a:solidFill>
          </a:ln>
        </p:spPr>
        <p:txBody>
          <a:bodyPr>
            <a:noAutofit/>
          </a:bodyPr>
          <a:lstStyle/>
          <a:p>
            <a:endParaRPr lang="en-GB"/>
          </a:p>
        </p:txBody>
      </p:sp>
      <p:sp>
        <p:nvSpPr>
          <p:cNvPr id="21" name="Picture Placeholder 15">
            <a:extLst>
              <a:ext uri="{FF2B5EF4-FFF2-40B4-BE49-F238E27FC236}">
                <a16:creationId xmlns:a16="http://schemas.microsoft.com/office/drawing/2014/main" id="{A1AA47C7-EE5D-794B-C9AF-0B16B1237EE6}"/>
              </a:ext>
            </a:extLst>
          </p:cNvPr>
          <p:cNvSpPr>
            <a:spLocks noGrp="1"/>
          </p:cNvSpPr>
          <p:nvPr>
            <p:ph type="pic" sz="quarter" idx="48"/>
          </p:nvPr>
        </p:nvSpPr>
        <p:spPr>
          <a:xfrm>
            <a:off x="4783138" y="2227953"/>
            <a:ext cx="2625724" cy="2625724"/>
          </a:xfrm>
          <a:prstGeom prst="ellipse">
            <a:avLst/>
          </a:prstGeom>
          <a:ln w="12700">
            <a:solidFill>
              <a:schemeClr val="bg1"/>
            </a:solidFill>
          </a:ln>
        </p:spPr>
        <p:txBody>
          <a:bodyPr>
            <a:noAutofit/>
          </a:bodyPr>
          <a:lstStyle/>
          <a:p>
            <a:endParaRPr lang="en-GB"/>
          </a:p>
        </p:txBody>
      </p:sp>
      <p:sp>
        <p:nvSpPr>
          <p:cNvPr id="22" name="Picture Placeholder 15">
            <a:extLst>
              <a:ext uri="{FF2B5EF4-FFF2-40B4-BE49-F238E27FC236}">
                <a16:creationId xmlns:a16="http://schemas.microsoft.com/office/drawing/2014/main" id="{AE782210-226A-0220-B778-99618C01472F}"/>
              </a:ext>
            </a:extLst>
          </p:cNvPr>
          <p:cNvSpPr>
            <a:spLocks noGrp="1"/>
          </p:cNvSpPr>
          <p:nvPr>
            <p:ph type="pic" sz="quarter" idx="49"/>
          </p:nvPr>
        </p:nvSpPr>
        <p:spPr>
          <a:xfrm>
            <a:off x="8680074" y="2227953"/>
            <a:ext cx="2625724" cy="2625724"/>
          </a:xfrm>
          <a:prstGeom prst="ellipse">
            <a:avLst/>
          </a:prstGeom>
          <a:ln w="12700">
            <a:solidFill>
              <a:schemeClr val="bg1"/>
            </a:solidFill>
          </a:ln>
        </p:spPr>
        <p:txBody>
          <a:bodyPr>
            <a:noAutofit/>
          </a:bodyPr>
          <a:lstStyle/>
          <a:p>
            <a:endParaRPr lang="en-GB"/>
          </a:p>
        </p:txBody>
      </p:sp>
      <p:sp>
        <p:nvSpPr>
          <p:cNvPr id="26" name="Rechteck 39">
            <a:extLst>
              <a:ext uri="{FF2B5EF4-FFF2-40B4-BE49-F238E27FC236}">
                <a16:creationId xmlns:a16="http://schemas.microsoft.com/office/drawing/2014/main" id="{1BB030FD-86B8-C7ED-9DE0-35DFBCF276D4}"/>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2" name="Rectangle 16">
            <a:extLst>
              <a:ext uri="{FF2B5EF4-FFF2-40B4-BE49-F238E27FC236}">
                <a16:creationId xmlns:a16="http://schemas.microsoft.com/office/drawing/2014/main" id="{5792DFCD-28DD-EB6D-008D-9C4C413BE95E}"/>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3887313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vent 5 Persone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011670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11" name="Text Placeholder 10">
            <a:extLst>
              <a:ext uri="{FF2B5EF4-FFF2-40B4-BE49-F238E27FC236}">
                <a16:creationId xmlns:a16="http://schemas.microsoft.com/office/drawing/2014/main" id="{BFD5EC9C-9812-B434-8E03-DFF2703E5AD2}"/>
              </a:ext>
            </a:extLst>
          </p:cNvPr>
          <p:cNvSpPr>
            <a:spLocks noGrp="1"/>
          </p:cNvSpPr>
          <p:nvPr>
            <p:ph type="body" sz="quarter" idx="11" hasCustomPrompt="1"/>
          </p:nvPr>
        </p:nvSpPr>
        <p:spPr>
          <a:xfrm>
            <a:off x="431801"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77438D93-19FF-7C96-9C20-F732D0E998EF}"/>
              </a:ext>
            </a:extLst>
          </p:cNvPr>
          <p:cNvSpPr>
            <a:spLocks noGrp="1"/>
          </p:cNvSpPr>
          <p:nvPr>
            <p:ph type="body" sz="quarter" idx="45" hasCustomPrompt="1"/>
          </p:nvPr>
        </p:nvSpPr>
        <p:spPr>
          <a:xfrm>
            <a:off x="431801"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0" name="Text Placeholder 10">
            <a:extLst>
              <a:ext uri="{FF2B5EF4-FFF2-40B4-BE49-F238E27FC236}">
                <a16:creationId xmlns:a16="http://schemas.microsoft.com/office/drawing/2014/main" id="{FAB98A2C-3FE6-1B7E-7E97-D2CCDC82BFD3}"/>
              </a:ext>
            </a:extLst>
          </p:cNvPr>
          <p:cNvSpPr>
            <a:spLocks noGrp="1"/>
          </p:cNvSpPr>
          <p:nvPr>
            <p:ph type="body" sz="quarter" idx="46" hasCustomPrompt="1"/>
          </p:nvPr>
        </p:nvSpPr>
        <p:spPr>
          <a:xfrm>
            <a:off x="2730076"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6" name="Text Placeholder 10">
            <a:extLst>
              <a:ext uri="{FF2B5EF4-FFF2-40B4-BE49-F238E27FC236}">
                <a16:creationId xmlns:a16="http://schemas.microsoft.com/office/drawing/2014/main" id="{705DC99C-7E31-6DF2-4D98-29BDE025DC5F}"/>
              </a:ext>
            </a:extLst>
          </p:cNvPr>
          <p:cNvSpPr>
            <a:spLocks noGrp="1"/>
          </p:cNvSpPr>
          <p:nvPr>
            <p:ph type="body" sz="quarter" idx="47" hasCustomPrompt="1"/>
          </p:nvPr>
        </p:nvSpPr>
        <p:spPr>
          <a:xfrm>
            <a:off x="2730076"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8" name="Text Placeholder 10">
            <a:extLst>
              <a:ext uri="{FF2B5EF4-FFF2-40B4-BE49-F238E27FC236}">
                <a16:creationId xmlns:a16="http://schemas.microsoft.com/office/drawing/2014/main" id="{D3888FFD-2B05-0AE6-669E-AA2831F56F3E}"/>
              </a:ext>
            </a:extLst>
          </p:cNvPr>
          <p:cNvSpPr>
            <a:spLocks noGrp="1"/>
          </p:cNvSpPr>
          <p:nvPr>
            <p:ph type="body" sz="quarter" idx="49" hasCustomPrompt="1"/>
          </p:nvPr>
        </p:nvSpPr>
        <p:spPr>
          <a:xfrm>
            <a:off x="5028351"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9" name="Text Placeholder 10">
            <a:extLst>
              <a:ext uri="{FF2B5EF4-FFF2-40B4-BE49-F238E27FC236}">
                <a16:creationId xmlns:a16="http://schemas.microsoft.com/office/drawing/2014/main" id="{B57B9E70-0934-88BF-B13B-D1088133F50C}"/>
              </a:ext>
            </a:extLst>
          </p:cNvPr>
          <p:cNvSpPr>
            <a:spLocks noGrp="1"/>
          </p:cNvSpPr>
          <p:nvPr>
            <p:ph type="body" sz="quarter" idx="50" hasCustomPrompt="1"/>
          </p:nvPr>
        </p:nvSpPr>
        <p:spPr>
          <a:xfrm>
            <a:off x="5028351"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1" name="Text Placeholder 10">
            <a:extLst>
              <a:ext uri="{FF2B5EF4-FFF2-40B4-BE49-F238E27FC236}">
                <a16:creationId xmlns:a16="http://schemas.microsoft.com/office/drawing/2014/main" id="{A8AFA537-B07C-9995-B0E0-256470678327}"/>
              </a:ext>
            </a:extLst>
          </p:cNvPr>
          <p:cNvSpPr>
            <a:spLocks noGrp="1"/>
          </p:cNvSpPr>
          <p:nvPr>
            <p:ph type="body" sz="quarter" idx="52" hasCustomPrompt="1"/>
          </p:nvPr>
        </p:nvSpPr>
        <p:spPr>
          <a:xfrm>
            <a:off x="7326626"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3" name="Text Placeholder 10">
            <a:extLst>
              <a:ext uri="{FF2B5EF4-FFF2-40B4-BE49-F238E27FC236}">
                <a16:creationId xmlns:a16="http://schemas.microsoft.com/office/drawing/2014/main" id="{8443C2BD-3712-7D66-0118-E4ED48AB80B0}"/>
              </a:ext>
            </a:extLst>
          </p:cNvPr>
          <p:cNvSpPr>
            <a:spLocks noGrp="1"/>
          </p:cNvSpPr>
          <p:nvPr>
            <p:ph type="body" sz="quarter" idx="53" hasCustomPrompt="1"/>
          </p:nvPr>
        </p:nvSpPr>
        <p:spPr>
          <a:xfrm>
            <a:off x="7326626"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5" name="Text Placeholder 10">
            <a:extLst>
              <a:ext uri="{FF2B5EF4-FFF2-40B4-BE49-F238E27FC236}">
                <a16:creationId xmlns:a16="http://schemas.microsoft.com/office/drawing/2014/main" id="{5F71F423-0DEF-A55E-2CD9-0FF60CC9C8B0}"/>
              </a:ext>
            </a:extLst>
          </p:cNvPr>
          <p:cNvSpPr>
            <a:spLocks noGrp="1"/>
          </p:cNvSpPr>
          <p:nvPr>
            <p:ph type="body" sz="quarter" idx="55" hasCustomPrompt="1"/>
          </p:nvPr>
        </p:nvSpPr>
        <p:spPr>
          <a:xfrm>
            <a:off x="9624901"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6" name="Text Placeholder 10">
            <a:extLst>
              <a:ext uri="{FF2B5EF4-FFF2-40B4-BE49-F238E27FC236}">
                <a16:creationId xmlns:a16="http://schemas.microsoft.com/office/drawing/2014/main" id="{294E8B2A-2E35-894C-2F64-47A648AFB920}"/>
              </a:ext>
            </a:extLst>
          </p:cNvPr>
          <p:cNvSpPr>
            <a:spLocks noGrp="1"/>
          </p:cNvSpPr>
          <p:nvPr>
            <p:ph type="body" sz="quarter" idx="56" hasCustomPrompt="1"/>
          </p:nvPr>
        </p:nvSpPr>
        <p:spPr>
          <a:xfrm>
            <a:off x="9624901"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42" name="Rechteck 39">
            <a:extLst>
              <a:ext uri="{FF2B5EF4-FFF2-40B4-BE49-F238E27FC236}">
                <a16:creationId xmlns:a16="http://schemas.microsoft.com/office/drawing/2014/main" id="{BA73350F-AA45-93E8-614D-329E49E9230A}"/>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15" name="Picture Placeholder 15">
            <a:extLst>
              <a:ext uri="{FF2B5EF4-FFF2-40B4-BE49-F238E27FC236}">
                <a16:creationId xmlns:a16="http://schemas.microsoft.com/office/drawing/2014/main" id="{DCAFC76C-D7B6-BCE2-A7B2-669DAC73FE53}"/>
              </a:ext>
            </a:extLst>
          </p:cNvPr>
          <p:cNvSpPr>
            <a:spLocks noGrp="1"/>
          </p:cNvSpPr>
          <p:nvPr>
            <p:ph type="pic" sz="quarter" idx="44"/>
          </p:nvPr>
        </p:nvSpPr>
        <p:spPr>
          <a:xfrm>
            <a:off x="431800" y="2278916"/>
            <a:ext cx="2127600" cy="2127600"/>
          </a:xfrm>
          <a:prstGeom prst="ellipse">
            <a:avLst/>
          </a:prstGeom>
          <a:ln w="12700">
            <a:solidFill>
              <a:schemeClr val="bg1"/>
            </a:solidFill>
          </a:ln>
        </p:spPr>
        <p:txBody>
          <a:bodyPr>
            <a:noAutofit/>
          </a:bodyPr>
          <a:lstStyle/>
          <a:p>
            <a:endParaRPr lang="en-GB"/>
          </a:p>
        </p:txBody>
      </p:sp>
      <p:sp>
        <p:nvSpPr>
          <p:cNvPr id="27" name="Picture Placeholder 15">
            <a:extLst>
              <a:ext uri="{FF2B5EF4-FFF2-40B4-BE49-F238E27FC236}">
                <a16:creationId xmlns:a16="http://schemas.microsoft.com/office/drawing/2014/main" id="{E647A6F3-E367-5C48-6065-176488EEF52E}"/>
              </a:ext>
            </a:extLst>
          </p:cNvPr>
          <p:cNvSpPr>
            <a:spLocks noGrp="1"/>
          </p:cNvSpPr>
          <p:nvPr>
            <p:ph type="pic" sz="quarter" idx="48"/>
          </p:nvPr>
        </p:nvSpPr>
        <p:spPr>
          <a:xfrm>
            <a:off x="2731425" y="2278916"/>
            <a:ext cx="2127600" cy="2127600"/>
          </a:xfrm>
          <a:prstGeom prst="ellipse">
            <a:avLst/>
          </a:prstGeom>
          <a:ln w="12700">
            <a:solidFill>
              <a:schemeClr val="bg1"/>
            </a:solidFill>
          </a:ln>
        </p:spPr>
        <p:txBody>
          <a:bodyPr>
            <a:noAutofit/>
          </a:bodyPr>
          <a:lstStyle/>
          <a:p>
            <a:endParaRPr lang="en-GB"/>
          </a:p>
        </p:txBody>
      </p:sp>
      <p:sp>
        <p:nvSpPr>
          <p:cNvPr id="30" name="Picture Placeholder 15">
            <a:extLst>
              <a:ext uri="{FF2B5EF4-FFF2-40B4-BE49-F238E27FC236}">
                <a16:creationId xmlns:a16="http://schemas.microsoft.com/office/drawing/2014/main" id="{604DEC45-436D-7C7D-1A3F-8CD7C667EE09}"/>
              </a:ext>
            </a:extLst>
          </p:cNvPr>
          <p:cNvSpPr>
            <a:spLocks noGrp="1"/>
          </p:cNvSpPr>
          <p:nvPr>
            <p:ph type="pic" sz="quarter" idx="51"/>
          </p:nvPr>
        </p:nvSpPr>
        <p:spPr>
          <a:xfrm>
            <a:off x="5029700" y="2278916"/>
            <a:ext cx="2127600" cy="2127600"/>
          </a:xfrm>
          <a:prstGeom prst="ellipse">
            <a:avLst/>
          </a:prstGeom>
          <a:ln w="12700">
            <a:solidFill>
              <a:schemeClr val="bg1"/>
            </a:solidFill>
          </a:ln>
        </p:spPr>
        <p:txBody>
          <a:bodyPr>
            <a:noAutofit/>
          </a:bodyPr>
          <a:lstStyle/>
          <a:p>
            <a:endParaRPr lang="en-GB"/>
          </a:p>
        </p:txBody>
      </p:sp>
      <p:sp>
        <p:nvSpPr>
          <p:cNvPr id="34" name="Picture Placeholder 15">
            <a:extLst>
              <a:ext uri="{FF2B5EF4-FFF2-40B4-BE49-F238E27FC236}">
                <a16:creationId xmlns:a16="http://schemas.microsoft.com/office/drawing/2014/main" id="{CB1A79B9-7101-2608-15DA-ED99E07CEDC8}"/>
              </a:ext>
            </a:extLst>
          </p:cNvPr>
          <p:cNvSpPr>
            <a:spLocks noGrp="1"/>
          </p:cNvSpPr>
          <p:nvPr>
            <p:ph type="pic" sz="quarter" idx="54"/>
          </p:nvPr>
        </p:nvSpPr>
        <p:spPr>
          <a:xfrm>
            <a:off x="7327975" y="2278916"/>
            <a:ext cx="2127600" cy="2127600"/>
          </a:xfrm>
          <a:prstGeom prst="ellipse">
            <a:avLst/>
          </a:prstGeom>
          <a:ln w="12700">
            <a:solidFill>
              <a:schemeClr val="bg1"/>
            </a:solidFill>
          </a:ln>
        </p:spPr>
        <p:txBody>
          <a:bodyPr>
            <a:noAutofit/>
          </a:bodyPr>
          <a:lstStyle/>
          <a:p>
            <a:endParaRPr lang="en-GB"/>
          </a:p>
        </p:txBody>
      </p:sp>
      <p:sp>
        <p:nvSpPr>
          <p:cNvPr id="37" name="Picture Placeholder 15">
            <a:extLst>
              <a:ext uri="{FF2B5EF4-FFF2-40B4-BE49-F238E27FC236}">
                <a16:creationId xmlns:a16="http://schemas.microsoft.com/office/drawing/2014/main" id="{3635A2CA-FF6D-7B74-DA8A-6BDFF09C1720}"/>
              </a:ext>
            </a:extLst>
          </p:cNvPr>
          <p:cNvSpPr>
            <a:spLocks noGrp="1"/>
          </p:cNvSpPr>
          <p:nvPr>
            <p:ph type="pic" sz="quarter" idx="57"/>
          </p:nvPr>
        </p:nvSpPr>
        <p:spPr>
          <a:xfrm>
            <a:off x="9626250" y="2278916"/>
            <a:ext cx="2127600" cy="2127600"/>
          </a:xfrm>
          <a:prstGeom prst="ellipse">
            <a:avLst/>
          </a:prstGeom>
          <a:ln w="12700">
            <a:solidFill>
              <a:schemeClr val="bg1"/>
            </a:solidFill>
          </a:ln>
        </p:spPr>
        <p:txBody>
          <a:bodyPr>
            <a:noAutofit/>
          </a:bodyPr>
          <a:lstStyle/>
          <a:p>
            <a:endParaRPr lang="en-GB"/>
          </a:p>
        </p:txBody>
      </p:sp>
      <p:sp>
        <p:nvSpPr>
          <p:cNvPr id="2" name="Rectangle 16">
            <a:extLst>
              <a:ext uri="{FF2B5EF4-FFF2-40B4-BE49-F238E27FC236}">
                <a16:creationId xmlns:a16="http://schemas.microsoft.com/office/drawing/2014/main" id="{EB0500AE-DD3D-349E-BD9B-357EFFE969F1}"/>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1081242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cons weiß">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011670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2" name="Rechteck 39">
            <a:extLst>
              <a:ext uri="{FF2B5EF4-FFF2-40B4-BE49-F238E27FC236}">
                <a16:creationId xmlns:a16="http://schemas.microsoft.com/office/drawing/2014/main" id="{BA73350F-AA45-93E8-614D-329E49E9230A}"/>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2" name="Rectangle 16">
            <a:extLst>
              <a:ext uri="{FF2B5EF4-FFF2-40B4-BE49-F238E27FC236}">
                <a16:creationId xmlns:a16="http://schemas.microsoft.com/office/drawing/2014/main" id="{EB0500AE-DD3D-349E-BD9B-357EFFE969F1}"/>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grpSp>
        <p:nvGrpSpPr>
          <p:cNvPr id="13" name="Gruppieren 12">
            <a:extLst>
              <a:ext uri="{FF2B5EF4-FFF2-40B4-BE49-F238E27FC236}">
                <a16:creationId xmlns:a16="http://schemas.microsoft.com/office/drawing/2014/main" id="{21B1BE24-F4E8-C7CC-90CB-2BB61EB938D3}"/>
              </a:ext>
            </a:extLst>
          </p:cNvPr>
          <p:cNvGrpSpPr/>
          <p:nvPr userDrawn="1"/>
        </p:nvGrpSpPr>
        <p:grpSpPr>
          <a:xfrm>
            <a:off x="685279" y="2263350"/>
            <a:ext cx="10776619" cy="3195033"/>
            <a:chOff x="450964" y="2263349"/>
            <a:chExt cx="11290073" cy="3347261"/>
          </a:xfrm>
        </p:grpSpPr>
        <p:pic>
          <p:nvPicPr>
            <p:cNvPr id="6" name="Grafik 3" descr="Hinzufügen Silhouette">
              <a:extLst>
                <a:ext uri="{FF2B5EF4-FFF2-40B4-BE49-F238E27FC236}">
                  <a16:creationId xmlns:a16="http://schemas.microsoft.com/office/drawing/2014/main" id="{71555637-BCAD-F196-ECE4-5D80D6A0165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450964" y="2263349"/>
              <a:ext cx="699655" cy="699655"/>
            </a:xfrm>
            <a:prstGeom prst="rect">
              <a:avLst/>
            </a:prstGeom>
          </p:spPr>
        </p:pic>
        <p:pic>
          <p:nvPicPr>
            <p:cNvPr id="7" name="Grafik 5" descr="Adressbuch Silhouette">
              <a:extLst>
                <a:ext uri="{FF2B5EF4-FFF2-40B4-BE49-F238E27FC236}">
                  <a16:creationId xmlns:a16="http://schemas.microsoft.com/office/drawing/2014/main" id="{B324AD28-B921-DD21-1785-8CE9F749F447}"/>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450964" y="3145884"/>
              <a:ext cx="699655" cy="699655"/>
            </a:xfrm>
            <a:prstGeom prst="rect">
              <a:avLst/>
            </a:prstGeom>
          </p:spPr>
        </p:pic>
        <p:pic>
          <p:nvPicPr>
            <p:cNvPr id="36" name="Grafik 35" descr="Klemmbrett abgehakt Silhouette">
              <a:extLst>
                <a:ext uri="{FF2B5EF4-FFF2-40B4-BE49-F238E27FC236}">
                  <a16:creationId xmlns:a16="http://schemas.microsoft.com/office/drawing/2014/main" id="{E22E318D-6211-1447-D50D-BB20B367F9D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50964" y="4028419"/>
              <a:ext cx="699655" cy="699655"/>
            </a:xfrm>
            <a:prstGeom prst="rect">
              <a:avLst/>
            </a:prstGeom>
          </p:spPr>
        </p:pic>
        <p:pic>
          <p:nvPicPr>
            <p:cNvPr id="8" name="Grafik 7" descr="Klebepflaster Silhouette">
              <a:extLst>
                <a:ext uri="{FF2B5EF4-FFF2-40B4-BE49-F238E27FC236}">
                  <a16:creationId xmlns:a16="http://schemas.microsoft.com/office/drawing/2014/main" id="{169F5C52-26C8-7354-4FE0-5A497430817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333499" y="2263349"/>
              <a:ext cx="699655" cy="699655"/>
            </a:xfrm>
            <a:prstGeom prst="rect">
              <a:avLst/>
            </a:prstGeom>
          </p:spPr>
        </p:pic>
        <p:pic>
          <p:nvPicPr>
            <p:cNvPr id="12" name="Grafik 11" descr="Pfeil Kreis Silhouette">
              <a:extLst>
                <a:ext uri="{FF2B5EF4-FFF2-40B4-BE49-F238E27FC236}">
                  <a16:creationId xmlns:a16="http://schemas.microsoft.com/office/drawing/2014/main" id="{6F3E4AF4-AD45-255A-7D21-52C013B28043}"/>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333499" y="3145884"/>
              <a:ext cx="699655" cy="699655"/>
            </a:xfrm>
            <a:prstGeom prst="rect">
              <a:avLst/>
            </a:prstGeom>
          </p:spPr>
        </p:pic>
        <p:pic>
          <p:nvPicPr>
            <p:cNvPr id="38" name="Grafik 37" descr="Uhr Silhouette">
              <a:extLst>
                <a:ext uri="{FF2B5EF4-FFF2-40B4-BE49-F238E27FC236}">
                  <a16:creationId xmlns:a16="http://schemas.microsoft.com/office/drawing/2014/main" id="{36759F93-F886-B5A8-A366-E1E37B9B082E}"/>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333499" y="4028419"/>
              <a:ext cx="699655" cy="699655"/>
            </a:xfrm>
            <a:prstGeom prst="rect">
              <a:avLst/>
            </a:prstGeom>
          </p:spPr>
        </p:pic>
        <p:pic>
          <p:nvPicPr>
            <p:cNvPr id="10" name="Grafik 9" descr="Wecker Silhouette">
              <a:extLst>
                <a:ext uri="{FF2B5EF4-FFF2-40B4-BE49-F238E27FC236}">
                  <a16:creationId xmlns:a16="http://schemas.microsoft.com/office/drawing/2014/main" id="{C005F546-8BBE-9129-8B23-B57BCAB7220D}"/>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216034" y="2263349"/>
              <a:ext cx="699655" cy="699655"/>
            </a:xfrm>
            <a:prstGeom prst="rect">
              <a:avLst/>
            </a:prstGeom>
          </p:spPr>
        </p:pic>
        <p:pic>
          <p:nvPicPr>
            <p:cNvPr id="14" name="Grafik 13" descr="Pfeil nach rechts Silhouette">
              <a:extLst>
                <a:ext uri="{FF2B5EF4-FFF2-40B4-BE49-F238E27FC236}">
                  <a16:creationId xmlns:a16="http://schemas.microsoft.com/office/drawing/2014/main" id="{CF146A59-2989-163A-284A-7933FD375E99}"/>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2216034" y="3145884"/>
              <a:ext cx="699655" cy="699655"/>
            </a:xfrm>
            <a:prstGeom prst="rect">
              <a:avLst/>
            </a:prstGeom>
          </p:spPr>
        </p:pic>
        <p:pic>
          <p:nvPicPr>
            <p:cNvPr id="40" name="Grafik 39" descr="Schließen Silhouette">
              <a:extLst>
                <a:ext uri="{FF2B5EF4-FFF2-40B4-BE49-F238E27FC236}">
                  <a16:creationId xmlns:a16="http://schemas.microsoft.com/office/drawing/2014/main" id="{25A6D5EB-215D-F4F5-88F0-F7E85490C7AE}"/>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2216034" y="4028419"/>
              <a:ext cx="699655" cy="699655"/>
            </a:xfrm>
            <a:prstGeom prst="rect">
              <a:avLst/>
            </a:prstGeom>
          </p:spPr>
        </p:pic>
        <p:pic>
          <p:nvPicPr>
            <p:cNvPr id="46" name="Grafik 45" descr="Datenbank Silhouette">
              <a:extLst>
                <a:ext uri="{FF2B5EF4-FFF2-40B4-BE49-F238E27FC236}">
                  <a16:creationId xmlns:a16="http://schemas.microsoft.com/office/drawing/2014/main" id="{7D028C02-B004-848D-D2FF-812C974369B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4863638" y="4028419"/>
              <a:ext cx="699655" cy="699655"/>
            </a:xfrm>
            <a:prstGeom prst="rect">
              <a:avLst/>
            </a:prstGeom>
          </p:spPr>
        </p:pic>
        <p:pic>
          <p:nvPicPr>
            <p:cNvPr id="56" name="Grafik 55" descr="Pipette Silhouette">
              <a:extLst>
                <a:ext uri="{FF2B5EF4-FFF2-40B4-BE49-F238E27FC236}">
                  <a16:creationId xmlns:a16="http://schemas.microsoft.com/office/drawing/2014/main" id="{89606603-8FF4-6D35-D094-5A1FDDD4531E}"/>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1333499" y="4910955"/>
              <a:ext cx="699655" cy="699655"/>
            </a:xfrm>
            <a:prstGeom prst="rect">
              <a:avLst/>
            </a:prstGeom>
          </p:spPr>
        </p:pic>
        <p:pic>
          <p:nvPicPr>
            <p:cNvPr id="16" name="Grafik 15" descr="Balkendiagramm mit Aufwärtstrend Silhouette">
              <a:extLst>
                <a:ext uri="{FF2B5EF4-FFF2-40B4-BE49-F238E27FC236}">
                  <a16:creationId xmlns:a16="http://schemas.microsoft.com/office/drawing/2014/main" id="{FE60126C-F840-9A7B-BE03-E5526E216750}"/>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3098569" y="3145884"/>
              <a:ext cx="699655" cy="699655"/>
            </a:xfrm>
            <a:prstGeom prst="rect">
              <a:avLst/>
            </a:prstGeom>
          </p:spPr>
        </p:pic>
        <p:pic>
          <p:nvPicPr>
            <p:cNvPr id="9" name="Grafik 41" descr="Cmd (Terminal) Silhouette">
              <a:extLst>
                <a:ext uri="{FF2B5EF4-FFF2-40B4-BE49-F238E27FC236}">
                  <a16:creationId xmlns:a16="http://schemas.microsoft.com/office/drawing/2014/main" id="{F1B0F637-85EF-1DC8-679C-35193CB5DC94}"/>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3098569" y="4028419"/>
              <a:ext cx="699655" cy="699655"/>
            </a:xfrm>
            <a:prstGeom prst="rect">
              <a:avLst/>
            </a:prstGeom>
          </p:spPr>
        </p:pic>
        <p:pic>
          <p:nvPicPr>
            <p:cNvPr id="66" name="Grafik 65" descr="Griechischer Tempel Silhouette">
              <a:extLst>
                <a:ext uri="{FF2B5EF4-FFF2-40B4-BE49-F238E27FC236}">
                  <a16:creationId xmlns:a16="http://schemas.microsoft.com/office/drawing/2014/main" id="{294D534E-6690-A025-76D0-53D8004B08D9}"/>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3098569" y="2263349"/>
              <a:ext cx="699655" cy="699655"/>
            </a:xfrm>
            <a:prstGeom prst="rect">
              <a:avLst/>
            </a:prstGeom>
          </p:spPr>
        </p:pic>
        <p:pic>
          <p:nvPicPr>
            <p:cNvPr id="18" name="Grafik 17" descr="Bücher Silhouette">
              <a:extLst>
                <a:ext uri="{FF2B5EF4-FFF2-40B4-BE49-F238E27FC236}">
                  <a16:creationId xmlns:a16="http://schemas.microsoft.com/office/drawing/2014/main" id="{4C06670E-8F7F-4629-FE6C-2F2AFE20FC13}"/>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3981104" y="3145884"/>
              <a:ext cx="699655" cy="699655"/>
            </a:xfrm>
            <a:prstGeom prst="rect">
              <a:avLst/>
            </a:prstGeom>
          </p:spPr>
        </p:pic>
        <p:pic>
          <p:nvPicPr>
            <p:cNvPr id="44" name="Grafik 43" descr="Kommentar (wichtig) Silhouette">
              <a:extLst>
                <a:ext uri="{FF2B5EF4-FFF2-40B4-BE49-F238E27FC236}">
                  <a16:creationId xmlns:a16="http://schemas.microsoft.com/office/drawing/2014/main" id="{64C1CDE0-4C0D-EE05-05F1-285D01AC0105}"/>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3981104" y="4028419"/>
              <a:ext cx="699655" cy="699655"/>
            </a:xfrm>
            <a:prstGeom prst="rect">
              <a:avLst/>
            </a:prstGeom>
          </p:spPr>
        </p:pic>
        <p:pic>
          <p:nvPicPr>
            <p:cNvPr id="68" name="Grafik 67" descr="Grinsende Gesichtskontur Silhouette">
              <a:extLst>
                <a:ext uri="{FF2B5EF4-FFF2-40B4-BE49-F238E27FC236}">
                  <a16:creationId xmlns:a16="http://schemas.microsoft.com/office/drawing/2014/main" id="{9CED86E2-C177-A46F-AB19-3DDF029DCD27}"/>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3981104" y="2263349"/>
              <a:ext cx="699655" cy="699655"/>
            </a:xfrm>
            <a:prstGeom prst="rect">
              <a:avLst/>
            </a:prstGeom>
          </p:spPr>
        </p:pic>
        <p:pic>
          <p:nvPicPr>
            <p:cNvPr id="20" name="Grafik 19" descr="Schachtel Silhouette">
              <a:extLst>
                <a:ext uri="{FF2B5EF4-FFF2-40B4-BE49-F238E27FC236}">
                  <a16:creationId xmlns:a16="http://schemas.microsoft.com/office/drawing/2014/main" id="{9F041426-6456-8A27-2A33-15B0F1AB446C}"/>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4863639" y="3145884"/>
              <a:ext cx="699655" cy="699655"/>
            </a:xfrm>
            <a:prstGeom prst="rect">
              <a:avLst/>
            </a:prstGeom>
          </p:spPr>
        </p:pic>
        <p:pic>
          <p:nvPicPr>
            <p:cNvPr id="48" name="Grafik 47" descr="Ärztin Silhouette">
              <a:extLst>
                <a:ext uri="{FF2B5EF4-FFF2-40B4-BE49-F238E27FC236}">
                  <a16:creationId xmlns:a16="http://schemas.microsoft.com/office/drawing/2014/main" id="{B5714A3F-1658-0321-5E26-773E31058E3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5746174" y="4028419"/>
              <a:ext cx="699655" cy="699655"/>
            </a:xfrm>
            <a:prstGeom prst="rect">
              <a:avLst/>
            </a:prstGeom>
          </p:spPr>
        </p:pic>
        <p:pic>
          <p:nvPicPr>
            <p:cNvPr id="70" name="Grafik 69" descr="Gruppe Silhouette">
              <a:extLst>
                <a:ext uri="{FF2B5EF4-FFF2-40B4-BE49-F238E27FC236}">
                  <a16:creationId xmlns:a16="http://schemas.microsoft.com/office/drawing/2014/main" id="{B8FDE5A5-CA42-D2E6-22DA-6588C5E381D1}"/>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4863639" y="2263349"/>
              <a:ext cx="699655" cy="699655"/>
            </a:xfrm>
            <a:prstGeom prst="rect">
              <a:avLst/>
            </a:prstGeom>
          </p:spPr>
        </p:pic>
        <p:pic>
          <p:nvPicPr>
            <p:cNvPr id="22" name="Grafik 21" descr="Aktenkoffer Silhouette">
              <a:extLst>
                <a:ext uri="{FF2B5EF4-FFF2-40B4-BE49-F238E27FC236}">
                  <a16:creationId xmlns:a16="http://schemas.microsoft.com/office/drawing/2014/main" id="{42AFA0B7-2721-1E8E-EB1D-4BD10BDB86A6}"/>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5746174" y="3145884"/>
              <a:ext cx="699655" cy="699655"/>
            </a:xfrm>
            <a:prstGeom prst="rect">
              <a:avLst/>
            </a:prstGeom>
          </p:spPr>
        </p:pic>
        <p:pic>
          <p:nvPicPr>
            <p:cNvPr id="50" name="Grafik 49" descr="Arzt Silhouette">
              <a:extLst>
                <a:ext uri="{FF2B5EF4-FFF2-40B4-BE49-F238E27FC236}">
                  <a16:creationId xmlns:a16="http://schemas.microsoft.com/office/drawing/2014/main" id="{A9149E51-CCBF-B5B9-E818-16CE92D5964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6628710" y="4028419"/>
              <a:ext cx="699655" cy="699655"/>
            </a:xfrm>
            <a:prstGeom prst="rect">
              <a:avLst/>
            </a:prstGeom>
          </p:spPr>
        </p:pic>
        <p:pic>
          <p:nvPicPr>
            <p:cNvPr id="72" name="Grafik 71" descr="Gruppenbrainstorming Silhouette">
              <a:extLst>
                <a:ext uri="{FF2B5EF4-FFF2-40B4-BE49-F238E27FC236}">
                  <a16:creationId xmlns:a16="http://schemas.microsoft.com/office/drawing/2014/main" id="{3329EDAC-AFFA-71B8-B80A-20B1063DA11E}"/>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5746174" y="2263349"/>
              <a:ext cx="699655" cy="699655"/>
            </a:xfrm>
            <a:prstGeom prst="rect">
              <a:avLst/>
            </a:prstGeom>
          </p:spPr>
        </p:pic>
        <p:pic>
          <p:nvPicPr>
            <p:cNvPr id="24" name="Grafik 23" descr="Callcenter Silhouette">
              <a:extLst>
                <a:ext uri="{FF2B5EF4-FFF2-40B4-BE49-F238E27FC236}">
                  <a16:creationId xmlns:a16="http://schemas.microsoft.com/office/drawing/2014/main" id="{359D3CE9-7D9E-2919-C8E5-7BDE11E78770}"/>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6628710" y="3145884"/>
              <a:ext cx="699655" cy="699655"/>
            </a:xfrm>
            <a:prstGeom prst="rect">
              <a:avLst/>
            </a:prstGeom>
          </p:spPr>
        </p:pic>
        <p:pic>
          <p:nvPicPr>
            <p:cNvPr id="52" name="Grafik 51" descr="Umschlag Silhouette">
              <a:extLst>
                <a:ext uri="{FF2B5EF4-FFF2-40B4-BE49-F238E27FC236}">
                  <a16:creationId xmlns:a16="http://schemas.microsoft.com/office/drawing/2014/main" id="{F91F08E5-1954-660E-03D8-A5B011E3DACB}"/>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7511244" y="4028419"/>
              <a:ext cx="699655" cy="699655"/>
            </a:xfrm>
            <a:prstGeom prst="rect">
              <a:avLst/>
            </a:prstGeom>
          </p:spPr>
        </p:pic>
        <p:pic>
          <p:nvPicPr>
            <p:cNvPr id="74" name="Grafik 73" descr="Herz Silhouette">
              <a:extLst>
                <a:ext uri="{FF2B5EF4-FFF2-40B4-BE49-F238E27FC236}">
                  <a16:creationId xmlns:a16="http://schemas.microsoft.com/office/drawing/2014/main" id="{486500FE-0208-B1F4-21FA-A013980D5AA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6628710" y="2263349"/>
              <a:ext cx="699655" cy="699655"/>
            </a:xfrm>
            <a:prstGeom prst="rect">
              <a:avLst/>
            </a:prstGeom>
          </p:spPr>
        </p:pic>
        <p:pic>
          <p:nvPicPr>
            <p:cNvPr id="26" name="Grafik 25" descr="Pflege Silhouette">
              <a:extLst>
                <a:ext uri="{FF2B5EF4-FFF2-40B4-BE49-F238E27FC236}">
                  <a16:creationId xmlns:a16="http://schemas.microsoft.com/office/drawing/2014/main" id="{769FB499-D26B-CECF-0AE5-42BF69CA7462}"/>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7511244" y="3145884"/>
              <a:ext cx="699655" cy="699655"/>
            </a:xfrm>
            <a:prstGeom prst="rect">
              <a:avLst/>
            </a:prstGeom>
          </p:spPr>
        </p:pic>
        <p:pic>
          <p:nvPicPr>
            <p:cNvPr id="54" name="Grafik 53" descr="Euro Silhouette">
              <a:extLst>
                <a:ext uri="{FF2B5EF4-FFF2-40B4-BE49-F238E27FC236}">
                  <a16:creationId xmlns:a16="http://schemas.microsoft.com/office/drawing/2014/main" id="{768FDCD0-5A8B-951B-5459-A8D5F6679A58}"/>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8393777" y="4028419"/>
              <a:ext cx="699655" cy="699655"/>
            </a:xfrm>
            <a:prstGeom prst="rect">
              <a:avLst/>
            </a:prstGeom>
          </p:spPr>
        </p:pic>
        <p:pic>
          <p:nvPicPr>
            <p:cNvPr id="76" name="Grafik 75" descr="Hilfe Silhouette">
              <a:extLst>
                <a:ext uri="{FF2B5EF4-FFF2-40B4-BE49-F238E27FC236}">
                  <a16:creationId xmlns:a16="http://schemas.microsoft.com/office/drawing/2014/main" id="{D4A09A13-C282-BE3B-01DB-A83EDAB20758}"/>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7511244" y="2263349"/>
              <a:ext cx="699655" cy="699655"/>
            </a:xfrm>
            <a:prstGeom prst="rect">
              <a:avLst/>
            </a:prstGeom>
          </p:spPr>
        </p:pic>
        <p:pic>
          <p:nvPicPr>
            <p:cNvPr id="28" name="Grafik 27" descr="Chat Silhouette">
              <a:extLst>
                <a:ext uri="{FF2B5EF4-FFF2-40B4-BE49-F238E27FC236}">
                  <a16:creationId xmlns:a16="http://schemas.microsoft.com/office/drawing/2014/main" id="{7A5C15E0-8ECB-2DFE-4C90-F209EEB4FFEA}"/>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8393779" y="3145884"/>
              <a:ext cx="699655" cy="699655"/>
            </a:xfrm>
            <a:prstGeom prst="rect">
              <a:avLst/>
            </a:prstGeom>
          </p:spPr>
        </p:pic>
        <p:pic>
          <p:nvPicPr>
            <p:cNvPr id="58" name="Grafik 57" descr="Verbandskasten Silhouette">
              <a:extLst>
                <a:ext uri="{FF2B5EF4-FFF2-40B4-BE49-F238E27FC236}">
                  <a16:creationId xmlns:a16="http://schemas.microsoft.com/office/drawing/2014/main" id="{FD5EDA65-A3A4-CB6E-D841-E34F9C50A3B5}"/>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a:xfrm>
              <a:off x="9276313" y="4028419"/>
              <a:ext cx="699655" cy="699655"/>
            </a:xfrm>
            <a:prstGeom prst="rect">
              <a:avLst/>
            </a:prstGeom>
          </p:spPr>
        </p:pic>
        <p:pic>
          <p:nvPicPr>
            <p:cNvPr id="78" name="Grafik 77" descr="Start Silhouette">
              <a:extLst>
                <a:ext uri="{FF2B5EF4-FFF2-40B4-BE49-F238E27FC236}">
                  <a16:creationId xmlns:a16="http://schemas.microsoft.com/office/drawing/2014/main" id="{CE6D0875-A3FE-C88A-C521-E648FFD6A1FE}"/>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a:xfrm>
              <a:off x="8393779" y="2263349"/>
              <a:ext cx="699655" cy="699655"/>
            </a:xfrm>
            <a:prstGeom prst="rect">
              <a:avLst/>
            </a:prstGeom>
          </p:spPr>
        </p:pic>
        <p:pic>
          <p:nvPicPr>
            <p:cNvPr id="30" name="Grafik 29" descr="Chemikalien Silhouette">
              <a:extLst>
                <a:ext uri="{FF2B5EF4-FFF2-40B4-BE49-F238E27FC236}">
                  <a16:creationId xmlns:a16="http://schemas.microsoft.com/office/drawing/2014/main" id="{ED5B8C9C-86EB-55ED-0FEA-D509B34C8863}"/>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9276314" y="3145884"/>
              <a:ext cx="699655" cy="699655"/>
            </a:xfrm>
            <a:prstGeom prst="rect">
              <a:avLst/>
            </a:prstGeom>
          </p:spPr>
        </p:pic>
        <p:pic>
          <p:nvPicPr>
            <p:cNvPr id="60" name="Grafik 59" descr="Kennzeichen Silhouette">
              <a:extLst>
                <a:ext uri="{FF2B5EF4-FFF2-40B4-BE49-F238E27FC236}">
                  <a16:creationId xmlns:a16="http://schemas.microsoft.com/office/drawing/2014/main" id="{3A644D8F-9161-CD56-D182-2415AFC9F5CC}"/>
                </a:ext>
              </a:extLst>
            </p:cNvPr>
            <p:cNvPicPr>
              <a:picLocks noChangeAspect="1"/>
            </p:cNvPicPr>
            <p:nvPr userDrawn="1"/>
          </p:nvPicPr>
          <p:blipFill>
            <a:blip>
              <a:extLst>
                <a:ext uri="{96DAC541-7B7A-43D3-8B79-37D633B846F1}">
                  <asvg:svgBlip xmlns:asvg="http://schemas.microsoft.com/office/drawing/2016/SVG/main" r:embed="rId40"/>
                </a:ext>
              </a:extLst>
            </a:blip>
            <a:stretch>
              <a:fillRect/>
            </a:stretch>
          </p:blipFill>
          <p:spPr>
            <a:xfrm>
              <a:off x="10158849" y="4028419"/>
              <a:ext cx="699655" cy="699655"/>
            </a:xfrm>
            <a:prstGeom prst="rect">
              <a:avLst/>
            </a:prstGeom>
          </p:spPr>
        </p:pic>
        <p:pic>
          <p:nvPicPr>
            <p:cNvPr id="80" name="Grafik 79" descr="Sanduhr 60% Silhouette">
              <a:extLst>
                <a:ext uri="{FF2B5EF4-FFF2-40B4-BE49-F238E27FC236}">
                  <a16:creationId xmlns:a16="http://schemas.microsoft.com/office/drawing/2014/main" id="{C1D359AC-B14E-2C66-6EC4-E60B0D400BCE}"/>
                </a:ext>
              </a:extLst>
            </p:cNvPr>
            <p:cNvPicPr>
              <a:picLocks noChangeAspect="1"/>
            </p:cNvPicPr>
            <p:nvPr userDrawn="1"/>
          </p:nvPicPr>
          <p:blipFill>
            <a:blip>
              <a:extLst>
                <a:ext uri="{96DAC541-7B7A-43D3-8B79-37D633B846F1}">
                  <asvg:svgBlip xmlns:asvg="http://schemas.microsoft.com/office/drawing/2016/SVG/main" r:embed="rId41"/>
                </a:ext>
              </a:extLst>
            </a:blip>
            <a:stretch>
              <a:fillRect/>
            </a:stretch>
          </p:blipFill>
          <p:spPr>
            <a:xfrm>
              <a:off x="9276314" y="2263349"/>
              <a:ext cx="699655" cy="699655"/>
            </a:xfrm>
            <a:prstGeom prst="rect">
              <a:avLst/>
            </a:prstGeom>
          </p:spPr>
        </p:pic>
        <p:pic>
          <p:nvPicPr>
            <p:cNvPr id="11" name="Grafik 31" descr="Kreisförmiges Flussdiagramm Silhouette">
              <a:extLst>
                <a:ext uri="{FF2B5EF4-FFF2-40B4-BE49-F238E27FC236}">
                  <a16:creationId xmlns:a16="http://schemas.microsoft.com/office/drawing/2014/main" id="{B817C0FC-E611-8A74-7ABA-46B2785DA0EC}"/>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a:xfrm>
              <a:off x="10158850" y="3145884"/>
              <a:ext cx="699655" cy="699655"/>
            </a:xfrm>
            <a:prstGeom prst="rect">
              <a:avLst/>
            </a:prstGeom>
          </p:spPr>
        </p:pic>
        <p:pic>
          <p:nvPicPr>
            <p:cNvPr id="62" name="Grafik 61" descr="Hospital Silhouette">
              <a:extLst>
                <a:ext uri="{FF2B5EF4-FFF2-40B4-BE49-F238E27FC236}">
                  <a16:creationId xmlns:a16="http://schemas.microsoft.com/office/drawing/2014/main" id="{42B42AD9-F349-B94A-6704-381CD8AD1967}"/>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11041382" y="4028419"/>
              <a:ext cx="699655" cy="699655"/>
            </a:xfrm>
            <a:prstGeom prst="rect">
              <a:avLst/>
            </a:prstGeom>
          </p:spPr>
        </p:pic>
        <p:pic>
          <p:nvPicPr>
            <p:cNvPr id="82" name="Grafik 81" descr="Posteingang Silhouette">
              <a:extLst>
                <a:ext uri="{FF2B5EF4-FFF2-40B4-BE49-F238E27FC236}">
                  <a16:creationId xmlns:a16="http://schemas.microsoft.com/office/drawing/2014/main" id="{F91602B4-1A18-0493-CBF3-CF32DAE80C3A}"/>
                </a:ext>
              </a:extLst>
            </p:cNvPr>
            <p:cNvPicPr>
              <a:picLocks noChangeAspect="1"/>
            </p:cNvPicPr>
            <p:nvPr userDrawn="1"/>
          </p:nvPicPr>
          <p:blipFill>
            <a:blip>
              <a:extLst>
                <a:ext uri="{96DAC541-7B7A-43D3-8B79-37D633B846F1}">
                  <asvg:svgBlip xmlns:asvg="http://schemas.microsoft.com/office/drawing/2016/SVG/main" r:embed="rId44"/>
                </a:ext>
              </a:extLst>
            </a:blip>
            <a:stretch>
              <a:fillRect/>
            </a:stretch>
          </p:blipFill>
          <p:spPr>
            <a:xfrm>
              <a:off x="10158850" y="2263349"/>
              <a:ext cx="699655" cy="699655"/>
            </a:xfrm>
            <a:prstGeom prst="rect">
              <a:avLst/>
            </a:prstGeom>
          </p:spPr>
        </p:pic>
        <p:pic>
          <p:nvPicPr>
            <p:cNvPr id="34" name="Grafik 33" descr="Klemmbrett Silhouette">
              <a:extLst>
                <a:ext uri="{FF2B5EF4-FFF2-40B4-BE49-F238E27FC236}">
                  <a16:creationId xmlns:a16="http://schemas.microsoft.com/office/drawing/2014/main" id="{22F3F71A-F474-EAEC-F36C-3DDDCB7BBA6E}"/>
                </a:ext>
              </a:extLst>
            </p:cNvPr>
            <p:cNvPicPr>
              <a:picLocks noChangeAspect="1"/>
            </p:cNvPicPr>
            <p:nvPr userDrawn="1"/>
          </p:nvPicPr>
          <p:blipFill>
            <a:blip>
              <a:extLst>
                <a:ext uri="{96DAC541-7B7A-43D3-8B79-37D633B846F1}">
                  <asvg:svgBlip xmlns:asvg="http://schemas.microsoft.com/office/drawing/2016/SVG/main" r:embed="rId45"/>
                </a:ext>
              </a:extLst>
            </a:blip>
            <a:stretch>
              <a:fillRect/>
            </a:stretch>
          </p:blipFill>
          <p:spPr>
            <a:xfrm>
              <a:off x="11041382" y="3145884"/>
              <a:ext cx="699655" cy="699655"/>
            </a:xfrm>
            <a:prstGeom prst="rect">
              <a:avLst/>
            </a:prstGeom>
          </p:spPr>
        </p:pic>
        <p:pic>
          <p:nvPicPr>
            <p:cNvPr id="64" name="Grafik 63" descr="Medizin Silhouette">
              <a:extLst>
                <a:ext uri="{FF2B5EF4-FFF2-40B4-BE49-F238E27FC236}">
                  <a16:creationId xmlns:a16="http://schemas.microsoft.com/office/drawing/2014/main" id="{1E08FC68-79FA-A766-2624-2D98F669B989}"/>
                </a:ext>
              </a:extLst>
            </p:cNvPr>
            <p:cNvPicPr>
              <a:picLocks noChangeAspect="1"/>
            </p:cNvPicPr>
            <p:nvPr userDrawn="1"/>
          </p:nvPicPr>
          <p:blipFill>
            <a:blip>
              <a:extLst>
                <a:ext uri="{96DAC541-7B7A-43D3-8B79-37D633B846F1}">
                  <asvg:svgBlip xmlns:asvg="http://schemas.microsoft.com/office/drawing/2016/SVG/main" r:embed="rId46"/>
                </a:ext>
              </a:extLst>
            </a:blip>
            <a:stretch>
              <a:fillRect/>
            </a:stretch>
          </p:blipFill>
          <p:spPr>
            <a:xfrm>
              <a:off x="450964" y="4910954"/>
              <a:ext cx="699655" cy="699655"/>
            </a:xfrm>
            <a:prstGeom prst="rect">
              <a:avLst/>
            </a:prstGeom>
          </p:spPr>
        </p:pic>
        <p:pic>
          <p:nvPicPr>
            <p:cNvPr id="84" name="Grafik 83" descr="Internet der Dinge Silhouette">
              <a:extLst>
                <a:ext uri="{FF2B5EF4-FFF2-40B4-BE49-F238E27FC236}">
                  <a16:creationId xmlns:a16="http://schemas.microsoft.com/office/drawing/2014/main" id="{D0CB0C89-0AF0-FC62-8DC6-18E8FD3318CB}"/>
                </a:ext>
              </a:extLst>
            </p:cNvPr>
            <p:cNvPicPr>
              <a:picLocks noChangeAspect="1"/>
            </p:cNvPicPr>
            <p:nvPr userDrawn="1"/>
          </p:nvPicPr>
          <p:blipFill>
            <a:blip>
              <a:extLst>
                <a:ext uri="{96DAC541-7B7A-43D3-8B79-37D633B846F1}">
                  <asvg:svgBlip xmlns:asvg="http://schemas.microsoft.com/office/drawing/2016/SVG/main" r:embed="rId47"/>
                </a:ext>
              </a:extLst>
            </a:blip>
            <a:stretch>
              <a:fillRect/>
            </a:stretch>
          </p:blipFill>
          <p:spPr>
            <a:xfrm>
              <a:off x="11041382" y="2263349"/>
              <a:ext cx="699655" cy="699655"/>
            </a:xfrm>
            <a:prstGeom prst="rect">
              <a:avLst/>
            </a:prstGeom>
          </p:spPr>
        </p:pic>
      </p:grpSp>
    </p:spTree>
    <p:extLst>
      <p:ext uri="{BB962C8B-B14F-4D97-AF65-F5344CB8AC3E}">
        <p14:creationId xmlns:p14="http://schemas.microsoft.com/office/powerpoint/2010/main" val="17634178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Icons dunkelblau">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99758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5">
            <a:extLst>
              <a:ext uri="{FF2B5EF4-FFF2-40B4-BE49-F238E27FC236}">
                <a16:creationId xmlns:a16="http://schemas.microsoft.com/office/drawing/2014/main" id="{55C0F5A0-05EE-1073-D38E-90A448960608}"/>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accent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9" name="Rechteck 39">
            <a:extLst>
              <a:ext uri="{FF2B5EF4-FFF2-40B4-BE49-F238E27FC236}">
                <a16:creationId xmlns:a16="http://schemas.microsoft.com/office/drawing/2014/main" id="{683428D2-4AA3-5E07-A284-F9F423854C95}"/>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solidFill>
                <a:schemeClr val="accent1"/>
              </a:solidFill>
            </a:endParaRPr>
          </a:p>
        </p:txBody>
      </p:sp>
      <p:sp>
        <p:nvSpPr>
          <p:cNvPr id="66" name="Rectangle 16">
            <a:extLst>
              <a:ext uri="{FF2B5EF4-FFF2-40B4-BE49-F238E27FC236}">
                <a16:creationId xmlns:a16="http://schemas.microsoft.com/office/drawing/2014/main" id="{95390E8D-394E-2F96-7F81-47381BEE0C82}"/>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grpSp>
        <p:nvGrpSpPr>
          <p:cNvPr id="2" name="Gruppieren 1">
            <a:extLst>
              <a:ext uri="{FF2B5EF4-FFF2-40B4-BE49-F238E27FC236}">
                <a16:creationId xmlns:a16="http://schemas.microsoft.com/office/drawing/2014/main" id="{87089DCA-5097-CE92-8E6D-7D0A0E3C6C1C}"/>
              </a:ext>
            </a:extLst>
          </p:cNvPr>
          <p:cNvGrpSpPr/>
          <p:nvPr userDrawn="1"/>
        </p:nvGrpSpPr>
        <p:grpSpPr>
          <a:xfrm>
            <a:off x="685279" y="2263350"/>
            <a:ext cx="10776619" cy="3195033"/>
            <a:chOff x="450964" y="2263349"/>
            <a:chExt cx="11290073" cy="3347261"/>
          </a:xfrm>
        </p:grpSpPr>
        <p:pic>
          <p:nvPicPr>
            <p:cNvPr id="3" name="Grafik 3" descr="Hinzufügen Silhouette">
              <a:extLst>
                <a:ext uri="{FF2B5EF4-FFF2-40B4-BE49-F238E27FC236}">
                  <a16:creationId xmlns:a16="http://schemas.microsoft.com/office/drawing/2014/main" id="{713664AA-9C85-9A86-B8ED-31692B1D4CE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50964" y="2263349"/>
              <a:ext cx="699655" cy="699655"/>
            </a:xfrm>
            <a:prstGeom prst="rect">
              <a:avLst/>
            </a:prstGeom>
          </p:spPr>
        </p:pic>
        <p:pic>
          <p:nvPicPr>
            <p:cNvPr id="4" name="Grafik 5" descr="Adressbuch Silhouette">
              <a:extLst>
                <a:ext uri="{FF2B5EF4-FFF2-40B4-BE49-F238E27FC236}">
                  <a16:creationId xmlns:a16="http://schemas.microsoft.com/office/drawing/2014/main" id="{44FEF069-CA7D-403D-9C9D-FC47E14487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50964" y="3145884"/>
              <a:ext cx="699655" cy="699655"/>
            </a:xfrm>
            <a:prstGeom prst="rect">
              <a:avLst/>
            </a:prstGeom>
          </p:spPr>
        </p:pic>
        <p:pic>
          <p:nvPicPr>
            <p:cNvPr id="5" name="Grafik 4" descr="Klemmbrett abgehakt Silhouette">
              <a:extLst>
                <a:ext uri="{FF2B5EF4-FFF2-40B4-BE49-F238E27FC236}">
                  <a16:creationId xmlns:a16="http://schemas.microsoft.com/office/drawing/2014/main" id="{56A99EBF-41CF-BC81-1744-C3EA8B4F41C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450964" y="4028419"/>
              <a:ext cx="699655" cy="699655"/>
            </a:xfrm>
            <a:prstGeom prst="rect">
              <a:avLst/>
            </a:prstGeom>
          </p:spPr>
        </p:pic>
        <p:pic>
          <p:nvPicPr>
            <p:cNvPr id="6" name="Grafik 5" descr="Klebepflaster Silhouette">
              <a:extLst>
                <a:ext uri="{FF2B5EF4-FFF2-40B4-BE49-F238E27FC236}">
                  <a16:creationId xmlns:a16="http://schemas.microsoft.com/office/drawing/2014/main" id="{9D0B61CB-6E0D-86EA-F424-3F5EEAAAFC9D}"/>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333499" y="2263349"/>
              <a:ext cx="699655" cy="699655"/>
            </a:xfrm>
            <a:prstGeom prst="rect">
              <a:avLst/>
            </a:prstGeom>
          </p:spPr>
        </p:pic>
        <p:pic>
          <p:nvPicPr>
            <p:cNvPr id="15" name="Grafik 14" descr="Pfeil Kreis Silhouette">
              <a:extLst>
                <a:ext uri="{FF2B5EF4-FFF2-40B4-BE49-F238E27FC236}">
                  <a16:creationId xmlns:a16="http://schemas.microsoft.com/office/drawing/2014/main" id="{AFD8DD59-5E3B-34F8-6267-FF1D933CC07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333499" y="3145884"/>
              <a:ext cx="699655" cy="699655"/>
            </a:xfrm>
            <a:prstGeom prst="rect">
              <a:avLst/>
            </a:prstGeom>
          </p:spPr>
        </p:pic>
        <p:pic>
          <p:nvPicPr>
            <p:cNvPr id="16" name="Grafik 15" descr="Uhr Silhouette">
              <a:extLst>
                <a:ext uri="{FF2B5EF4-FFF2-40B4-BE49-F238E27FC236}">
                  <a16:creationId xmlns:a16="http://schemas.microsoft.com/office/drawing/2014/main" id="{AC33B23B-F11D-7C56-C6B7-EBDAC1502020}"/>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333499" y="4028419"/>
              <a:ext cx="699655" cy="699655"/>
            </a:xfrm>
            <a:prstGeom prst="rect">
              <a:avLst/>
            </a:prstGeom>
          </p:spPr>
        </p:pic>
        <p:pic>
          <p:nvPicPr>
            <p:cNvPr id="17" name="Grafik 16" descr="Wecker Silhouette">
              <a:extLst>
                <a:ext uri="{FF2B5EF4-FFF2-40B4-BE49-F238E27FC236}">
                  <a16:creationId xmlns:a16="http://schemas.microsoft.com/office/drawing/2014/main" id="{E282472F-A384-7DDA-BDE3-3B389E440B38}"/>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216034" y="2263349"/>
              <a:ext cx="699655" cy="699655"/>
            </a:xfrm>
            <a:prstGeom prst="rect">
              <a:avLst/>
            </a:prstGeom>
          </p:spPr>
        </p:pic>
        <p:pic>
          <p:nvPicPr>
            <p:cNvPr id="19" name="Grafik 18" descr="Pfeil nach rechts Silhouette">
              <a:extLst>
                <a:ext uri="{FF2B5EF4-FFF2-40B4-BE49-F238E27FC236}">
                  <a16:creationId xmlns:a16="http://schemas.microsoft.com/office/drawing/2014/main" id="{DB38A09F-3C85-4D6E-5A9E-ED5AE2A5EF5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2216034" y="3145884"/>
              <a:ext cx="699655" cy="699655"/>
            </a:xfrm>
            <a:prstGeom prst="rect">
              <a:avLst/>
            </a:prstGeom>
          </p:spPr>
        </p:pic>
        <p:pic>
          <p:nvPicPr>
            <p:cNvPr id="21" name="Grafik 20" descr="Schließen Silhouette">
              <a:extLst>
                <a:ext uri="{FF2B5EF4-FFF2-40B4-BE49-F238E27FC236}">
                  <a16:creationId xmlns:a16="http://schemas.microsoft.com/office/drawing/2014/main" id="{CE1C520E-C27E-B938-8407-05844400B45D}"/>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216034" y="4028419"/>
              <a:ext cx="699655" cy="699655"/>
            </a:xfrm>
            <a:prstGeom prst="rect">
              <a:avLst/>
            </a:prstGeom>
          </p:spPr>
        </p:pic>
        <p:pic>
          <p:nvPicPr>
            <p:cNvPr id="22" name="Grafik 21" descr="Datenbank Silhouette">
              <a:extLst>
                <a:ext uri="{FF2B5EF4-FFF2-40B4-BE49-F238E27FC236}">
                  <a16:creationId xmlns:a16="http://schemas.microsoft.com/office/drawing/2014/main" id="{229F3651-F010-9901-80FD-6FAF8E7611B3}"/>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4863638" y="4028419"/>
              <a:ext cx="699655" cy="699655"/>
            </a:xfrm>
            <a:prstGeom prst="rect">
              <a:avLst/>
            </a:prstGeom>
          </p:spPr>
        </p:pic>
        <p:pic>
          <p:nvPicPr>
            <p:cNvPr id="24" name="Grafik 23" descr="Pipette Silhouette">
              <a:extLst>
                <a:ext uri="{FF2B5EF4-FFF2-40B4-BE49-F238E27FC236}">
                  <a16:creationId xmlns:a16="http://schemas.microsoft.com/office/drawing/2014/main" id="{E4C4A057-DE45-0572-5C30-779052933E9F}"/>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333499" y="4910955"/>
              <a:ext cx="699655" cy="699655"/>
            </a:xfrm>
            <a:prstGeom prst="rect">
              <a:avLst/>
            </a:prstGeom>
          </p:spPr>
        </p:pic>
        <p:pic>
          <p:nvPicPr>
            <p:cNvPr id="25" name="Grafik 24" descr="Balkendiagramm mit Aufwärtstrend Silhouette">
              <a:extLst>
                <a:ext uri="{FF2B5EF4-FFF2-40B4-BE49-F238E27FC236}">
                  <a16:creationId xmlns:a16="http://schemas.microsoft.com/office/drawing/2014/main" id="{6401D3CC-F409-4B97-CBDF-AB0DDADAEE4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3098569" y="3145884"/>
              <a:ext cx="699655" cy="699655"/>
            </a:xfrm>
            <a:prstGeom prst="rect">
              <a:avLst/>
            </a:prstGeom>
          </p:spPr>
        </p:pic>
        <p:pic>
          <p:nvPicPr>
            <p:cNvPr id="26" name="Grafik 41" descr="Cmd (Terminal) Silhouette">
              <a:extLst>
                <a:ext uri="{FF2B5EF4-FFF2-40B4-BE49-F238E27FC236}">
                  <a16:creationId xmlns:a16="http://schemas.microsoft.com/office/drawing/2014/main" id="{60ED4823-79EA-184E-DC94-3967D96E6AC9}"/>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098569" y="4028419"/>
              <a:ext cx="699655" cy="699655"/>
            </a:xfrm>
            <a:prstGeom prst="rect">
              <a:avLst/>
            </a:prstGeom>
          </p:spPr>
        </p:pic>
        <p:pic>
          <p:nvPicPr>
            <p:cNvPr id="27" name="Grafik 26" descr="Griechischer Tempel Silhouette">
              <a:extLst>
                <a:ext uri="{FF2B5EF4-FFF2-40B4-BE49-F238E27FC236}">
                  <a16:creationId xmlns:a16="http://schemas.microsoft.com/office/drawing/2014/main" id="{7E633ECA-379E-D08B-89AC-1D67CD7E8E99}"/>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3098569" y="2263349"/>
              <a:ext cx="699655" cy="699655"/>
            </a:xfrm>
            <a:prstGeom prst="rect">
              <a:avLst/>
            </a:prstGeom>
          </p:spPr>
        </p:pic>
        <p:pic>
          <p:nvPicPr>
            <p:cNvPr id="28" name="Grafik 27" descr="Bücher Silhouette">
              <a:extLst>
                <a:ext uri="{FF2B5EF4-FFF2-40B4-BE49-F238E27FC236}">
                  <a16:creationId xmlns:a16="http://schemas.microsoft.com/office/drawing/2014/main" id="{4D8CA5B1-A019-265D-9C2A-ACAC7DDB7679}"/>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3981104" y="3145884"/>
              <a:ext cx="699655" cy="699655"/>
            </a:xfrm>
            <a:prstGeom prst="rect">
              <a:avLst/>
            </a:prstGeom>
          </p:spPr>
        </p:pic>
        <p:pic>
          <p:nvPicPr>
            <p:cNvPr id="34" name="Grafik 33" descr="Kommentar (wichtig) Silhouette">
              <a:extLst>
                <a:ext uri="{FF2B5EF4-FFF2-40B4-BE49-F238E27FC236}">
                  <a16:creationId xmlns:a16="http://schemas.microsoft.com/office/drawing/2014/main" id="{92B57733-B717-1DA2-5ED0-522121933D0D}"/>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3981104" y="4028419"/>
              <a:ext cx="699655" cy="699655"/>
            </a:xfrm>
            <a:prstGeom prst="rect">
              <a:avLst/>
            </a:prstGeom>
          </p:spPr>
        </p:pic>
        <p:pic>
          <p:nvPicPr>
            <p:cNvPr id="35" name="Grafik 34" descr="Grinsende Gesichtskontur Silhouette">
              <a:extLst>
                <a:ext uri="{FF2B5EF4-FFF2-40B4-BE49-F238E27FC236}">
                  <a16:creationId xmlns:a16="http://schemas.microsoft.com/office/drawing/2014/main" id="{01797E1A-DB8E-5958-260C-92192CE8568B}"/>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3981104" y="2263349"/>
              <a:ext cx="699655" cy="699655"/>
            </a:xfrm>
            <a:prstGeom prst="rect">
              <a:avLst/>
            </a:prstGeom>
          </p:spPr>
        </p:pic>
        <p:pic>
          <p:nvPicPr>
            <p:cNvPr id="36" name="Grafik 35" descr="Schachtel Silhouette">
              <a:extLst>
                <a:ext uri="{FF2B5EF4-FFF2-40B4-BE49-F238E27FC236}">
                  <a16:creationId xmlns:a16="http://schemas.microsoft.com/office/drawing/2014/main" id="{725948AF-0F6E-CFAA-780F-484E8B59A6C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4863639" y="3145884"/>
              <a:ext cx="699655" cy="699655"/>
            </a:xfrm>
            <a:prstGeom prst="rect">
              <a:avLst/>
            </a:prstGeom>
          </p:spPr>
        </p:pic>
        <p:pic>
          <p:nvPicPr>
            <p:cNvPr id="37" name="Grafik 36" descr="Ärztin Silhouette">
              <a:extLst>
                <a:ext uri="{FF2B5EF4-FFF2-40B4-BE49-F238E27FC236}">
                  <a16:creationId xmlns:a16="http://schemas.microsoft.com/office/drawing/2014/main" id="{9CEB8882-8747-28E2-3FDE-E993A4E10F84}"/>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5746174" y="4028419"/>
              <a:ext cx="699655" cy="699655"/>
            </a:xfrm>
            <a:prstGeom prst="rect">
              <a:avLst/>
            </a:prstGeom>
          </p:spPr>
        </p:pic>
        <p:pic>
          <p:nvPicPr>
            <p:cNvPr id="67" name="Grafik 66" descr="Gruppe Silhouette">
              <a:extLst>
                <a:ext uri="{FF2B5EF4-FFF2-40B4-BE49-F238E27FC236}">
                  <a16:creationId xmlns:a16="http://schemas.microsoft.com/office/drawing/2014/main" id="{33B292F0-A525-3C80-54F4-08656E5CC579}"/>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4863639" y="2263349"/>
              <a:ext cx="699655" cy="699655"/>
            </a:xfrm>
            <a:prstGeom prst="rect">
              <a:avLst/>
            </a:prstGeom>
          </p:spPr>
        </p:pic>
        <p:pic>
          <p:nvPicPr>
            <p:cNvPr id="68" name="Grafik 67" descr="Aktenkoffer Silhouette">
              <a:extLst>
                <a:ext uri="{FF2B5EF4-FFF2-40B4-BE49-F238E27FC236}">
                  <a16:creationId xmlns:a16="http://schemas.microsoft.com/office/drawing/2014/main" id="{703A4BFE-D63B-927B-5364-D0AAB72E48B7}"/>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5746174" y="3145884"/>
              <a:ext cx="699655" cy="699655"/>
            </a:xfrm>
            <a:prstGeom prst="rect">
              <a:avLst/>
            </a:prstGeom>
          </p:spPr>
        </p:pic>
        <p:pic>
          <p:nvPicPr>
            <p:cNvPr id="69" name="Grafik 68" descr="Arzt Silhouette">
              <a:extLst>
                <a:ext uri="{FF2B5EF4-FFF2-40B4-BE49-F238E27FC236}">
                  <a16:creationId xmlns:a16="http://schemas.microsoft.com/office/drawing/2014/main" id="{7272A468-E011-BCC0-C5B2-719E5D23EF8A}"/>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628710" y="4028419"/>
              <a:ext cx="699655" cy="699655"/>
            </a:xfrm>
            <a:prstGeom prst="rect">
              <a:avLst/>
            </a:prstGeom>
          </p:spPr>
        </p:pic>
        <p:pic>
          <p:nvPicPr>
            <p:cNvPr id="70" name="Grafik 69" descr="Gruppenbrainstorming Silhouette">
              <a:extLst>
                <a:ext uri="{FF2B5EF4-FFF2-40B4-BE49-F238E27FC236}">
                  <a16:creationId xmlns:a16="http://schemas.microsoft.com/office/drawing/2014/main" id="{A3577466-DF21-2DB8-74B1-1F1738892D7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5746174" y="2263349"/>
              <a:ext cx="699655" cy="699655"/>
            </a:xfrm>
            <a:prstGeom prst="rect">
              <a:avLst/>
            </a:prstGeom>
          </p:spPr>
        </p:pic>
        <p:pic>
          <p:nvPicPr>
            <p:cNvPr id="71" name="Grafik 70" descr="Callcenter Silhouette">
              <a:extLst>
                <a:ext uri="{FF2B5EF4-FFF2-40B4-BE49-F238E27FC236}">
                  <a16:creationId xmlns:a16="http://schemas.microsoft.com/office/drawing/2014/main" id="{EBFB678E-5FAD-530F-E396-28AA00828D2D}"/>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6628710" y="3145884"/>
              <a:ext cx="699655" cy="699655"/>
            </a:xfrm>
            <a:prstGeom prst="rect">
              <a:avLst/>
            </a:prstGeom>
          </p:spPr>
        </p:pic>
        <p:pic>
          <p:nvPicPr>
            <p:cNvPr id="72" name="Grafik 71" descr="Umschlag Silhouette">
              <a:extLst>
                <a:ext uri="{FF2B5EF4-FFF2-40B4-BE49-F238E27FC236}">
                  <a16:creationId xmlns:a16="http://schemas.microsoft.com/office/drawing/2014/main" id="{9E982975-F0E6-7048-E0BD-065833C7F2F2}"/>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7511244" y="4028419"/>
              <a:ext cx="699655" cy="699655"/>
            </a:xfrm>
            <a:prstGeom prst="rect">
              <a:avLst/>
            </a:prstGeom>
          </p:spPr>
        </p:pic>
        <p:pic>
          <p:nvPicPr>
            <p:cNvPr id="73" name="Grafik 72" descr="Herz Silhouette">
              <a:extLst>
                <a:ext uri="{FF2B5EF4-FFF2-40B4-BE49-F238E27FC236}">
                  <a16:creationId xmlns:a16="http://schemas.microsoft.com/office/drawing/2014/main" id="{54F45CEA-0099-C668-7C63-762BB5A4BFD1}"/>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6628710" y="2263349"/>
              <a:ext cx="699655" cy="699655"/>
            </a:xfrm>
            <a:prstGeom prst="rect">
              <a:avLst/>
            </a:prstGeom>
          </p:spPr>
        </p:pic>
        <p:pic>
          <p:nvPicPr>
            <p:cNvPr id="74" name="Grafik 73" descr="Pflege Silhouette">
              <a:extLst>
                <a:ext uri="{FF2B5EF4-FFF2-40B4-BE49-F238E27FC236}">
                  <a16:creationId xmlns:a16="http://schemas.microsoft.com/office/drawing/2014/main" id="{42734CC7-CE26-AE7D-4834-1515B2E0D60A}"/>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7511244" y="3145884"/>
              <a:ext cx="699655" cy="699655"/>
            </a:xfrm>
            <a:prstGeom prst="rect">
              <a:avLst/>
            </a:prstGeom>
          </p:spPr>
        </p:pic>
        <p:pic>
          <p:nvPicPr>
            <p:cNvPr id="75" name="Grafik 74" descr="Euro Silhouette">
              <a:extLst>
                <a:ext uri="{FF2B5EF4-FFF2-40B4-BE49-F238E27FC236}">
                  <a16:creationId xmlns:a16="http://schemas.microsoft.com/office/drawing/2014/main" id="{80DBF84D-4F9C-96E1-822F-2EACBD78A270}"/>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393777" y="4028419"/>
              <a:ext cx="699655" cy="699655"/>
            </a:xfrm>
            <a:prstGeom prst="rect">
              <a:avLst/>
            </a:prstGeom>
          </p:spPr>
        </p:pic>
        <p:pic>
          <p:nvPicPr>
            <p:cNvPr id="76" name="Grafik 75" descr="Hilfe Silhouette">
              <a:extLst>
                <a:ext uri="{FF2B5EF4-FFF2-40B4-BE49-F238E27FC236}">
                  <a16:creationId xmlns:a16="http://schemas.microsoft.com/office/drawing/2014/main" id="{DBBAFA96-982A-8418-C316-8861696DEA3B}"/>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7511244" y="2263349"/>
              <a:ext cx="699655" cy="699655"/>
            </a:xfrm>
            <a:prstGeom prst="rect">
              <a:avLst/>
            </a:prstGeom>
          </p:spPr>
        </p:pic>
        <p:pic>
          <p:nvPicPr>
            <p:cNvPr id="77" name="Grafik 76" descr="Chat Silhouette">
              <a:extLst>
                <a:ext uri="{FF2B5EF4-FFF2-40B4-BE49-F238E27FC236}">
                  <a16:creationId xmlns:a16="http://schemas.microsoft.com/office/drawing/2014/main" id="{526D90E5-B0CD-1574-C84B-3FF9B69CE087}"/>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8393779" y="3145884"/>
              <a:ext cx="699655" cy="699655"/>
            </a:xfrm>
            <a:prstGeom prst="rect">
              <a:avLst/>
            </a:prstGeom>
          </p:spPr>
        </p:pic>
        <p:pic>
          <p:nvPicPr>
            <p:cNvPr id="78" name="Grafik 77" descr="Verbandskasten Silhouette">
              <a:extLst>
                <a:ext uri="{FF2B5EF4-FFF2-40B4-BE49-F238E27FC236}">
                  <a16:creationId xmlns:a16="http://schemas.microsoft.com/office/drawing/2014/main" id="{237D8BEE-CF86-C516-128E-AF2EA543C32C}"/>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9276313" y="4028419"/>
              <a:ext cx="699655" cy="699655"/>
            </a:xfrm>
            <a:prstGeom prst="rect">
              <a:avLst/>
            </a:prstGeom>
          </p:spPr>
        </p:pic>
        <p:pic>
          <p:nvPicPr>
            <p:cNvPr id="79" name="Grafik 78" descr="Start Silhouette">
              <a:extLst>
                <a:ext uri="{FF2B5EF4-FFF2-40B4-BE49-F238E27FC236}">
                  <a16:creationId xmlns:a16="http://schemas.microsoft.com/office/drawing/2014/main" id="{05AA9C78-3F41-DD03-C32B-FBB9C83AA157}"/>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8393779" y="2263349"/>
              <a:ext cx="699655" cy="699655"/>
            </a:xfrm>
            <a:prstGeom prst="rect">
              <a:avLst/>
            </a:prstGeom>
          </p:spPr>
        </p:pic>
        <p:pic>
          <p:nvPicPr>
            <p:cNvPr id="80" name="Grafik 79" descr="Chemikalien Silhouette">
              <a:extLst>
                <a:ext uri="{FF2B5EF4-FFF2-40B4-BE49-F238E27FC236}">
                  <a16:creationId xmlns:a16="http://schemas.microsoft.com/office/drawing/2014/main" id="{F37F2B18-A73A-5248-D80F-C27B8144577D}"/>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a:xfrm>
              <a:off x="9276314" y="3145884"/>
              <a:ext cx="699655" cy="699655"/>
            </a:xfrm>
            <a:prstGeom prst="rect">
              <a:avLst/>
            </a:prstGeom>
          </p:spPr>
        </p:pic>
        <p:pic>
          <p:nvPicPr>
            <p:cNvPr id="81" name="Grafik 80" descr="Kennzeichen Silhouette">
              <a:extLst>
                <a:ext uri="{FF2B5EF4-FFF2-40B4-BE49-F238E27FC236}">
                  <a16:creationId xmlns:a16="http://schemas.microsoft.com/office/drawing/2014/main" id="{C0FA4084-5D4E-631B-7E9C-1794643C331D}"/>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a:xfrm>
              <a:off x="10158849" y="4028419"/>
              <a:ext cx="699655" cy="699655"/>
            </a:xfrm>
            <a:prstGeom prst="rect">
              <a:avLst/>
            </a:prstGeom>
          </p:spPr>
        </p:pic>
        <p:pic>
          <p:nvPicPr>
            <p:cNvPr id="82" name="Grafik 81" descr="Sanduhr 60% Silhouette">
              <a:extLst>
                <a:ext uri="{FF2B5EF4-FFF2-40B4-BE49-F238E27FC236}">
                  <a16:creationId xmlns:a16="http://schemas.microsoft.com/office/drawing/2014/main" id="{CA7248B9-BC99-3FFF-01A1-E50A629354F5}"/>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9276314" y="2263349"/>
              <a:ext cx="699655" cy="699655"/>
            </a:xfrm>
            <a:prstGeom prst="rect">
              <a:avLst/>
            </a:prstGeom>
          </p:spPr>
        </p:pic>
        <p:pic>
          <p:nvPicPr>
            <p:cNvPr id="83" name="Grafik 31" descr="Kreisförmiges Flussdiagramm Silhouette">
              <a:extLst>
                <a:ext uri="{FF2B5EF4-FFF2-40B4-BE49-F238E27FC236}">
                  <a16:creationId xmlns:a16="http://schemas.microsoft.com/office/drawing/2014/main" id="{E6632652-4669-B9DB-82F4-C0BA65A0DF58}"/>
                </a:ext>
              </a:extLst>
            </p:cNvPr>
            <p:cNvPicPr>
              <a:picLocks noChangeAspect="1"/>
            </p:cNvPicPr>
            <p:nvPr userDrawn="1"/>
          </p:nvPicPr>
          <p:blipFill>
            <a:blip>
              <a:extLst>
                <a:ext uri="{96DAC541-7B7A-43D3-8B79-37D633B846F1}">
                  <asvg:svgBlip xmlns:asvg="http://schemas.microsoft.com/office/drawing/2016/SVG/main" r:embed="rId40"/>
                </a:ext>
              </a:extLst>
            </a:blip>
            <a:stretch>
              <a:fillRect/>
            </a:stretch>
          </p:blipFill>
          <p:spPr>
            <a:xfrm>
              <a:off x="10158850" y="3145884"/>
              <a:ext cx="699655" cy="699655"/>
            </a:xfrm>
            <a:prstGeom prst="rect">
              <a:avLst/>
            </a:prstGeom>
          </p:spPr>
        </p:pic>
        <p:pic>
          <p:nvPicPr>
            <p:cNvPr id="84" name="Grafik 83" descr="Hospital Silhouette">
              <a:extLst>
                <a:ext uri="{FF2B5EF4-FFF2-40B4-BE49-F238E27FC236}">
                  <a16:creationId xmlns:a16="http://schemas.microsoft.com/office/drawing/2014/main" id="{DCF02F32-5274-CC90-3BFE-9A4D59D2744E}"/>
                </a:ext>
              </a:extLst>
            </p:cNvPr>
            <p:cNvPicPr>
              <a:picLocks noChangeAspect="1"/>
            </p:cNvPicPr>
            <p:nvPr userDrawn="1"/>
          </p:nvPicPr>
          <p:blipFill>
            <a:blip>
              <a:extLst>
                <a:ext uri="{96DAC541-7B7A-43D3-8B79-37D633B846F1}">
                  <asvg:svgBlip xmlns:asvg="http://schemas.microsoft.com/office/drawing/2016/SVG/main" r:embed="rId41"/>
                </a:ext>
              </a:extLst>
            </a:blip>
            <a:stretch>
              <a:fillRect/>
            </a:stretch>
          </p:blipFill>
          <p:spPr>
            <a:xfrm>
              <a:off x="11041382" y="4028419"/>
              <a:ext cx="699655" cy="699655"/>
            </a:xfrm>
            <a:prstGeom prst="rect">
              <a:avLst/>
            </a:prstGeom>
          </p:spPr>
        </p:pic>
        <p:pic>
          <p:nvPicPr>
            <p:cNvPr id="85" name="Grafik 84" descr="Posteingang Silhouette">
              <a:extLst>
                <a:ext uri="{FF2B5EF4-FFF2-40B4-BE49-F238E27FC236}">
                  <a16:creationId xmlns:a16="http://schemas.microsoft.com/office/drawing/2014/main" id="{8201FD6F-9F75-A41B-FA0F-0DC2B005324E}"/>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a:xfrm>
              <a:off x="10158850" y="2263349"/>
              <a:ext cx="699655" cy="699655"/>
            </a:xfrm>
            <a:prstGeom prst="rect">
              <a:avLst/>
            </a:prstGeom>
          </p:spPr>
        </p:pic>
        <p:pic>
          <p:nvPicPr>
            <p:cNvPr id="86" name="Grafik 85" descr="Klemmbrett Silhouette">
              <a:extLst>
                <a:ext uri="{FF2B5EF4-FFF2-40B4-BE49-F238E27FC236}">
                  <a16:creationId xmlns:a16="http://schemas.microsoft.com/office/drawing/2014/main" id="{79A43B62-D3AA-166D-AAE0-68A8053C15ED}"/>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11041382" y="3145884"/>
              <a:ext cx="699655" cy="699655"/>
            </a:xfrm>
            <a:prstGeom prst="rect">
              <a:avLst/>
            </a:prstGeom>
          </p:spPr>
        </p:pic>
        <p:pic>
          <p:nvPicPr>
            <p:cNvPr id="87" name="Grafik 86" descr="Medizin Silhouette">
              <a:extLst>
                <a:ext uri="{FF2B5EF4-FFF2-40B4-BE49-F238E27FC236}">
                  <a16:creationId xmlns:a16="http://schemas.microsoft.com/office/drawing/2014/main" id="{7ABBBE0F-8968-C1A0-BC2C-EAC870DFE5F6}"/>
                </a:ext>
              </a:extLst>
            </p:cNvPr>
            <p:cNvPicPr>
              <a:picLocks noChangeAspect="1"/>
            </p:cNvPicPr>
            <p:nvPr userDrawn="1"/>
          </p:nvPicPr>
          <p:blipFill>
            <a:blip>
              <a:extLst>
                <a:ext uri="{96DAC541-7B7A-43D3-8B79-37D633B846F1}">
                  <asvg:svgBlip xmlns:asvg="http://schemas.microsoft.com/office/drawing/2016/SVG/main" r:embed="rId44"/>
                </a:ext>
              </a:extLst>
            </a:blip>
            <a:stretch>
              <a:fillRect/>
            </a:stretch>
          </p:blipFill>
          <p:spPr>
            <a:xfrm>
              <a:off x="450964" y="4910954"/>
              <a:ext cx="699655" cy="699655"/>
            </a:xfrm>
            <a:prstGeom prst="rect">
              <a:avLst/>
            </a:prstGeom>
          </p:spPr>
        </p:pic>
        <p:pic>
          <p:nvPicPr>
            <p:cNvPr id="88" name="Grafik 87" descr="Internet der Dinge Silhouette">
              <a:extLst>
                <a:ext uri="{FF2B5EF4-FFF2-40B4-BE49-F238E27FC236}">
                  <a16:creationId xmlns:a16="http://schemas.microsoft.com/office/drawing/2014/main" id="{C5038928-7477-99C4-06A7-E5ADFB922D5F}"/>
                </a:ext>
              </a:extLst>
            </p:cNvPr>
            <p:cNvPicPr>
              <a:picLocks noChangeAspect="1"/>
            </p:cNvPicPr>
            <p:nvPr userDrawn="1"/>
          </p:nvPicPr>
          <p:blipFill>
            <a:blip>
              <a:extLst>
                <a:ext uri="{96DAC541-7B7A-43D3-8B79-37D633B846F1}">
                  <asvg:svgBlip xmlns:asvg="http://schemas.microsoft.com/office/drawing/2016/SVG/main" r:embed="rId45"/>
                </a:ext>
              </a:extLst>
            </a:blip>
            <a:stretch>
              <a:fillRect/>
            </a:stretch>
          </p:blipFill>
          <p:spPr>
            <a:xfrm>
              <a:off x="11041382" y="2263349"/>
              <a:ext cx="699655" cy="699655"/>
            </a:xfrm>
            <a:prstGeom prst="rect">
              <a:avLst/>
            </a:prstGeom>
          </p:spPr>
        </p:pic>
      </p:grpSp>
    </p:spTree>
    <p:extLst>
      <p:ext uri="{BB962C8B-B14F-4D97-AF65-F5344CB8AC3E}">
        <p14:creationId xmlns:p14="http://schemas.microsoft.com/office/powerpoint/2010/main" val="378337563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Grafik 3" descr="Ein Bild, das Grafiken, Screenshot, Kreis, Grafikdesign enthält.&#10;&#10;KI-generierte Inhalte können fehlerhaft sein.">
            <a:extLst>
              <a:ext uri="{FF2B5EF4-FFF2-40B4-BE49-F238E27FC236}">
                <a16:creationId xmlns:a16="http://schemas.microsoft.com/office/drawing/2014/main" id="{E7E202B8-5743-F6A4-DD49-1ECA7C8D6527}"/>
              </a:ext>
            </a:extLst>
          </p:cNvPr>
          <p:cNvPicPr>
            <a:picLocks noChangeAspect="1"/>
          </p:cNvPicPr>
          <p:nvPr userDrawn="1"/>
        </p:nvPicPr>
        <p:blipFill>
          <a:blip r:embed="rId50">
            <a:extLst>
              <a:ext uri="{28A0092B-C50C-407E-A947-70E740481C1C}">
                <a14:useLocalDpi xmlns:a14="http://schemas.microsoft.com/office/drawing/2010/main" val="0"/>
              </a:ext>
            </a:extLst>
          </a:blip>
          <a:stretch>
            <a:fillRect/>
          </a:stretch>
        </p:blipFill>
        <p:spPr>
          <a:xfrm>
            <a:off x="11089638" y="406399"/>
            <a:ext cx="733425" cy="733425"/>
          </a:xfrm>
          <a:prstGeom prst="rect">
            <a:avLst/>
          </a:prstGeom>
        </p:spPr>
      </p:pic>
      <p:graphicFrame>
        <p:nvGraphicFramePr>
          <p:cNvPr id="8" name="Object 7" hidden="1">
            <a:extLst>
              <a:ext uri="{FF2B5EF4-FFF2-40B4-BE49-F238E27FC236}">
                <a16:creationId xmlns:a16="http://schemas.microsoft.com/office/drawing/2014/main" id="{8D7E4735-8EB6-AEC1-162D-055CED904436}"/>
              </a:ext>
            </a:extLst>
          </p:cNvPr>
          <p:cNvGraphicFramePr>
            <a:graphicFrameLocks noChangeAspect="1"/>
          </p:cNvGraphicFramePr>
          <p:nvPr userDrawn="1">
            <p:custDataLst>
              <p:tags r:id="rId49"/>
            </p:custDataLst>
            <p:extLst>
              <p:ext uri="{D42A27DB-BD31-4B8C-83A1-F6EECF244321}">
                <p14:modId xmlns:p14="http://schemas.microsoft.com/office/powerpoint/2010/main" val="2960260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479" imgH="478" progId="TCLayout.ActiveDocument.1">
                  <p:embed/>
                </p:oleObj>
              </mc:Choice>
              <mc:Fallback>
                <p:oleObj name="think-cell Slide" r:id="rId51" imgW="479" imgH="478" progId="TCLayout.ActiveDocument.1">
                  <p:embed/>
                  <p:pic>
                    <p:nvPicPr>
                      <p:cNvPr id="8" name="Object 7" hidden="1">
                        <a:extLst>
                          <a:ext uri="{FF2B5EF4-FFF2-40B4-BE49-F238E27FC236}">
                            <a16:creationId xmlns:a16="http://schemas.microsoft.com/office/drawing/2014/main" id="{8D7E4735-8EB6-AEC1-162D-055CED904436}"/>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5" name="Slide Number Placeholder 5">
            <a:extLst>
              <a:ext uri="{FF2B5EF4-FFF2-40B4-BE49-F238E27FC236}">
                <a16:creationId xmlns:a16="http://schemas.microsoft.com/office/drawing/2014/main" id="{B6D087F9-7916-0709-EF8C-864F76CC4EF5}"/>
              </a:ext>
            </a:extLst>
          </p:cNvPr>
          <p:cNvSpPr txBox="1">
            <a:spLocks/>
          </p:cNvSpPr>
          <p:nvPr userDrawn="1"/>
        </p:nvSpPr>
        <p:spPr>
          <a:xfrm>
            <a:off x="11101546" y="6299200"/>
            <a:ext cx="743702"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3EB7FA4-D16D-498B-9843-862279835448}" type="slidenum">
              <a:rPr lang="en-GB" sz="1100" b="0" smtClean="0">
                <a:solidFill>
                  <a:schemeClr val="tx1"/>
                </a:solidFill>
                <a:latin typeface="Abadi" panose="020B0604020104020204" pitchFamily="34" charset="0"/>
                <a:cs typeface="Segoe UI" panose="020B0502040204020203" pitchFamily="34" charset="0"/>
                <a:sym typeface="Segoe UI" panose="020B0502040204020203" pitchFamily="34" charset="0"/>
              </a:rPr>
              <a:pPr/>
              <a:t>‹#›</a:t>
            </a:fld>
            <a:endParaRPr lang="en-GB" sz="1100" b="0" dirty="0">
              <a:solidFill>
                <a:schemeClr val="tx1"/>
              </a:solidFill>
              <a:latin typeface="Abadi" panose="020B0604020104020204" pitchFamily="34" charset="0"/>
              <a:cs typeface="Segoe UI" panose="020B0502040204020203" pitchFamily="34" charset="0"/>
              <a:sym typeface="Segoe UI" panose="020B0502040204020203" pitchFamily="34" charset="0"/>
            </a:endParaRPr>
          </a:p>
        </p:txBody>
      </p:sp>
      <p:sp>
        <p:nvSpPr>
          <p:cNvPr id="6" name="Text Placeholder 5">
            <a:extLst>
              <a:ext uri="{FF2B5EF4-FFF2-40B4-BE49-F238E27FC236}">
                <a16:creationId xmlns:a16="http://schemas.microsoft.com/office/drawing/2014/main" id="{1B839D14-6CE6-F3F3-7A8B-029107738920}"/>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86843905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76" r:id="rId3"/>
    <p:sldLayoutId id="2147483655" r:id="rId4"/>
    <p:sldLayoutId id="2147483660" r:id="rId5"/>
    <p:sldLayoutId id="2147483698" r:id="rId6"/>
    <p:sldLayoutId id="2147483697" r:id="rId7"/>
    <p:sldLayoutId id="2147483699" r:id="rId8"/>
    <p:sldLayoutId id="2147483654" r:id="rId9"/>
    <p:sldLayoutId id="2147483656" r:id="rId10"/>
    <p:sldLayoutId id="2147483667" r:id="rId11"/>
    <p:sldLayoutId id="2147483689" r:id="rId12"/>
    <p:sldLayoutId id="2147483665" r:id="rId13"/>
    <p:sldLayoutId id="2147483649" r:id="rId14"/>
    <p:sldLayoutId id="2147483683" r:id="rId15"/>
    <p:sldLayoutId id="2147483652" r:id="rId16"/>
    <p:sldLayoutId id="2147483653" r:id="rId17"/>
    <p:sldLayoutId id="2147483692" r:id="rId18"/>
    <p:sldLayoutId id="2147483662" r:id="rId19"/>
    <p:sldLayoutId id="2147483669" r:id="rId20"/>
    <p:sldLayoutId id="2147483702" r:id="rId21"/>
    <p:sldLayoutId id="2147483670" r:id="rId22"/>
    <p:sldLayoutId id="2147483682" r:id="rId23"/>
    <p:sldLayoutId id="2147483671" r:id="rId24"/>
    <p:sldLayoutId id="2147483672" r:id="rId25"/>
    <p:sldLayoutId id="2147483668" r:id="rId26"/>
    <p:sldLayoutId id="2147483666" r:id="rId27"/>
    <p:sldLayoutId id="2147483673" r:id="rId28"/>
    <p:sldLayoutId id="2147483674" r:id="rId29"/>
    <p:sldLayoutId id="2147483661" r:id="rId30"/>
    <p:sldLayoutId id="2147483663" r:id="rId31"/>
    <p:sldLayoutId id="2147483664" r:id="rId32"/>
    <p:sldLayoutId id="2147483675" r:id="rId33"/>
    <p:sldLayoutId id="2147483658" r:id="rId34"/>
    <p:sldLayoutId id="2147483694" r:id="rId35"/>
    <p:sldLayoutId id="2147483659" r:id="rId36"/>
    <p:sldLayoutId id="2147483691" r:id="rId37"/>
    <p:sldLayoutId id="2147483690" r:id="rId38"/>
    <p:sldLayoutId id="2147483695" r:id="rId39"/>
    <p:sldLayoutId id="2147483687" r:id="rId40"/>
    <p:sldLayoutId id="2147483684" r:id="rId41"/>
    <p:sldLayoutId id="2147483680" r:id="rId42"/>
    <p:sldLayoutId id="2147483681" r:id="rId43"/>
    <p:sldLayoutId id="2147483685" r:id="rId44"/>
    <p:sldLayoutId id="2147483686" r:id="rId45"/>
    <p:sldLayoutId id="2147483693" r:id="rId46"/>
    <p:sldLayoutId id="2147483696" r:id="rId47"/>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2" userDrawn="1">
          <p15:clr>
            <a:srgbClr val="F26B43"/>
          </p15:clr>
        </p15:guide>
        <p15:guide id="2" orient="horz" pos="938" userDrawn="1">
          <p15:clr>
            <a:srgbClr val="F26B43"/>
          </p15:clr>
        </p15:guide>
        <p15:guide id="3" pos="7404" userDrawn="1">
          <p15:clr>
            <a:srgbClr val="F26B43"/>
          </p15:clr>
        </p15:guide>
        <p15:guide id="4" orient="horz" pos="387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0.svg"/><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89.jpeg"/><Relationship Id="rId5" Type="http://schemas.openxmlformats.org/officeDocument/2006/relationships/image" Target="../media/image4.emf"/><Relationship Id="rId4" Type="http://schemas.openxmlformats.org/officeDocument/2006/relationships/oleObject" Target="../embeddings/oleObject44.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51.xml"/><Relationship Id="rId6" Type="http://schemas.openxmlformats.org/officeDocument/2006/relationships/image" Target="../media/image91.png"/><Relationship Id="rId5" Type="http://schemas.openxmlformats.org/officeDocument/2006/relationships/image" Target="../media/image4.emf"/><Relationship Id="rId4" Type="http://schemas.openxmlformats.org/officeDocument/2006/relationships/oleObject" Target="../embeddings/oleObject45.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92.svg"/><Relationship Id="rId2" Type="http://schemas.openxmlformats.org/officeDocument/2006/relationships/image" Target="../media/image8.svg"/><Relationship Id="rId1" Type="http://schemas.openxmlformats.org/officeDocument/2006/relationships/slideLayout" Target="../slideLayouts/slideLayout9.xml"/><Relationship Id="rId6" Type="http://schemas.openxmlformats.org/officeDocument/2006/relationships/image" Target="../media/image41.svg"/><Relationship Id="rId5" Type="http://schemas.openxmlformats.org/officeDocument/2006/relationships/image" Target="../media/image34.svg"/><Relationship Id="rId4" Type="http://schemas.openxmlformats.org/officeDocument/2006/relationships/image" Target="../media/image31.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52.xml"/><Relationship Id="rId5" Type="http://schemas.openxmlformats.org/officeDocument/2006/relationships/image" Target="../media/image4.emf"/><Relationship Id="rId4" Type="http://schemas.openxmlformats.org/officeDocument/2006/relationships/oleObject" Target="../embeddings/oleObject46.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53.xml"/><Relationship Id="rId5" Type="http://schemas.openxmlformats.org/officeDocument/2006/relationships/image" Target="../media/image4.emf"/><Relationship Id="rId4" Type="http://schemas.openxmlformats.org/officeDocument/2006/relationships/oleObject" Target="../embeddings/oleObject47.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1.xml"/><Relationship Id="rId1" Type="http://schemas.openxmlformats.org/officeDocument/2006/relationships/tags" Target="../tags/tag54.xml"/><Relationship Id="rId6" Type="http://schemas.openxmlformats.org/officeDocument/2006/relationships/image" Target="../media/image93.png"/><Relationship Id="rId5" Type="http://schemas.openxmlformats.org/officeDocument/2006/relationships/image" Target="../media/image4.emf"/><Relationship Id="rId4" Type="http://schemas.openxmlformats.org/officeDocument/2006/relationships/oleObject" Target="../embeddings/oleObject48.bin"/></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4.jpeg"/><Relationship Id="rId1" Type="http://schemas.openxmlformats.org/officeDocument/2006/relationships/slideLayout" Target="../slideLayouts/slideLayout21.xml"/><Relationship Id="rId5" Type="http://schemas.openxmlformats.org/officeDocument/2006/relationships/image" Target="../media/image21.sv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chart" Target="../charts/chart2.xml"/><Relationship Id="rId2" Type="http://schemas.openxmlformats.org/officeDocument/2006/relationships/slideLayout" Target="../slideLayouts/slideLayout19.xml"/><Relationship Id="rId1" Type="http://schemas.openxmlformats.org/officeDocument/2006/relationships/tags" Target="../tags/tag55.xml"/><Relationship Id="rId6" Type="http://schemas.openxmlformats.org/officeDocument/2006/relationships/chart" Target="../charts/chart1.xml"/><Relationship Id="rId5" Type="http://schemas.openxmlformats.org/officeDocument/2006/relationships/image" Target="../media/image4.emf"/><Relationship Id="rId4" Type="http://schemas.openxmlformats.org/officeDocument/2006/relationships/oleObject" Target="../embeddings/oleObject49.bin"/></Relationships>
</file>

<file path=ppt/slides/_rels/slide11.xml.rels><?xml version="1.0" encoding="UTF-8" standalone="yes"?>
<Relationships xmlns="http://schemas.openxmlformats.org/package/2006/relationships"><Relationship Id="rId8" Type="http://schemas.openxmlformats.org/officeDocument/2006/relationships/image" Target="../media/image97.jpeg"/><Relationship Id="rId3" Type="http://schemas.openxmlformats.org/officeDocument/2006/relationships/notesSlide" Target="../notesSlides/notesSlide7.xml"/><Relationship Id="rId7" Type="http://schemas.openxmlformats.org/officeDocument/2006/relationships/image" Target="../media/image96.jpeg"/><Relationship Id="rId2" Type="http://schemas.openxmlformats.org/officeDocument/2006/relationships/slideLayout" Target="../slideLayouts/slideLayout15.xml"/><Relationship Id="rId1" Type="http://schemas.openxmlformats.org/officeDocument/2006/relationships/tags" Target="../tags/tag56.xml"/><Relationship Id="rId6" Type="http://schemas.openxmlformats.org/officeDocument/2006/relationships/image" Target="../media/image95.jpeg"/><Relationship Id="rId11" Type="http://schemas.openxmlformats.org/officeDocument/2006/relationships/image" Target="../media/image100.jpeg"/><Relationship Id="rId5" Type="http://schemas.openxmlformats.org/officeDocument/2006/relationships/image" Target="../media/image4.emf"/><Relationship Id="rId10" Type="http://schemas.openxmlformats.org/officeDocument/2006/relationships/image" Target="../media/image99.jpeg"/><Relationship Id="rId4" Type="http://schemas.openxmlformats.org/officeDocument/2006/relationships/oleObject" Target="../embeddings/oleObject50.bin"/><Relationship Id="rId9" Type="http://schemas.openxmlformats.org/officeDocument/2006/relationships/image" Target="../media/image98.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99.jpeg"/><Relationship Id="rId5" Type="http://schemas.openxmlformats.org/officeDocument/2006/relationships/image" Target="../media/image4.emf"/><Relationship Id="rId4" Type="http://schemas.openxmlformats.org/officeDocument/2006/relationships/oleObject" Target="../embeddings/oleObject51.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1.xml"/><Relationship Id="rId1" Type="http://schemas.openxmlformats.org/officeDocument/2006/relationships/tags" Target="../tags/tag58.xml"/><Relationship Id="rId5" Type="http://schemas.openxmlformats.org/officeDocument/2006/relationships/image" Target="../media/image4.emf"/><Relationship Id="rId4" Type="http://schemas.openxmlformats.org/officeDocument/2006/relationships/oleObject" Target="../embeddings/oleObject52.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2.xml"/><Relationship Id="rId1" Type="http://schemas.openxmlformats.org/officeDocument/2006/relationships/tags" Target="../tags/tag59.xml"/><Relationship Id="rId5" Type="http://schemas.openxmlformats.org/officeDocument/2006/relationships/image" Target="../media/image4.emf"/><Relationship Id="rId4" Type="http://schemas.openxmlformats.org/officeDocument/2006/relationships/oleObject" Target="../embeddings/oleObject5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60.xml"/><Relationship Id="rId5" Type="http://schemas.openxmlformats.org/officeDocument/2006/relationships/image" Target="../media/image4.emf"/><Relationship Id="rId4" Type="http://schemas.openxmlformats.org/officeDocument/2006/relationships/oleObject" Target="../embeddings/oleObject54.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61.xml"/><Relationship Id="rId5" Type="http://schemas.openxmlformats.org/officeDocument/2006/relationships/image" Target="../media/image4.emf"/><Relationship Id="rId4" Type="http://schemas.openxmlformats.org/officeDocument/2006/relationships/oleObject" Target="../embeddings/oleObject54.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7.xml"/><Relationship Id="rId1" Type="http://schemas.openxmlformats.org/officeDocument/2006/relationships/tags" Target="../tags/tag62.xml"/><Relationship Id="rId5" Type="http://schemas.openxmlformats.org/officeDocument/2006/relationships/image" Target="../media/image4.emf"/><Relationship Id="rId4" Type="http://schemas.openxmlformats.org/officeDocument/2006/relationships/oleObject" Target="../embeddings/oleObject55.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63.xml"/><Relationship Id="rId5" Type="http://schemas.openxmlformats.org/officeDocument/2006/relationships/image" Target="../media/image4.emf"/><Relationship Id="rId4" Type="http://schemas.openxmlformats.org/officeDocument/2006/relationships/oleObject" Target="../embeddings/oleObject56.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6.xml"/><Relationship Id="rId1" Type="http://schemas.openxmlformats.org/officeDocument/2006/relationships/tags" Target="../tags/tag64.xml"/><Relationship Id="rId5" Type="http://schemas.openxmlformats.org/officeDocument/2006/relationships/image" Target="../media/image4.emf"/><Relationship Id="rId4" Type="http://schemas.openxmlformats.org/officeDocument/2006/relationships/oleObject" Target="../embeddings/oleObject57.bin"/></Relationships>
</file>

<file path=ppt/slides/_rels/slide20.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notesSlide" Target="../notesSlides/notesSlide16.xml"/><Relationship Id="rId7" Type="http://schemas.microsoft.com/office/2014/relationships/chartEx" Target="../charts/chartEx1.xml"/><Relationship Id="rId2" Type="http://schemas.openxmlformats.org/officeDocument/2006/relationships/slideLayout" Target="../slideLayouts/slideLayout20.xml"/><Relationship Id="rId1" Type="http://schemas.openxmlformats.org/officeDocument/2006/relationships/tags" Target="../tags/tag65.xml"/><Relationship Id="rId6" Type="http://schemas.openxmlformats.org/officeDocument/2006/relationships/chart" Target="../charts/chart3.xml"/><Relationship Id="rId5" Type="http://schemas.openxmlformats.org/officeDocument/2006/relationships/image" Target="../media/image4.emf"/><Relationship Id="rId4" Type="http://schemas.openxmlformats.org/officeDocument/2006/relationships/oleObject" Target="../embeddings/oleObject58.bin"/><Relationship Id="rId9" Type="http://schemas.openxmlformats.org/officeDocument/2006/relationships/chart" Target="../charts/char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2.xml"/><Relationship Id="rId1" Type="http://schemas.openxmlformats.org/officeDocument/2006/relationships/tags" Target="../tags/tag66.xml"/><Relationship Id="rId5" Type="http://schemas.openxmlformats.org/officeDocument/2006/relationships/image" Target="../media/image4.emf"/><Relationship Id="rId4" Type="http://schemas.openxmlformats.org/officeDocument/2006/relationships/oleObject" Target="../embeddings/oleObject59.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3.xml"/><Relationship Id="rId1" Type="http://schemas.openxmlformats.org/officeDocument/2006/relationships/tags" Target="../tags/tag67.xml"/><Relationship Id="rId5" Type="http://schemas.openxmlformats.org/officeDocument/2006/relationships/image" Target="../media/image4.emf"/><Relationship Id="rId4" Type="http://schemas.openxmlformats.org/officeDocument/2006/relationships/oleObject" Target="../embeddings/oleObject60.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4.xml"/><Relationship Id="rId1" Type="http://schemas.openxmlformats.org/officeDocument/2006/relationships/tags" Target="../tags/tag68.xml"/><Relationship Id="rId5" Type="http://schemas.openxmlformats.org/officeDocument/2006/relationships/image" Target="../media/image4.emf"/><Relationship Id="rId4" Type="http://schemas.openxmlformats.org/officeDocument/2006/relationships/oleObject" Target="../embeddings/oleObject61.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69.xml"/><Relationship Id="rId6" Type="http://schemas.openxmlformats.org/officeDocument/2006/relationships/chart" Target="../charts/chart5.xml"/><Relationship Id="rId5" Type="http://schemas.openxmlformats.org/officeDocument/2006/relationships/image" Target="../media/image4.emf"/><Relationship Id="rId4" Type="http://schemas.openxmlformats.org/officeDocument/2006/relationships/oleObject" Target="../embeddings/oleObject62.bin"/></Relationships>
</file>

<file path=ppt/slides/_rels/slide2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5.xml"/><Relationship Id="rId1" Type="http://schemas.openxmlformats.org/officeDocument/2006/relationships/tags" Target="../tags/tag70.xml"/><Relationship Id="rId5" Type="http://schemas.openxmlformats.org/officeDocument/2006/relationships/image" Target="../media/image4.emf"/><Relationship Id="rId4" Type="http://schemas.openxmlformats.org/officeDocument/2006/relationships/oleObject" Target="../embeddings/oleObject63.bin"/></Relationships>
</file>

<file path=ppt/slides/_rels/slide27.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notesSlide" Target="../notesSlides/notesSlide22.xml"/><Relationship Id="rId7" Type="http://schemas.openxmlformats.org/officeDocument/2006/relationships/image" Target="../media/image30.svg"/><Relationship Id="rId2" Type="http://schemas.openxmlformats.org/officeDocument/2006/relationships/slideLayout" Target="../slideLayouts/slideLayout28.xml"/><Relationship Id="rId1" Type="http://schemas.openxmlformats.org/officeDocument/2006/relationships/tags" Target="../tags/tag71.xml"/><Relationship Id="rId6" Type="http://schemas.openxmlformats.org/officeDocument/2006/relationships/image" Target="../media/image29.svg"/><Relationship Id="rId5" Type="http://schemas.openxmlformats.org/officeDocument/2006/relationships/image" Target="../media/image4.emf"/><Relationship Id="rId4" Type="http://schemas.openxmlformats.org/officeDocument/2006/relationships/oleObject" Target="../embeddings/oleObject64.bin"/></Relationships>
</file>

<file path=ppt/slides/_rels/slide28.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notesSlide" Target="../notesSlides/notesSlide23.xml"/><Relationship Id="rId7" Type="http://schemas.openxmlformats.org/officeDocument/2006/relationships/image" Target="../media/image103.png"/><Relationship Id="rId2" Type="http://schemas.openxmlformats.org/officeDocument/2006/relationships/slideLayout" Target="../slideLayouts/slideLayout29.xml"/><Relationship Id="rId1" Type="http://schemas.openxmlformats.org/officeDocument/2006/relationships/tags" Target="../tags/tag72.xml"/><Relationship Id="rId6" Type="http://schemas.openxmlformats.org/officeDocument/2006/relationships/image" Target="../media/image102.png"/><Relationship Id="rId11" Type="http://schemas.openxmlformats.org/officeDocument/2006/relationships/image" Target="../media/image107.jpeg"/><Relationship Id="rId5" Type="http://schemas.openxmlformats.org/officeDocument/2006/relationships/image" Target="../media/image4.emf"/><Relationship Id="rId10" Type="http://schemas.openxmlformats.org/officeDocument/2006/relationships/image" Target="../media/image106.png"/><Relationship Id="rId4" Type="http://schemas.openxmlformats.org/officeDocument/2006/relationships/oleObject" Target="../embeddings/oleObject65.bin"/><Relationship Id="rId9" Type="http://schemas.openxmlformats.org/officeDocument/2006/relationships/image" Target="../media/image10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3.xml"/><Relationship Id="rId1" Type="http://schemas.openxmlformats.org/officeDocument/2006/relationships/tags" Target="../tags/tag73.xml"/><Relationship Id="rId6" Type="http://schemas.openxmlformats.org/officeDocument/2006/relationships/image" Target="../media/image108.jpeg"/><Relationship Id="rId5" Type="http://schemas.openxmlformats.org/officeDocument/2006/relationships/image" Target="../media/image4.emf"/><Relationship Id="rId4" Type="http://schemas.openxmlformats.org/officeDocument/2006/relationships/oleObject" Target="../embeddings/oleObject66.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4.xml"/><Relationship Id="rId1" Type="http://schemas.openxmlformats.org/officeDocument/2006/relationships/tags" Target="../tags/tag74.xml"/><Relationship Id="rId6" Type="http://schemas.openxmlformats.org/officeDocument/2006/relationships/image" Target="../media/image108.jpeg"/><Relationship Id="rId5" Type="http://schemas.openxmlformats.org/officeDocument/2006/relationships/image" Target="../media/image4.emf"/><Relationship Id="rId4" Type="http://schemas.openxmlformats.org/officeDocument/2006/relationships/oleObject" Target="../embeddings/oleObject67.bin"/></Relationships>
</file>

<file path=ppt/slides/_rels/slide31.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6.xml"/><Relationship Id="rId1" Type="http://schemas.openxmlformats.org/officeDocument/2006/relationships/tags" Target="../tags/tag75.xml"/><Relationship Id="rId6" Type="http://schemas.openxmlformats.org/officeDocument/2006/relationships/image" Target="../media/image101.png"/><Relationship Id="rId5" Type="http://schemas.openxmlformats.org/officeDocument/2006/relationships/image" Target="../media/image4.emf"/><Relationship Id="rId4" Type="http://schemas.openxmlformats.org/officeDocument/2006/relationships/oleObject" Target="../embeddings/oleObject68.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76.xml"/><Relationship Id="rId5" Type="http://schemas.openxmlformats.org/officeDocument/2006/relationships/image" Target="../media/image4.emf"/><Relationship Id="rId4" Type="http://schemas.openxmlformats.org/officeDocument/2006/relationships/oleObject" Target="../embeddings/oleObject44.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77.xml"/><Relationship Id="rId5" Type="http://schemas.openxmlformats.org/officeDocument/2006/relationships/image" Target="../media/image4.emf"/><Relationship Id="rId4" Type="http://schemas.openxmlformats.org/officeDocument/2006/relationships/oleObject" Target="../embeddings/oleObject45.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78.xml"/><Relationship Id="rId5" Type="http://schemas.openxmlformats.org/officeDocument/2006/relationships/image" Target="../media/image4.emf"/><Relationship Id="rId4" Type="http://schemas.openxmlformats.org/officeDocument/2006/relationships/oleObject" Target="../embeddings/oleObject69.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6.xml"/><Relationship Id="rId1" Type="http://schemas.openxmlformats.org/officeDocument/2006/relationships/tags" Target="../tags/tag79.xml"/><Relationship Id="rId5" Type="http://schemas.openxmlformats.org/officeDocument/2006/relationships/image" Target="../media/image4.emf"/><Relationship Id="rId4" Type="http://schemas.openxmlformats.org/officeDocument/2006/relationships/oleObject" Target="../embeddings/oleObject70.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7.xml"/><Relationship Id="rId1" Type="http://schemas.openxmlformats.org/officeDocument/2006/relationships/tags" Target="../tags/tag80.xml"/><Relationship Id="rId5" Type="http://schemas.openxmlformats.org/officeDocument/2006/relationships/image" Target="../media/image4.emf"/><Relationship Id="rId4" Type="http://schemas.openxmlformats.org/officeDocument/2006/relationships/oleObject" Target="../embeddings/oleObject62.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tags" Target="../tags/tag81.xml"/><Relationship Id="rId5" Type="http://schemas.openxmlformats.org/officeDocument/2006/relationships/image" Target="../media/image4.emf"/><Relationship Id="rId4" Type="http://schemas.openxmlformats.org/officeDocument/2006/relationships/oleObject" Target="../embeddings/oleObject71.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tags" Target="../tags/tag82.xml"/><Relationship Id="rId5" Type="http://schemas.openxmlformats.org/officeDocument/2006/relationships/image" Target="../media/image4.emf"/><Relationship Id="rId4" Type="http://schemas.openxmlformats.org/officeDocument/2006/relationships/oleObject" Target="../embeddings/oleObject72.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83.xml"/><Relationship Id="rId5" Type="http://schemas.openxmlformats.org/officeDocument/2006/relationships/image" Target="../media/image4.emf"/><Relationship Id="rId4" Type="http://schemas.openxmlformats.org/officeDocument/2006/relationships/oleObject" Target="../embeddings/oleObject73.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1.xml"/><Relationship Id="rId1" Type="http://schemas.openxmlformats.org/officeDocument/2006/relationships/tags" Target="../tags/tag84.xml"/><Relationship Id="rId5" Type="http://schemas.openxmlformats.org/officeDocument/2006/relationships/image" Target="../media/image4.emf"/><Relationship Id="rId4" Type="http://schemas.openxmlformats.org/officeDocument/2006/relationships/oleObject" Target="../embeddings/oleObject48.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0.xml"/><Relationship Id="rId1" Type="http://schemas.openxmlformats.org/officeDocument/2006/relationships/tags" Target="../tags/tag85.xml"/><Relationship Id="rId5" Type="http://schemas.openxmlformats.org/officeDocument/2006/relationships/image" Target="../media/image4.emf"/><Relationship Id="rId4" Type="http://schemas.openxmlformats.org/officeDocument/2006/relationships/oleObject" Target="../embeddings/oleObject74.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9.xml"/><Relationship Id="rId1" Type="http://schemas.openxmlformats.org/officeDocument/2006/relationships/tags" Target="../tags/tag86.xml"/><Relationship Id="rId5" Type="http://schemas.openxmlformats.org/officeDocument/2006/relationships/image" Target="../media/image4.emf"/><Relationship Id="rId4" Type="http://schemas.openxmlformats.org/officeDocument/2006/relationships/oleObject" Target="../embeddings/oleObject49.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5.xml"/><Relationship Id="rId1" Type="http://schemas.openxmlformats.org/officeDocument/2006/relationships/tags" Target="../tags/tag87.xml"/><Relationship Id="rId5" Type="http://schemas.openxmlformats.org/officeDocument/2006/relationships/image" Target="../media/image4.emf"/><Relationship Id="rId4" Type="http://schemas.openxmlformats.org/officeDocument/2006/relationships/oleObject" Target="../embeddings/oleObject50.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88.xml"/><Relationship Id="rId5" Type="http://schemas.openxmlformats.org/officeDocument/2006/relationships/image" Target="../media/image4.emf"/><Relationship Id="rId4" Type="http://schemas.openxmlformats.org/officeDocument/2006/relationships/oleObject" Target="../embeddings/oleObject51.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1.xml"/><Relationship Id="rId1" Type="http://schemas.openxmlformats.org/officeDocument/2006/relationships/tags" Target="../tags/tag89.xml"/><Relationship Id="rId5" Type="http://schemas.openxmlformats.org/officeDocument/2006/relationships/image" Target="../media/image4.emf"/><Relationship Id="rId4" Type="http://schemas.openxmlformats.org/officeDocument/2006/relationships/oleObject" Target="../embeddings/oleObject52.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2.xml"/><Relationship Id="rId1" Type="http://schemas.openxmlformats.org/officeDocument/2006/relationships/tags" Target="../tags/tag90.xml"/><Relationship Id="rId5" Type="http://schemas.openxmlformats.org/officeDocument/2006/relationships/image" Target="../media/image4.emf"/><Relationship Id="rId4" Type="http://schemas.openxmlformats.org/officeDocument/2006/relationships/oleObject" Target="../embeddings/oleObject53.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91.xml"/><Relationship Id="rId5" Type="http://schemas.openxmlformats.org/officeDocument/2006/relationships/image" Target="../media/image4.emf"/><Relationship Id="rId4" Type="http://schemas.openxmlformats.org/officeDocument/2006/relationships/oleObject" Target="../embeddings/oleObject54.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7.xml"/><Relationship Id="rId1" Type="http://schemas.openxmlformats.org/officeDocument/2006/relationships/tags" Target="../tags/tag92.xml"/><Relationship Id="rId5" Type="http://schemas.openxmlformats.org/officeDocument/2006/relationships/image" Target="../media/image4.emf"/><Relationship Id="rId4" Type="http://schemas.openxmlformats.org/officeDocument/2006/relationships/oleObject" Target="../embeddings/oleObject55.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1.xml"/><Relationship Id="rId1" Type="http://schemas.openxmlformats.org/officeDocument/2006/relationships/tags" Target="../tags/tag93.xml"/><Relationship Id="rId5" Type="http://schemas.openxmlformats.org/officeDocument/2006/relationships/image" Target="../media/image4.emf"/><Relationship Id="rId4" Type="http://schemas.openxmlformats.org/officeDocument/2006/relationships/oleObject" Target="../embeddings/oleObject75.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6.xml"/><Relationship Id="rId1" Type="http://schemas.openxmlformats.org/officeDocument/2006/relationships/tags" Target="../tags/tag94.xml"/><Relationship Id="rId5" Type="http://schemas.openxmlformats.org/officeDocument/2006/relationships/image" Target="../media/image4.emf"/><Relationship Id="rId4" Type="http://schemas.openxmlformats.org/officeDocument/2006/relationships/oleObject" Target="../embeddings/oleObject57.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0.xml"/><Relationship Id="rId1" Type="http://schemas.openxmlformats.org/officeDocument/2006/relationships/tags" Target="../tags/tag95.xml"/><Relationship Id="rId5" Type="http://schemas.openxmlformats.org/officeDocument/2006/relationships/image" Target="../media/image4.emf"/><Relationship Id="rId4" Type="http://schemas.openxmlformats.org/officeDocument/2006/relationships/oleObject" Target="../embeddings/oleObject58.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2.xml"/><Relationship Id="rId1" Type="http://schemas.openxmlformats.org/officeDocument/2006/relationships/tags" Target="../tags/tag96.xml"/><Relationship Id="rId5" Type="http://schemas.openxmlformats.org/officeDocument/2006/relationships/image" Target="../media/image4.emf"/><Relationship Id="rId4" Type="http://schemas.openxmlformats.org/officeDocument/2006/relationships/oleObject" Target="../embeddings/oleObject59.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3.xml"/><Relationship Id="rId1" Type="http://schemas.openxmlformats.org/officeDocument/2006/relationships/tags" Target="../tags/tag97.xml"/><Relationship Id="rId5" Type="http://schemas.openxmlformats.org/officeDocument/2006/relationships/image" Target="../media/image4.emf"/><Relationship Id="rId4" Type="http://schemas.openxmlformats.org/officeDocument/2006/relationships/oleObject" Target="../embeddings/oleObject60.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4.xml"/><Relationship Id="rId1" Type="http://schemas.openxmlformats.org/officeDocument/2006/relationships/tags" Target="../tags/tag98.xml"/><Relationship Id="rId5" Type="http://schemas.openxmlformats.org/officeDocument/2006/relationships/image" Target="../media/image4.emf"/><Relationship Id="rId4" Type="http://schemas.openxmlformats.org/officeDocument/2006/relationships/oleObject" Target="../embeddings/oleObject61.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7.xml"/><Relationship Id="rId1" Type="http://schemas.openxmlformats.org/officeDocument/2006/relationships/tags" Target="../tags/tag99.xml"/><Relationship Id="rId5" Type="http://schemas.openxmlformats.org/officeDocument/2006/relationships/image" Target="../media/image4.emf"/><Relationship Id="rId4" Type="http://schemas.openxmlformats.org/officeDocument/2006/relationships/oleObject" Target="../embeddings/oleObject62.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5.xml"/><Relationship Id="rId1" Type="http://schemas.openxmlformats.org/officeDocument/2006/relationships/tags" Target="../tags/tag100.xml"/><Relationship Id="rId5" Type="http://schemas.openxmlformats.org/officeDocument/2006/relationships/image" Target="../media/image4.emf"/><Relationship Id="rId4" Type="http://schemas.openxmlformats.org/officeDocument/2006/relationships/oleObject" Target="../embeddings/oleObject63.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8.xml"/><Relationship Id="rId1" Type="http://schemas.openxmlformats.org/officeDocument/2006/relationships/tags" Target="../tags/tag101.xml"/><Relationship Id="rId5" Type="http://schemas.openxmlformats.org/officeDocument/2006/relationships/image" Target="../media/image4.emf"/><Relationship Id="rId4" Type="http://schemas.openxmlformats.org/officeDocument/2006/relationships/oleObject" Target="../embeddings/oleObject64.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9.xml"/><Relationship Id="rId1" Type="http://schemas.openxmlformats.org/officeDocument/2006/relationships/tags" Target="../tags/tag102.xml"/><Relationship Id="rId5" Type="http://schemas.openxmlformats.org/officeDocument/2006/relationships/image" Target="../media/image4.emf"/><Relationship Id="rId4" Type="http://schemas.openxmlformats.org/officeDocument/2006/relationships/oleObject" Target="../embeddings/oleObject65.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3.xml"/><Relationship Id="rId1" Type="http://schemas.openxmlformats.org/officeDocument/2006/relationships/tags" Target="../tags/tag103.xml"/><Relationship Id="rId6" Type="http://schemas.openxmlformats.org/officeDocument/2006/relationships/image" Target="../media/image108.jpeg"/><Relationship Id="rId5" Type="http://schemas.openxmlformats.org/officeDocument/2006/relationships/image" Target="../media/image4.emf"/><Relationship Id="rId4" Type="http://schemas.openxmlformats.org/officeDocument/2006/relationships/oleObject" Target="../embeddings/oleObject66.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4.xml"/><Relationship Id="rId1" Type="http://schemas.openxmlformats.org/officeDocument/2006/relationships/tags" Target="../tags/tag104.xml"/><Relationship Id="rId5" Type="http://schemas.openxmlformats.org/officeDocument/2006/relationships/image" Target="../media/image4.emf"/><Relationship Id="rId4" Type="http://schemas.openxmlformats.org/officeDocument/2006/relationships/oleObject" Target="../embeddings/oleObject67.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6.xml"/><Relationship Id="rId1" Type="http://schemas.openxmlformats.org/officeDocument/2006/relationships/tags" Target="../tags/tag105.xml"/><Relationship Id="rId5" Type="http://schemas.openxmlformats.org/officeDocument/2006/relationships/image" Target="../media/image4.emf"/><Relationship Id="rId4" Type="http://schemas.openxmlformats.org/officeDocument/2006/relationships/oleObject" Target="../embeddings/oleObject68.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xml"/><Relationship Id="rId1" Type="http://schemas.openxmlformats.org/officeDocument/2006/relationships/tags" Target="../tags/tag106.xml"/><Relationship Id="rId6" Type="http://schemas.openxmlformats.org/officeDocument/2006/relationships/image" Target="../media/image101.png"/><Relationship Id="rId5" Type="http://schemas.openxmlformats.org/officeDocument/2006/relationships/image" Target="../media/image4.emf"/><Relationship Id="rId4" Type="http://schemas.openxmlformats.org/officeDocument/2006/relationships/oleObject" Target="../embeddings/oleObject76.bin"/></Relationships>
</file>

<file path=ppt/slides/_rels/slide6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41.xml"/></Relationships>
</file>

<file path=ppt/slides/_rels/slide70.xml.rels><?xml version="1.0" encoding="UTF-8" standalone="yes"?>
<Relationships xmlns="http://schemas.openxmlformats.org/package/2006/relationships"><Relationship Id="rId8" Type="http://schemas.openxmlformats.org/officeDocument/2006/relationships/image" Target="../media/image111.svg"/><Relationship Id="rId3" Type="http://schemas.openxmlformats.org/officeDocument/2006/relationships/notesSlide" Target="../notesSlides/notesSlide58.xml"/><Relationship Id="rId7" Type="http://schemas.openxmlformats.org/officeDocument/2006/relationships/image" Target="../media/image110.svg"/><Relationship Id="rId2" Type="http://schemas.openxmlformats.org/officeDocument/2006/relationships/slideLayout" Target="../slideLayouts/slideLayout43.xml"/><Relationship Id="rId1" Type="http://schemas.openxmlformats.org/officeDocument/2006/relationships/tags" Target="../tags/tag107.xml"/><Relationship Id="rId6" Type="http://schemas.openxmlformats.org/officeDocument/2006/relationships/image" Target="../media/image109.svg"/><Relationship Id="rId5" Type="http://schemas.openxmlformats.org/officeDocument/2006/relationships/image" Target="../media/image4.emf"/><Relationship Id="rId4" Type="http://schemas.openxmlformats.org/officeDocument/2006/relationships/oleObject" Target="../embeddings/oleObject77.bin"/><Relationship Id="rId9" Type="http://schemas.openxmlformats.org/officeDocument/2006/relationships/image" Target="../media/image101.png"/></Relationships>
</file>

<file path=ppt/slides/_rels/slide7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notesSlide" Target="../notesSlides/notesSlide59.xml"/><Relationship Id="rId7" Type="http://schemas.openxmlformats.org/officeDocument/2006/relationships/image" Target="../media/image113.png"/><Relationship Id="rId2" Type="http://schemas.openxmlformats.org/officeDocument/2006/relationships/slideLayout" Target="../slideLayouts/slideLayout40.xml"/><Relationship Id="rId1" Type="http://schemas.openxmlformats.org/officeDocument/2006/relationships/tags" Target="../tags/tag108.xml"/><Relationship Id="rId6" Type="http://schemas.openxmlformats.org/officeDocument/2006/relationships/image" Target="../media/image112.png"/><Relationship Id="rId5" Type="http://schemas.openxmlformats.org/officeDocument/2006/relationships/image" Target="../media/image4.emf"/><Relationship Id="rId4" Type="http://schemas.openxmlformats.org/officeDocument/2006/relationships/oleObject" Target="../embeddings/oleObject78.bin"/><Relationship Id="rId9" Type="http://schemas.openxmlformats.org/officeDocument/2006/relationships/image" Target="../media/image114.png"/></Relationships>
</file>

<file path=ppt/slides/_rels/slide72.xml.rels><?xml version="1.0" encoding="UTF-8" standalone="yes"?>
<Relationships xmlns="http://schemas.openxmlformats.org/package/2006/relationships"><Relationship Id="rId8" Type="http://schemas.openxmlformats.org/officeDocument/2006/relationships/image" Target="../media/image109.svg"/><Relationship Id="rId3" Type="http://schemas.openxmlformats.org/officeDocument/2006/relationships/notesSlide" Target="../notesSlides/notesSlide60.xml"/><Relationship Id="rId7" Type="http://schemas.openxmlformats.org/officeDocument/2006/relationships/image" Target="../media/image116.svg"/><Relationship Id="rId2" Type="http://schemas.openxmlformats.org/officeDocument/2006/relationships/slideLayout" Target="../slideLayouts/slideLayout38.xml"/><Relationship Id="rId1" Type="http://schemas.openxmlformats.org/officeDocument/2006/relationships/tags" Target="../tags/tag109.xml"/><Relationship Id="rId6" Type="http://schemas.openxmlformats.org/officeDocument/2006/relationships/image" Target="../media/image115.svg"/><Relationship Id="rId11" Type="http://schemas.openxmlformats.org/officeDocument/2006/relationships/image" Target="../media/image118.svg"/><Relationship Id="rId5" Type="http://schemas.openxmlformats.org/officeDocument/2006/relationships/image" Target="../media/image4.emf"/><Relationship Id="rId10" Type="http://schemas.openxmlformats.org/officeDocument/2006/relationships/image" Target="../media/image117.svg"/><Relationship Id="rId4" Type="http://schemas.openxmlformats.org/officeDocument/2006/relationships/oleObject" Target="../embeddings/oleObject79.bin"/><Relationship Id="rId9" Type="http://schemas.openxmlformats.org/officeDocument/2006/relationships/image" Target="../media/image110.sv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7.xml"/><Relationship Id="rId1" Type="http://schemas.openxmlformats.org/officeDocument/2006/relationships/tags" Target="../tags/tag110.xml"/><Relationship Id="rId5" Type="http://schemas.openxmlformats.org/officeDocument/2006/relationships/image" Target="../media/image4.emf"/><Relationship Id="rId4" Type="http://schemas.openxmlformats.org/officeDocument/2006/relationships/oleObject" Target="../embeddings/oleObject80.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2.xml.rels><?xml version="1.0" encoding="UTF-8" standalone="yes"?>
<Relationships xmlns="http://schemas.openxmlformats.org/package/2006/relationships"><Relationship Id="rId13" Type="http://schemas.openxmlformats.org/officeDocument/2006/relationships/image" Target="../media/image18.svg"/><Relationship Id="rId18" Type="http://schemas.openxmlformats.org/officeDocument/2006/relationships/image" Target="../media/image23.svg"/><Relationship Id="rId26" Type="http://schemas.openxmlformats.org/officeDocument/2006/relationships/image" Target="../media/image31.svg"/><Relationship Id="rId39" Type="http://schemas.openxmlformats.org/officeDocument/2006/relationships/image" Target="../media/image44.svg"/><Relationship Id="rId21" Type="http://schemas.openxmlformats.org/officeDocument/2006/relationships/image" Target="../media/image26.svg"/><Relationship Id="rId34" Type="http://schemas.openxmlformats.org/officeDocument/2006/relationships/image" Target="../media/image39.svg"/><Relationship Id="rId42" Type="http://schemas.openxmlformats.org/officeDocument/2006/relationships/image" Target="../media/image47.svg"/><Relationship Id="rId7" Type="http://schemas.openxmlformats.org/officeDocument/2006/relationships/image" Target="../media/image12.svg"/><Relationship Id="rId2" Type="http://schemas.openxmlformats.org/officeDocument/2006/relationships/image" Target="../media/image7.svg"/><Relationship Id="rId16" Type="http://schemas.openxmlformats.org/officeDocument/2006/relationships/image" Target="../media/image21.svg"/><Relationship Id="rId20" Type="http://schemas.openxmlformats.org/officeDocument/2006/relationships/image" Target="../media/image25.svg"/><Relationship Id="rId29" Type="http://schemas.openxmlformats.org/officeDocument/2006/relationships/image" Target="../media/image34.svg"/><Relationship Id="rId41" Type="http://schemas.openxmlformats.org/officeDocument/2006/relationships/image" Target="../media/image46.svg"/><Relationship Id="rId1" Type="http://schemas.openxmlformats.org/officeDocument/2006/relationships/slideLayout" Target="../slideLayouts/slideLayout46.xml"/><Relationship Id="rId6" Type="http://schemas.openxmlformats.org/officeDocument/2006/relationships/image" Target="../media/image11.svg"/><Relationship Id="rId11" Type="http://schemas.openxmlformats.org/officeDocument/2006/relationships/image" Target="../media/image16.svg"/><Relationship Id="rId24" Type="http://schemas.openxmlformats.org/officeDocument/2006/relationships/image" Target="../media/image29.svg"/><Relationship Id="rId32" Type="http://schemas.openxmlformats.org/officeDocument/2006/relationships/image" Target="../media/image37.svg"/><Relationship Id="rId37" Type="http://schemas.openxmlformats.org/officeDocument/2006/relationships/image" Target="../media/image42.svg"/><Relationship Id="rId40" Type="http://schemas.openxmlformats.org/officeDocument/2006/relationships/image" Target="../media/image45.svg"/><Relationship Id="rId5" Type="http://schemas.openxmlformats.org/officeDocument/2006/relationships/image" Target="../media/image10.svg"/><Relationship Id="rId15" Type="http://schemas.openxmlformats.org/officeDocument/2006/relationships/image" Target="../media/image20.svg"/><Relationship Id="rId23" Type="http://schemas.openxmlformats.org/officeDocument/2006/relationships/image" Target="../media/image28.svg"/><Relationship Id="rId28" Type="http://schemas.openxmlformats.org/officeDocument/2006/relationships/image" Target="../media/image33.svg"/><Relationship Id="rId36" Type="http://schemas.openxmlformats.org/officeDocument/2006/relationships/image" Target="../media/image41.svg"/><Relationship Id="rId10" Type="http://schemas.openxmlformats.org/officeDocument/2006/relationships/image" Target="../media/image15.svg"/><Relationship Id="rId19" Type="http://schemas.openxmlformats.org/officeDocument/2006/relationships/image" Target="../media/image24.svg"/><Relationship Id="rId31" Type="http://schemas.openxmlformats.org/officeDocument/2006/relationships/image" Target="../media/image36.svg"/><Relationship Id="rId44" Type="http://schemas.openxmlformats.org/officeDocument/2006/relationships/image" Target="../media/image92.svg"/><Relationship Id="rId4" Type="http://schemas.openxmlformats.org/officeDocument/2006/relationships/image" Target="../media/image9.svg"/><Relationship Id="rId9" Type="http://schemas.openxmlformats.org/officeDocument/2006/relationships/image" Target="../media/image14.svg"/><Relationship Id="rId14" Type="http://schemas.openxmlformats.org/officeDocument/2006/relationships/image" Target="../media/image19.svg"/><Relationship Id="rId22" Type="http://schemas.openxmlformats.org/officeDocument/2006/relationships/image" Target="../media/image27.svg"/><Relationship Id="rId27" Type="http://schemas.openxmlformats.org/officeDocument/2006/relationships/image" Target="../media/image32.svg"/><Relationship Id="rId30" Type="http://schemas.openxmlformats.org/officeDocument/2006/relationships/image" Target="../media/image35.svg"/><Relationship Id="rId35" Type="http://schemas.openxmlformats.org/officeDocument/2006/relationships/image" Target="../media/image40.svg"/><Relationship Id="rId43" Type="http://schemas.openxmlformats.org/officeDocument/2006/relationships/image" Target="../media/image119.svg"/><Relationship Id="rId8" Type="http://schemas.openxmlformats.org/officeDocument/2006/relationships/image" Target="../media/image13.svg"/><Relationship Id="rId3" Type="http://schemas.openxmlformats.org/officeDocument/2006/relationships/image" Target="../media/image8.svg"/><Relationship Id="rId12" Type="http://schemas.openxmlformats.org/officeDocument/2006/relationships/image" Target="../media/image17.svg"/><Relationship Id="rId17" Type="http://schemas.openxmlformats.org/officeDocument/2006/relationships/image" Target="../media/image22.svg"/><Relationship Id="rId25" Type="http://schemas.openxmlformats.org/officeDocument/2006/relationships/image" Target="../media/image30.svg"/><Relationship Id="rId33" Type="http://schemas.openxmlformats.org/officeDocument/2006/relationships/image" Target="../media/image38.svg"/><Relationship Id="rId38" Type="http://schemas.openxmlformats.org/officeDocument/2006/relationships/image" Target="../media/image43.svg"/></Relationships>
</file>

<file path=ppt/slides/_rels/slide83.xml.rels><?xml version="1.0" encoding="UTF-8" standalone="yes"?>
<Relationships xmlns="http://schemas.openxmlformats.org/package/2006/relationships"><Relationship Id="rId13" Type="http://schemas.openxmlformats.org/officeDocument/2006/relationships/image" Target="../media/image131.svg"/><Relationship Id="rId18" Type="http://schemas.openxmlformats.org/officeDocument/2006/relationships/image" Target="../media/image136.svg"/><Relationship Id="rId26" Type="http://schemas.openxmlformats.org/officeDocument/2006/relationships/image" Target="../media/image144.svg"/><Relationship Id="rId39" Type="http://schemas.openxmlformats.org/officeDocument/2006/relationships/image" Target="../media/image157.svg"/><Relationship Id="rId21" Type="http://schemas.openxmlformats.org/officeDocument/2006/relationships/image" Target="../media/image139.svg"/><Relationship Id="rId34" Type="http://schemas.openxmlformats.org/officeDocument/2006/relationships/image" Target="../media/image152.svg"/><Relationship Id="rId42" Type="http://schemas.openxmlformats.org/officeDocument/2006/relationships/image" Target="../media/image160.svg"/><Relationship Id="rId7" Type="http://schemas.openxmlformats.org/officeDocument/2006/relationships/image" Target="../media/image125.svg"/><Relationship Id="rId2" Type="http://schemas.openxmlformats.org/officeDocument/2006/relationships/image" Target="../media/image120.svg"/><Relationship Id="rId16" Type="http://schemas.openxmlformats.org/officeDocument/2006/relationships/image" Target="../media/image134.svg"/><Relationship Id="rId20" Type="http://schemas.openxmlformats.org/officeDocument/2006/relationships/image" Target="../media/image138.svg"/><Relationship Id="rId29" Type="http://schemas.openxmlformats.org/officeDocument/2006/relationships/image" Target="../media/image147.svg"/><Relationship Id="rId41" Type="http://schemas.openxmlformats.org/officeDocument/2006/relationships/image" Target="../media/image159.svg"/><Relationship Id="rId1" Type="http://schemas.openxmlformats.org/officeDocument/2006/relationships/slideLayout" Target="../slideLayouts/slideLayout47.xml"/><Relationship Id="rId6" Type="http://schemas.openxmlformats.org/officeDocument/2006/relationships/image" Target="../media/image124.svg"/><Relationship Id="rId11" Type="http://schemas.openxmlformats.org/officeDocument/2006/relationships/image" Target="../media/image129.svg"/><Relationship Id="rId24" Type="http://schemas.openxmlformats.org/officeDocument/2006/relationships/image" Target="../media/image142.svg"/><Relationship Id="rId32" Type="http://schemas.openxmlformats.org/officeDocument/2006/relationships/image" Target="../media/image150.svg"/><Relationship Id="rId37" Type="http://schemas.openxmlformats.org/officeDocument/2006/relationships/image" Target="../media/image155.svg"/><Relationship Id="rId40" Type="http://schemas.openxmlformats.org/officeDocument/2006/relationships/image" Target="../media/image158.svg"/><Relationship Id="rId5" Type="http://schemas.openxmlformats.org/officeDocument/2006/relationships/image" Target="../media/image123.svg"/><Relationship Id="rId15" Type="http://schemas.openxmlformats.org/officeDocument/2006/relationships/image" Target="../media/image133.svg"/><Relationship Id="rId23" Type="http://schemas.openxmlformats.org/officeDocument/2006/relationships/image" Target="../media/image141.svg"/><Relationship Id="rId28" Type="http://schemas.openxmlformats.org/officeDocument/2006/relationships/image" Target="../media/image146.svg"/><Relationship Id="rId36" Type="http://schemas.openxmlformats.org/officeDocument/2006/relationships/image" Target="../media/image154.svg"/><Relationship Id="rId10" Type="http://schemas.openxmlformats.org/officeDocument/2006/relationships/image" Target="../media/image128.svg"/><Relationship Id="rId19" Type="http://schemas.openxmlformats.org/officeDocument/2006/relationships/image" Target="../media/image137.svg"/><Relationship Id="rId31" Type="http://schemas.openxmlformats.org/officeDocument/2006/relationships/image" Target="../media/image149.svg"/><Relationship Id="rId44" Type="http://schemas.openxmlformats.org/officeDocument/2006/relationships/image" Target="../media/image162.svg"/><Relationship Id="rId4" Type="http://schemas.openxmlformats.org/officeDocument/2006/relationships/image" Target="../media/image122.svg"/><Relationship Id="rId9" Type="http://schemas.openxmlformats.org/officeDocument/2006/relationships/image" Target="../media/image127.svg"/><Relationship Id="rId14" Type="http://schemas.openxmlformats.org/officeDocument/2006/relationships/image" Target="../media/image132.svg"/><Relationship Id="rId22" Type="http://schemas.openxmlformats.org/officeDocument/2006/relationships/image" Target="../media/image140.svg"/><Relationship Id="rId27" Type="http://schemas.openxmlformats.org/officeDocument/2006/relationships/image" Target="../media/image145.svg"/><Relationship Id="rId30" Type="http://schemas.openxmlformats.org/officeDocument/2006/relationships/image" Target="../media/image148.svg"/><Relationship Id="rId35" Type="http://schemas.openxmlformats.org/officeDocument/2006/relationships/image" Target="../media/image153.svg"/><Relationship Id="rId43" Type="http://schemas.openxmlformats.org/officeDocument/2006/relationships/image" Target="../media/image161.svg"/><Relationship Id="rId8" Type="http://schemas.openxmlformats.org/officeDocument/2006/relationships/image" Target="../media/image126.svg"/><Relationship Id="rId3" Type="http://schemas.openxmlformats.org/officeDocument/2006/relationships/image" Target="../media/image121.svg"/><Relationship Id="rId12" Type="http://schemas.openxmlformats.org/officeDocument/2006/relationships/image" Target="../media/image130.svg"/><Relationship Id="rId17" Type="http://schemas.openxmlformats.org/officeDocument/2006/relationships/image" Target="../media/image135.svg"/><Relationship Id="rId25" Type="http://schemas.openxmlformats.org/officeDocument/2006/relationships/image" Target="../media/image143.svg"/><Relationship Id="rId33" Type="http://schemas.openxmlformats.org/officeDocument/2006/relationships/image" Target="../media/image151.svg"/><Relationship Id="rId38" Type="http://schemas.openxmlformats.org/officeDocument/2006/relationships/image" Target="../media/image15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7A5C-7828-42E5-620D-3B93A225E9DE}"/>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0D30471-1BC7-2C7F-B4A2-719B5BBF77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E0D30471-1BC7-2C7F-B4A2-719B5BBF77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16">
            <a:extLst>
              <a:ext uri="{FF2B5EF4-FFF2-40B4-BE49-F238E27FC236}">
                <a16:creationId xmlns:a16="http://schemas.microsoft.com/office/drawing/2014/main" id="{410D1841-E493-86F4-E5B2-2D9E91969162}"/>
              </a:ext>
            </a:extLst>
          </p:cNvPr>
          <p:cNvSpPr>
            <a:spLocks noGrp="1"/>
          </p:cNvSpPr>
          <p:nvPr>
            <p:ph type="body" sz="quarter" idx="10"/>
          </p:nvPr>
        </p:nvSpPr>
        <p:spPr>
          <a:xfrm>
            <a:off x="690605" y="3242373"/>
            <a:ext cx="5405391" cy="603883"/>
          </a:xfrm>
        </p:spPr>
        <p:txBody>
          <a:bodyPr vert="horz" wrap="square" lIns="0" tIns="45720" rIns="0" bIns="45720" rtlCol="0" anchor="t">
            <a:noAutofit/>
          </a:bodyPr>
          <a:lstStyle/>
          <a:p>
            <a:endParaRPr lang="de-DE" dirty="0"/>
          </a:p>
        </p:txBody>
      </p:sp>
      <p:sp>
        <p:nvSpPr>
          <p:cNvPr id="18" name="Text Placeholder 17">
            <a:extLst>
              <a:ext uri="{FF2B5EF4-FFF2-40B4-BE49-F238E27FC236}">
                <a16:creationId xmlns:a16="http://schemas.microsoft.com/office/drawing/2014/main" id="{078517CD-CBC1-9BE4-B6EA-80A7EBD4905C}"/>
              </a:ext>
            </a:extLst>
          </p:cNvPr>
          <p:cNvSpPr>
            <a:spLocks noGrp="1"/>
          </p:cNvSpPr>
          <p:nvPr>
            <p:ph type="body" sz="quarter" idx="11"/>
          </p:nvPr>
        </p:nvSpPr>
        <p:spPr/>
        <p:txBody>
          <a:bodyPr/>
          <a:lstStyle/>
          <a:p>
            <a:r>
              <a:rPr lang="en-US" dirty="0"/>
              <a:t>www.gesundheitsmanagement.com</a:t>
            </a:r>
          </a:p>
        </p:txBody>
      </p:sp>
      <p:pic>
        <p:nvPicPr>
          <p:cNvPr id="6" name="Bildplatzhalter 5">
            <a:extLst>
              <a:ext uri="{FF2B5EF4-FFF2-40B4-BE49-F238E27FC236}">
                <a16:creationId xmlns:a16="http://schemas.microsoft.com/office/drawing/2014/main" id="{A8752960-F303-4A27-06F1-11B53DE30202}"/>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19419" r="21201"/>
          <a:stretch>
            <a:fillRect/>
          </a:stretch>
        </p:blipFill>
        <p:spPr>
          <a:xfrm>
            <a:off x="6095998" y="-1"/>
            <a:ext cx="6096001" cy="6858000"/>
          </a:xfrm>
        </p:spPr>
      </p:pic>
      <p:pic>
        <p:nvPicPr>
          <p:cNvPr id="7" name="Bildplatzhalter 6">
            <a:extLst>
              <a:ext uri="{FF2B5EF4-FFF2-40B4-BE49-F238E27FC236}">
                <a16:creationId xmlns:a16="http://schemas.microsoft.com/office/drawing/2014/main" id="{FB0B16D1-4483-04A8-27E3-7657E75BB669}"/>
              </a:ext>
            </a:extLst>
          </p:cNvPr>
          <p:cNvPicPr>
            <a:picLocks noGrp="1" noChangeAspect="1"/>
          </p:cNvPicPr>
          <p:nvPr>
            <p:ph type="pic" sz="quarter" idx="12"/>
          </p:nvPr>
        </p:nvPicPr>
        <p:blipFill>
          <a:blip>
            <a:extLst>
              <a:ext uri="{96DAC541-7B7A-43D3-8B79-37D633B846F1}">
                <asvg:svgBlip xmlns:asvg="http://schemas.microsoft.com/office/drawing/2016/SVG/main" r:embed="rId7"/>
              </a:ext>
            </a:extLst>
          </a:blip>
          <a:srcRect l="-3943" r="-5981"/>
          <a:stretch>
            <a:fillRect/>
          </a:stretch>
        </p:blipFill>
        <p:spPr>
          <a:xfrm>
            <a:off x="708212" y="1346342"/>
            <a:ext cx="3962400" cy="1223318"/>
          </a:xfrm>
        </p:spPr>
      </p:pic>
    </p:spTree>
    <p:extLst>
      <p:ext uri="{BB962C8B-B14F-4D97-AF65-F5344CB8AC3E}">
        <p14:creationId xmlns:p14="http://schemas.microsoft.com/office/powerpoint/2010/main" val="2474681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751F-CAB7-5A81-97FC-94500C25D5E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3E47ADA-E474-F863-C436-4898B161DC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D3E47ADA-E474-F863-C436-4898B161DC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 Placeholder 22">
            <a:extLst>
              <a:ext uri="{FF2B5EF4-FFF2-40B4-BE49-F238E27FC236}">
                <a16:creationId xmlns:a16="http://schemas.microsoft.com/office/drawing/2014/main" id="{0826BC6E-2D42-237E-1848-67D4A20B4B1E}"/>
              </a:ext>
            </a:extLst>
          </p:cNvPr>
          <p:cNvSpPr>
            <a:spLocks noGrp="1"/>
          </p:cNvSpPr>
          <p:nvPr>
            <p:ph type="body" sz="quarter" idx="10"/>
          </p:nvPr>
        </p:nvSpPr>
        <p:spPr>
          <a:xfrm>
            <a:off x="943918" y="3526579"/>
            <a:ext cx="6111790" cy="660758"/>
          </a:xfrm>
        </p:spPr>
        <p:txBody>
          <a:bodyPr/>
          <a:lstStyle/>
          <a:p>
            <a:r>
              <a:rPr lang="en-US" dirty="0"/>
              <a:t>Titel des </a:t>
            </a:r>
            <a:r>
              <a:rPr lang="en-US" dirty="0" err="1"/>
              <a:t>Kapitels</a:t>
            </a:r>
            <a:endParaRPr lang="en-US" dirty="0"/>
          </a:p>
        </p:txBody>
      </p:sp>
      <p:sp>
        <p:nvSpPr>
          <p:cNvPr id="24" name="Text Placeholder 23">
            <a:extLst>
              <a:ext uri="{FF2B5EF4-FFF2-40B4-BE49-F238E27FC236}">
                <a16:creationId xmlns:a16="http://schemas.microsoft.com/office/drawing/2014/main" id="{C86CF0DF-9285-1C97-6A8B-59B4C6FA2C1B}"/>
              </a:ext>
            </a:extLst>
          </p:cNvPr>
          <p:cNvSpPr>
            <a:spLocks noGrp="1"/>
          </p:cNvSpPr>
          <p:nvPr>
            <p:ph type="body" sz="quarter" idx="11"/>
          </p:nvPr>
        </p:nvSpPr>
        <p:spPr/>
        <p:txBody>
          <a:bodyPr/>
          <a:lstStyle/>
          <a:p>
            <a:r>
              <a:rPr lang="en-US" dirty="0" err="1"/>
              <a:t>Kapitel</a:t>
            </a:r>
            <a:r>
              <a:rPr lang="en-US" dirty="0"/>
              <a:t> 01</a:t>
            </a:r>
          </a:p>
        </p:txBody>
      </p:sp>
      <p:pic>
        <p:nvPicPr>
          <p:cNvPr id="7" name="Bildplatzhalter 6" descr="Ein Bild, das Text, Schrift, Grafiken, Screenshot enthält.&#10;&#10;KI-generierte Inhalte können fehlerhaft sein.">
            <a:extLst>
              <a:ext uri="{FF2B5EF4-FFF2-40B4-BE49-F238E27FC236}">
                <a16:creationId xmlns:a16="http://schemas.microsoft.com/office/drawing/2014/main" id="{C124B90E-28B1-8B21-A356-2A0188907ACF}"/>
              </a:ext>
            </a:extLst>
          </p:cNvPr>
          <p:cNvPicPr>
            <a:picLocks noGrp="1" noChangeAspect="1"/>
          </p:cNvPicPr>
          <p:nvPr>
            <p:ph type="pic" sz="quarter" idx="12"/>
          </p:nvPr>
        </p:nvPicPr>
        <p:blipFill>
          <a:blip r:embed="rId6">
            <a:extLst>
              <a:ext uri="{28A0092B-C50C-407E-A947-70E740481C1C}">
                <a14:useLocalDpi xmlns:a14="http://schemas.microsoft.com/office/drawing/2010/main" val="0"/>
              </a:ext>
            </a:extLst>
          </a:blip>
          <a:srcRect t="-48326" r="-602" b="-47726"/>
          <a:stretch>
            <a:fillRect/>
          </a:stretch>
        </p:blipFill>
        <p:spPr>
          <a:xfrm>
            <a:off x="943918" y="5476906"/>
            <a:ext cx="1904194" cy="666719"/>
          </a:xfrm>
        </p:spPr>
      </p:pic>
    </p:spTree>
    <p:extLst>
      <p:ext uri="{BB962C8B-B14F-4D97-AF65-F5344CB8AC3E}">
        <p14:creationId xmlns:p14="http://schemas.microsoft.com/office/powerpoint/2010/main" val="260262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2A30B-9CE2-AA53-19D6-525BC9F60B97}"/>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398E2E3F-7DEF-5151-FDAA-A4626944E64E}"/>
              </a:ext>
            </a:extLst>
          </p:cNvPr>
          <p:cNvSpPr>
            <a:spLocks noGrp="1"/>
          </p:cNvSpPr>
          <p:nvPr>
            <p:ph type="body" sz="quarter" idx="52"/>
          </p:nvPr>
        </p:nvSpPr>
        <p:spPr/>
        <p:txBody>
          <a:bodyPr>
            <a:noAutofit/>
          </a:bodyPr>
          <a:lstStyle/>
          <a:p>
            <a:endParaRPr lang="de-DE"/>
          </a:p>
        </p:txBody>
      </p:sp>
      <p:sp>
        <p:nvSpPr>
          <p:cNvPr id="17" name="Text Placeholder 16">
            <a:extLst>
              <a:ext uri="{FF2B5EF4-FFF2-40B4-BE49-F238E27FC236}">
                <a16:creationId xmlns:a16="http://schemas.microsoft.com/office/drawing/2014/main" id="{70B4D668-1097-1EC6-629E-997B0AE3653C}"/>
              </a:ext>
            </a:extLst>
          </p:cNvPr>
          <p:cNvSpPr>
            <a:spLocks noGrp="1"/>
          </p:cNvSpPr>
          <p:nvPr>
            <p:ph type="body" sz="quarter" idx="53"/>
          </p:nvPr>
        </p:nvSpPr>
        <p:spPr/>
        <p:txBody>
          <a:bodyPr>
            <a:noAutofit/>
          </a:bodyPr>
          <a:lstStyle/>
          <a:p>
            <a:endParaRPr lang="de-DE" dirty="0"/>
          </a:p>
        </p:txBody>
      </p:sp>
      <p:sp>
        <p:nvSpPr>
          <p:cNvPr id="18" name="Text Placeholder 17">
            <a:extLst>
              <a:ext uri="{FF2B5EF4-FFF2-40B4-BE49-F238E27FC236}">
                <a16:creationId xmlns:a16="http://schemas.microsoft.com/office/drawing/2014/main" id="{0D286C92-C8AC-E639-FAA9-22A9F6360379}"/>
              </a:ext>
            </a:extLst>
          </p:cNvPr>
          <p:cNvSpPr>
            <a:spLocks noGrp="1"/>
          </p:cNvSpPr>
          <p:nvPr>
            <p:ph type="body" sz="quarter" idx="54"/>
          </p:nvPr>
        </p:nvSpPr>
        <p:spPr/>
        <p:txBody>
          <a:bodyPr>
            <a:noAutofit/>
          </a:bodyPr>
          <a:lstStyle/>
          <a:p>
            <a:endParaRPr lang="de-DE"/>
          </a:p>
        </p:txBody>
      </p:sp>
      <p:sp>
        <p:nvSpPr>
          <p:cNvPr id="12" name="Text Placeholder 11">
            <a:extLst>
              <a:ext uri="{FF2B5EF4-FFF2-40B4-BE49-F238E27FC236}">
                <a16:creationId xmlns:a16="http://schemas.microsoft.com/office/drawing/2014/main" id="{7936D9E1-516D-71C3-92BE-ADCE5015DAB9}"/>
              </a:ext>
            </a:extLst>
          </p:cNvPr>
          <p:cNvSpPr>
            <a:spLocks noGrp="1"/>
          </p:cNvSpPr>
          <p:nvPr>
            <p:ph type="body" sz="quarter" idx="10"/>
          </p:nvPr>
        </p:nvSpPr>
        <p:spPr/>
        <p:txBody>
          <a:bodyPr>
            <a:noAutofit/>
          </a:bodyPr>
          <a:lstStyle/>
          <a:p>
            <a:r>
              <a:rPr lang="de-DE" dirty="0"/>
              <a:t>Agenda</a:t>
            </a:r>
          </a:p>
        </p:txBody>
      </p:sp>
      <p:sp>
        <p:nvSpPr>
          <p:cNvPr id="13" name="Text Placeholder 12">
            <a:extLst>
              <a:ext uri="{FF2B5EF4-FFF2-40B4-BE49-F238E27FC236}">
                <a16:creationId xmlns:a16="http://schemas.microsoft.com/office/drawing/2014/main" id="{FB34C96C-E622-BAAB-AD5B-EA2B89B91BAB}"/>
              </a:ext>
            </a:extLst>
          </p:cNvPr>
          <p:cNvSpPr>
            <a:spLocks noGrp="1"/>
          </p:cNvSpPr>
          <p:nvPr>
            <p:ph type="body" sz="quarter" idx="36"/>
          </p:nvPr>
        </p:nvSpPr>
        <p:spPr/>
        <p:txBody>
          <a:bodyPr>
            <a:noAutofit/>
          </a:bodyPr>
          <a:lstStyle/>
          <a:p>
            <a:r>
              <a:rPr lang="de-DE" dirty="0"/>
              <a:t>Titel 01</a:t>
            </a:r>
          </a:p>
        </p:txBody>
      </p:sp>
      <p:sp>
        <p:nvSpPr>
          <p:cNvPr id="14" name="Text Placeholder 13">
            <a:extLst>
              <a:ext uri="{FF2B5EF4-FFF2-40B4-BE49-F238E27FC236}">
                <a16:creationId xmlns:a16="http://schemas.microsoft.com/office/drawing/2014/main" id="{F54FE7BA-FDCD-1D7C-E3AA-07670FBE1FFE}"/>
              </a:ext>
            </a:extLst>
          </p:cNvPr>
          <p:cNvSpPr>
            <a:spLocks noGrp="1"/>
          </p:cNvSpPr>
          <p:nvPr>
            <p:ph type="body" sz="quarter" idx="40"/>
          </p:nvPr>
        </p:nvSpPr>
        <p:spPr/>
        <p:txBody>
          <a:bodyPr>
            <a:noAutofit/>
          </a:bodyPr>
          <a:lstStyle/>
          <a:p>
            <a:r>
              <a:rPr lang="de-DE" dirty="0"/>
              <a:t>Titel 02</a:t>
            </a:r>
          </a:p>
        </p:txBody>
      </p:sp>
      <p:sp>
        <p:nvSpPr>
          <p:cNvPr id="15" name="Text Placeholder 14">
            <a:extLst>
              <a:ext uri="{FF2B5EF4-FFF2-40B4-BE49-F238E27FC236}">
                <a16:creationId xmlns:a16="http://schemas.microsoft.com/office/drawing/2014/main" id="{BF779744-5C63-EB4E-DE28-804D5215D1ED}"/>
              </a:ext>
            </a:extLst>
          </p:cNvPr>
          <p:cNvSpPr>
            <a:spLocks noGrp="1"/>
          </p:cNvSpPr>
          <p:nvPr>
            <p:ph type="body" sz="quarter" idx="42"/>
          </p:nvPr>
        </p:nvSpPr>
        <p:spPr/>
        <p:txBody>
          <a:bodyPr>
            <a:noAutofit/>
          </a:bodyPr>
          <a:lstStyle/>
          <a:p>
            <a:r>
              <a:rPr lang="de-DE" dirty="0"/>
              <a:t>Titel 03</a:t>
            </a:r>
          </a:p>
        </p:txBody>
      </p:sp>
      <p:sp>
        <p:nvSpPr>
          <p:cNvPr id="19" name="Freeform: Shape 18">
            <a:extLst>
              <a:ext uri="{FF2B5EF4-FFF2-40B4-BE49-F238E27FC236}">
                <a16:creationId xmlns:a16="http://schemas.microsoft.com/office/drawing/2014/main" id="{19558611-9FC5-2D6E-24AD-CA17F59EF480}"/>
              </a:ext>
            </a:extLst>
          </p:cNvPr>
          <p:cNvSpPr/>
          <p:nvPr/>
        </p:nvSpPr>
        <p:spPr>
          <a:xfrm>
            <a:off x="4418565" y="122424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01</a:t>
            </a:r>
          </a:p>
        </p:txBody>
      </p:sp>
      <p:sp>
        <p:nvSpPr>
          <p:cNvPr id="20" name="Freeform: Shape 19">
            <a:extLst>
              <a:ext uri="{FF2B5EF4-FFF2-40B4-BE49-F238E27FC236}">
                <a16:creationId xmlns:a16="http://schemas.microsoft.com/office/drawing/2014/main" id="{537262F0-F2A0-6352-5057-EF67AEFC0A4A}"/>
              </a:ext>
            </a:extLst>
          </p:cNvPr>
          <p:cNvSpPr/>
          <p:nvPr/>
        </p:nvSpPr>
        <p:spPr>
          <a:xfrm>
            <a:off x="4418565" y="3128691"/>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02</a:t>
            </a:r>
          </a:p>
        </p:txBody>
      </p:sp>
      <p:sp>
        <p:nvSpPr>
          <p:cNvPr id="21" name="Freeform: Shape 20">
            <a:extLst>
              <a:ext uri="{FF2B5EF4-FFF2-40B4-BE49-F238E27FC236}">
                <a16:creationId xmlns:a16="http://schemas.microsoft.com/office/drawing/2014/main" id="{B0A806A6-2640-635F-81F7-0478A189FD7F}"/>
              </a:ext>
            </a:extLst>
          </p:cNvPr>
          <p:cNvSpPr/>
          <p:nvPr/>
        </p:nvSpPr>
        <p:spPr>
          <a:xfrm>
            <a:off x="4418565" y="503313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03</a:t>
            </a:r>
          </a:p>
        </p:txBody>
      </p:sp>
    </p:spTree>
    <p:extLst>
      <p:ext uri="{BB962C8B-B14F-4D97-AF65-F5344CB8AC3E}">
        <p14:creationId xmlns:p14="http://schemas.microsoft.com/office/powerpoint/2010/main" val="2337977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E871D8E5-32F2-0D80-7AF9-420C20BF37CE}"/>
              </a:ext>
            </a:extLst>
          </p:cNvPr>
          <p:cNvSpPr>
            <a:spLocks noGrp="1"/>
          </p:cNvSpPr>
          <p:nvPr>
            <p:ph type="body" sz="quarter" idx="20"/>
          </p:nvPr>
        </p:nvSpPr>
        <p:spPr/>
        <p:txBody>
          <a:bodyPr>
            <a:noAutofit/>
          </a:bodyPr>
          <a:lstStyle/>
          <a:p>
            <a:r>
              <a:rPr lang="de-DE" dirty="0"/>
              <a:t>Lorem ipsum dolor sit amet, consectetur adipiscing elit. Integer nec odio. Praesent libero. Sed cursus ante dapibus diam. Sed nisi. </a:t>
            </a:r>
          </a:p>
        </p:txBody>
      </p:sp>
      <p:sp>
        <p:nvSpPr>
          <p:cNvPr id="28" name="Text Placeholder 27">
            <a:extLst>
              <a:ext uri="{FF2B5EF4-FFF2-40B4-BE49-F238E27FC236}">
                <a16:creationId xmlns:a16="http://schemas.microsoft.com/office/drawing/2014/main" id="{EBEB8A79-05B2-F3A4-EBE1-463DDA0E672B}"/>
              </a:ext>
            </a:extLst>
          </p:cNvPr>
          <p:cNvSpPr>
            <a:spLocks noGrp="1"/>
          </p:cNvSpPr>
          <p:nvPr>
            <p:ph type="body" sz="quarter" idx="10"/>
          </p:nvPr>
        </p:nvSpPr>
        <p:spPr/>
        <p:txBody>
          <a:bodyPr>
            <a:noAutofit/>
          </a:bodyPr>
          <a:lstStyle/>
          <a:p>
            <a:r>
              <a:rPr lang="de-DE" dirty="0"/>
              <a:t>Titel der Folie Version 01</a:t>
            </a:r>
          </a:p>
        </p:txBody>
      </p:sp>
      <p:sp>
        <p:nvSpPr>
          <p:cNvPr id="31" name="Text Placeholder 30">
            <a:extLst>
              <a:ext uri="{FF2B5EF4-FFF2-40B4-BE49-F238E27FC236}">
                <a16:creationId xmlns:a16="http://schemas.microsoft.com/office/drawing/2014/main" id="{1961C90A-9C3A-5715-A22F-1C6FE22E661B}"/>
              </a:ext>
            </a:extLst>
          </p:cNvPr>
          <p:cNvSpPr>
            <a:spLocks noGrp="1"/>
          </p:cNvSpPr>
          <p:nvPr>
            <p:ph type="body" sz="quarter" idx="26"/>
          </p:nvPr>
        </p:nvSpPr>
        <p:spPr/>
        <p:txBody>
          <a:bodyPr>
            <a:noAutofit/>
          </a:bodyPr>
          <a:lstStyle/>
          <a:p>
            <a:r>
              <a:rPr lang="de-DE" dirty="0"/>
              <a:t>01</a:t>
            </a:r>
          </a:p>
        </p:txBody>
      </p:sp>
      <p:sp>
        <p:nvSpPr>
          <p:cNvPr id="32" name="Text Placeholder 31">
            <a:extLst>
              <a:ext uri="{FF2B5EF4-FFF2-40B4-BE49-F238E27FC236}">
                <a16:creationId xmlns:a16="http://schemas.microsoft.com/office/drawing/2014/main" id="{5735DBBB-A1D8-88F6-D0B9-B803962A5EDE}"/>
              </a:ext>
            </a:extLst>
          </p:cNvPr>
          <p:cNvSpPr>
            <a:spLocks noGrp="1"/>
          </p:cNvSpPr>
          <p:nvPr>
            <p:ph type="body" sz="quarter" idx="31"/>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3" name="Text Placeholder 32">
            <a:extLst>
              <a:ext uri="{FF2B5EF4-FFF2-40B4-BE49-F238E27FC236}">
                <a16:creationId xmlns:a16="http://schemas.microsoft.com/office/drawing/2014/main" id="{33C1D479-AECC-735D-92BA-1C32E8462C28}"/>
              </a:ext>
            </a:extLst>
          </p:cNvPr>
          <p:cNvSpPr>
            <a:spLocks noGrp="1"/>
          </p:cNvSpPr>
          <p:nvPr>
            <p:ph type="body" sz="quarter" idx="32"/>
          </p:nvPr>
        </p:nvSpPr>
        <p:spPr/>
        <p:txBody>
          <a:bodyPr>
            <a:noAutofit/>
          </a:bodyPr>
          <a:lstStyle/>
          <a:p>
            <a:r>
              <a:rPr lang="de-DE" dirty="0"/>
              <a:t>04</a:t>
            </a:r>
          </a:p>
        </p:txBody>
      </p:sp>
      <p:sp>
        <p:nvSpPr>
          <p:cNvPr id="34" name="Text Placeholder 33">
            <a:extLst>
              <a:ext uri="{FF2B5EF4-FFF2-40B4-BE49-F238E27FC236}">
                <a16:creationId xmlns:a16="http://schemas.microsoft.com/office/drawing/2014/main" id="{8069E1E4-4A8E-DEA4-2D82-5C81B6EC4212}"/>
              </a:ext>
            </a:extLst>
          </p:cNvPr>
          <p:cNvSpPr>
            <a:spLocks noGrp="1"/>
          </p:cNvSpPr>
          <p:nvPr>
            <p:ph type="body" sz="quarter" idx="34"/>
          </p:nvPr>
        </p:nvSpPr>
        <p:spPr/>
        <p:txBody>
          <a:bodyPr>
            <a:noAutofit/>
          </a:bodyPr>
          <a:lstStyle/>
          <a:p>
            <a:r>
              <a:rPr lang="de-DE" dirty="0"/>
              <a:t>Lorem ipsum dolor sit amet, consectetur adipiscing elit. Integer nec odio. Praesent libero. Sed cursus ante dapibus diam. Sed nisi. </a:t>
            </a:r>
          </a:p>
        </p:txBody>
      </p:sp>
      <p:sp>
        <p:nvSpPr>
          <p:cNvPr id="35" name="Text Placeholder 34">
            <a:extLst>
              <a:ext uri="{FF2B5EF4-FFF2-40B4-BE49-F238E27FC236}">
                <a16:creationId xmlns:a16="http://schemas.microsoft.com/office/drawing/2014/main" id="{58F89C96-A15C-45AF-4DA0-42D8E231021C}"/>
              </a:ext>
            </a:extLst>
          </p:cNvPr>
          <p:cNvSpPr>
            <a:spLocks noGrp="1"/>
          </p:cNvSpPr>
          <p:nvPr>
            <p:ph type="body" sz="quarter" idx="35"/>
          </p:nvPr>
        </p:nvSpPr>
        <p:spPr/>
        <p:txBody>
          <a:bodyPr>
            <a:noAutofit/>
          </a:bodyPr>
          <a:lstStyle/>
          <a:p>
            <a:r>
              <a:rPr lang="de-DE" dirty="0"/>
              <a:t>02</a:t>
            </a:r>
          </a:p>
        </p:txBody>
      </p:sp>
      <p:sp>
        <p:nvSpPr>
          <p:cNvPr id="36" name="Text Placeholder 35">
            <a:extLst>
              <a:ext uri="{FF2B5EF4-FFF2-40B4-BE49-F238E27FC236}">
                <a16:creationId xmlns:a16="http://schemas.microsoft.com/office/drawing/2014/main" id="{810C17AA-BD99-230C-5944-A8F51C9085A0}"/>
              </a:ext>
            </a:extLst>
          </p:cNvPr>
          <p:cNvSpPr>
            <a:spLocks noGrp="1"/>
          </p:cNvSpPr>
          <p:nvPr>
            <p:ph type="body" sz="quarter" idx="37"/>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7" name="Text Placeholder 36">
            <a:extLst>
              <a:ext uri="{FF2B5EF4-FFF2-40B4-BE49-F238E27FC236}">
                <a16:creationId xmlns:a16="http://schemas.microsoft.com/office/drawing/2014/main" id="{2D138A3D-9A8C-20D9-0E93-630FA56BEB9B}"/>
              </a:ext>
            </a:extLst>
          </p:cNvPr>
          <p:cNvSpPr>
            <a:spLocks noGrp="1"/>
          </p:cNvSpPr>
          <p:nvPr>
            <p:ph type="body" sz="quarter" idx="38"/>
          </p:nvPr>
        </p:nvSpPr>
        <p:spPr/>
        <p:txBody>
          <a:bodyPr>
            <a:noAutofit/>
          </a:bodyPr>
          <a:lstStyle/>
          <a:p>
            <a:r>
              <a:rPr lang="de-DE" dirty="0"/>
              <a:t>05</a:t>
            </a:r>
          </a:p>
        </p:txBody>
      </p:sp>
      <p:sp>
        <p:nvSpPr>
          <p:cNvPr id="38" name="Text Placeholder 37">
            <a:extLst>
              <a:ext uri="{FF2B5EF4-FFF2-40B4-BE49-F238E27FC236}">
                <a16:creationId xmlns:a16="http://schemas.microsoft.com/office/drawing/2014/main" id="{7FC24B65-92CD-4B25-4031-86A87131025A}"/>
              </a:ext>
            </a:extLst>
          </p:cNvPr>
          <p:cNvSpPr>
            <a:spLocks noGrp="1"/>
          </p:cNvSpPr>
          <p:nvPr>
            <p:ph type="body" sz="quarter" idx="40"/>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9" name="Text Placeholder 38">
            <a:extLst>
              <a:ext uri="{FF2B5EF4-FFF2-40B4-BE49-F238E27FC236}">
                <a16:creationId xmlns:a16="http://schemas.microsoft.com/office/drawing/2014/main" id="{22C0EF15-D68D-4122-C32E-55B7FB6835F5}"/>
              </a:ext>
            </a:extLst>
          </p:cNvPr>
          <p:cNvSpPr>
            <a:spLocks noGrp="1"/>
          </p:cNvSpPr>
          <p:nvPr>
            <p:ph type="body" sz="quarter" idx="41"/>
          </p:nvPr>
        </p:nvSpPr>
        <p:spPr/>
        <p:txBody>
          <a:bodyPr>
            <a:noAutofit/>
          </a:bodyPr>
          <a:lstStyle/>
          <a:p>
            <a:r>
              <a:rPr lang="de-DE" dirty="0"/>
              <a:t>03</a:t>
            </a:r>
          </a:p>
        </p:txBody>
      </p:sp>
      <p:sp>
        <p:nvSpPr>
          <p:cNvPr id="40" name="Text Placeholder 39">
            <a:extLst>
              <a:ext uri="{FF2B5EF4-FFF2-40B4-BE49-F238E27FC236}">
                <a16:creationId xmlns:a16="http://schemas.microsoft.com/office/drawing/2014/main" id="{693CD402-A913-46D4-4581-E04EF404064D}"/>
              </a:ext>
            </a:extLst>
          </p:cNvPr>
          <p:cNvSpPr>
            <a:spLocks noGrp="1"/>
          </p:cNvSpPr>
          <p:nvPr>
            <p:ph type="body" sz="quarter" idx="43"/>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41" name="Text Placeholder 40">
            <a:extLst>
              <a:ext uri="{FF2B5EF4-FFF2-40B4-BE49-F238E27FC236}">
                <a16:creationId xmlns:a16="http://schemas.microsoft.com/office/drawing/2014/main" id="{2ED8F99E-427E-6D0C-9658-A9C96260866A}"/>
              </a:ext>
            </a:extLst>
          </p:cNvPr>
          <p:cNvSpPr>
            <a:spLocks noGrp="1"/>
          </p:cNvSpPr>
          <p:nvPr>
            <p:ph type="body" sz="quarter" idx="44"/>
          </p:nvPr>
        </p:nvSpPr>
        <p:spPr/>
        <p:txBody>
          <a:bodyPr>
            <a:noAutofit/>
          </a:bodyPr>
          <a:lstStyle/>
          <a:p>
            <a:r>
              <a:rPr lang="de-DE" dirty="0"/>
              <a:t>06</a:t>
            </a:r>
          </a:p>
        </p:txBody>
      </p:sp>
      <p:sp>
        <p:nvSpPr>
          <p:cNvPr id="29" name="Text Placeholder 28">
            <a:extLst>
              <a:ext uri="{FF2B5EF4-FFF2-40B4-BE49-F238E27FC236}">
                <a16:creationId xmlns:a16="http://schemas.microsoft.com/office/drawing/2014/main" id="{1DF8ABB1-965D-FC07-D773-A02598F55746}"/>
              </a:ext>
            </a:extLst>
          </p:cNvPr>
          <p:cNvSpPr>
            <a:spLocks noGrp="1"/>
          </p:cNvSpPr>
          <p:nvPr>
            <p:ph type="body" sz="quarter" idx="12"/>
          </p:nvPr>
        </p:nvSpPr>
        <p:spPr/>
        <p:txBody>
          <a:bodyPr>
            <a:noAutofit/>
          </a:bodyPr>
          <a:lstStyle/>
          <a:p>
            <a:r>
              <a:rPr lang="de-DE" dirty="0"/>
              <a:t>Kapitel </a:t>
            </a:r>
          </a:p>
        </p:txBody>
      </p:sp>
    </p:spTree>
    <p:extLst>
      <p:ext uri="{BB962C8B-B14F-4D97-AF65-F5344CB8AC3E}">
        <p14:creationId xmlns:p14="http://schemas.microsoft.com/office/powerpoint/2010/main" val="76667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A3230-3734-B0A9-2F7C-9B0F75CF67C6}"/>
            </a:ext>
          </a:extLst>
        </p:cNvPr>
        <p:cNvGrpSpPr/>
        <p:nvPr/>
      </p:nvGrpSpPr>
      <p:grpSpPr>
        <a:xfrm>
          <a:off x="0" y="0"/>
          <a:ext cx="0" cy="0"/>
          <a:chOff x="0" y="0"/>
          <a:chExt cx="0" cy="0"/>
        </a:xfrm>
      </p:grpSpPr>
      <p:sp>
        <p:nvSpPr>
          <p:cNvPr id="30" name="Text Placeholder 29">
            <a:extLst>
              <a:ext uri="{FF2B5EF4-FFF2-40B4-BE49-F238E27FC236}">
                <a16:creationId xmlns:a16="http://schemas.microsoft.com/office/drawing/2014/main" id="{B4A6A87F-F0C5-020A-2A35-8D5B9A5F3F21}"/>
              </a:ext>
            </a:extLst>
          </p:cNvPr>
          <p:cNvSpPr>
            <a:spLocks noGrp="1"/>
          </p:cNvSpPr>
          <p:nvPr>
            <p:ph type="body" sz="quarter" idx="20"/>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28" name="Text Placeholder 27">
            <a:extLst>
              <a:ext uri="{FF2B5EF4-FFF2-40B4-BE49-F238E27FC236}">
                <a16:creationId xmlns:a16="http://schemas.microsoft.com/office/drawing/2014/main" id="{AB6B6BF2-6980-9974-0AB7-57FFA525AE08}"/>
              </a:ext>
            </a:extLst>
          </p:cNvPr>
          <p:cNvSpPr>
            <a:spLocks noGrp="1"/>
          </p:cNvSpPr>
          <p:nvPr>
            <p:ph type="body" sz="quarter" idx="10"/>
          </p:nvPr>
        </p:nvSpPr>
        <p:spPr/>
        <p:txBody>
          <a:bodyPr>
            <a:noAutofit/>
          </a:bodyPr>
          <a:lstStyle/>
          <a:p>
            <a:r>
              <a:rPr lang="de-DE" dirty="0"/>
              <a:t>Titel der Folie Version 02</a:t>
            </a:r>
          </a:p>
        </p:txBody>
      </p:sp>
      <p:sp>
        <p:nvSpPr>
          <p:cNvPr id="31" name="Text Placeholder 30">
            <a:extLst>
              <a:ext uri="{FF2B5EF4-FFF2-40B4-BE49-F238E27FC236}">
                <a16:creationId xmlns:a16="http://schemas.microsoft.com/office/drawing/2014/main" id="{7AB2C4C8-74AF-9037-EFB7-E6DFEF198691}"/>
              </a:ext>
            </a:extLst>
          </p:cNvPr>
          <p:cNvSpPr>
            <a:spLocks noGrp="1"/>
          </p:cNvSpPr>
          <p:nvPr>
            <p:ph type="body" sz="quarter" idx="26"/>
          </p:nvPr>
        </p:nvSpPr>
        <p:spPr/>
        <p:txBody>
          <a:bodyPr>
            <a:noAutofit/>
          </a:bodyPr>
          <a:lstStyle/>
          <a:p>
            <a:endParaRPr lang="de-DE" dirty="0"/>
          </a:p>
        </p:txBody>
      </p:sp>
      <p:sp>
        <p:nvSpPr>
          <p:cNvPr id="32" name="Text Placeholder 31">
            <a:extLst>
              <a:ext uri="{FF2B5EF4-FFF2-40B4-BE49-F238E27FC236}">
                <a16:creationId xmlns:a16="http://schemas.microsoft.com/office/drawing/2014/main" id="{967FEC40-1D9F-31EF-9C03-F9B145B784F4}"/>
              </a:ext>
            </a:extLst>
          </p:cNvPr>
          <p:cNvSpPr>
            <a:spLocks noGrp="1"/>
          </p:cNvSpPr>
          <p:nvPr>
            <p:ph type="body" sz="quarter" idx="31"/>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3" name="Text Placeholder 32">
            <a:extLst>
              <a:ext uri="{FF2B5EF4-FFF2-40B4-BE49-F238E27FC236}">
                <a16:creationId xmlns:a16="http://schemas.microsoft.com/office/drawing/2014/main" id="{CEBB0860-665D-0CD7-CCB1-AB28FC609A0A}"/>
              </a:ext>
            </a:extLst>
          </p:cNvPr>
          <p:cNvSpPr>
            <a:spLocks noGrp="1"/>
          </p:cNvSpPr>
          <p:nvPr>
            <p:ph type="body" sz="quarter" idx="32"/>
          </p:nvPr>
        </p:nvSpPr>
        <p:spPr/>
        <p:txBody>
          <a:bodyPr>
            <a:noAutofit/>
          </a:bodyPr>
          <a:lstStyle/>
          <a:p>
            <a:endParaRPr lang="de-DE" dirty="0"/>
          </a:p>
        </p:txBody>
      </p:sp>
      <p:sp>
        <p:nvSpPr>
          <p:cNvPr id="34" name="Text Placeholder 33">
            <a:extLst>
              <a:ext uri="{FF2B5EF4-FFF2-40B4-BE49-F238E27FC236}">
                <a16:creationId xmlns:a16="http://schemas.microsoft.com/office/drawing/2014/main" id="{3C08F828-022B-3594-07B8-E4E87C90DEA8}"/>
              </a:ext>
            </a:extLst>
          </p:cNvPr>
          <p:cNvSpPr>
            <a:spLocks noGrp="1"/>
          </p:cNvSpPr>
          <p:nvPr>
            <p:ph type="body" sz="quarter" idx="34"/>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5" name="Text Placeholder 34">
            <a:extLst>
              <a:ext uri="{FF2B5EF4-FFF2-40B4-BE49-F238E27FC236}">
                <a16:creationId xmlns:a16="http://schemas.microsoft.com/office/drawing/2014/main" id="{0D88E674-4F2F-6C3F-B655-77F64F9D3E01}"/>
              </a:ext>
            </a:extLst>
          </p:cNvPr>
          <p:cNvSpPr>
            <a:spLocks noGrp="1"/>
          </p:cNvSpPr>
          <p:nvPr>
            <p:ph type="body" sz="quarter" idx="35"/>
          </p:nvPr>
        </p:nvSpPr>
        <p:spPr/>
        <p:txBody>
          <a:bodyPr>
            <a:noAutofit/>
          </a:bodyPr>
          <a:lstStyle/>
          <a:p>
            <a:endParaRPr lang="de-DE" dirty="0"/>
          </a:p>
        </p:txBody>
      </p:sp>
      <p:sp>
        <p:nvSpPr>
          <p:cNvPr id="36" name="Text Placeholder 35">
            <a:extLst>
              <a:ext uri="{FF2B5EF4-FFF2-40B4-BE49-F238E27FC236}">
                <a16:creationId xmlns:a16="http://schemas.microsoft.com/office/drawing/2014/main" id="{B6101951-001D-C47C-745F-68D8D0E52AFF}"/>
              </a:ext>
            </a:extLst>
          </p:cNvPr>
          <p:cNvSpPr>
            <a:spLocks noGrp="1"/>
          </p:cNvSpPr>
          <p:nvPr>
            <p:ph type="body" sz="quarter" idx="37"/>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7" name="Text Placeholder 36">
            <a:extLst>
              <a:ext uri="{FF2B5EF4-FFF2-40B4-BE49-F238E27FC236}">
                <a16:creationId xmlns:a16="http://schemas.microsoft.com/office/drawing/2014/main" id="{D400401F-F140-8130-F32A-C079479C4B68}"/>
              </a:ext>
            </a:extLst>
          </p:cNvPr>
          <p:cNvSpPr>
            <a:spLocks noGrp="1"/>
          </p:cNvSpPr>
          <p:nvPr>
            <p:ph type="body" sz="quarter" idx="38"/>
          </p:nvPr>
        </p:nvSpPr>
        <p:spPr/>
        <p:txBody>
          <a:bodyPr>
            <a:noAutofit/>
          </a:bodyPr>
          <a:lstStyle/>
          <a:p>
            <a:endParaRPr lang="de-DE" dirty="0"/>
          </a:p>
        </p:txBody>
      </p:sp>
      <p:sp>
        <p:nvSpPr>
          <p:cNvPr id="38" name="Text Placeholder 37">
            <a:extLst>
              <a:ext uri="{FF2B5EF4-FFF2-40B4-BE49-F238E27FC236}">
                <a16:creationId xmlns:a16="http://schemas.microsoft.com/office/drawing/2014/main" id="{F525AAEA-C2BE-01A1-4805-E1E33B63F269}"/>
              </a:ext>
            </a:extLst>
          </p:cNvPr>
          <p:cNvSpPr>
            <a:spLocks noGrp="1"/>
          </p:cNvSpPr>
          <p:nvPr>
            <p:ph type="body" sz="quarter" idx="40"/>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39" name="Text Placeholder 38">
            <a:extLst>
              <a:ext uri="{FF2B5EF4-FFF2-40B4-BE49-F238E27FC236}">
                <a16:creationId xmlns:a16="http://schemas.microsoft.com/office/drawing/2014/main" id="{779D86AF-8D19-0B43-AB0E-98135F515881}"/>
              </a:ext>
            </a:extLst>
          </p:cNvPr>
          <p:cNvSpPr>
            <a:spLocks noGrp="1"/>
          </p:cNvSpPr>
          <p:nvPr>
            <p:ph type="body" sz="quarter" idx="41"/>
          </p:nvPr>
        </p:nvSpPr>
        <p:spPr/>
        <p:txBody>
          <a:bodyPr>
            <a:noAutofit/>
          </a:bodyPr>
          <a:lstStyle/>
          <a:p>
            <a:endParaRPr lang="de-DE" dirty="0"/>
          </a:p>
        </p:txBody>
      </p:sp>
      <p:sp>
        <p:nvSpPr>
          <p:cNvPr id="40" name="Text Placeholder 39">
            <a:extLst>
              <a:ext uri="{FF2B5EF4-FFF2-40B4-BE49-F238E27FC236}">
                <a16:creationId xmlns:a16="http://schemas.microsoft.com/office/drawing/2014/main" id="{C47A3640-5B8B-B144-EBF7-0A71C556F8E2}"/>
              </a:ext>
            </a:extLst>
          </p:cNvPr>
          <p:cNvSpPr>
            <a:spLocks noGrp="1"/>
          </p:cNvSpPr>
          <p:nvPr>
            <p:ph type="body" sz="quarter" idx="43"/>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p:txBody>
      </p:sp>
      <p:sp>
        <p:nvSpPr>
          <p:cNvPr id="41" name="Text Placeholder 40">
            <a:extLst>
              <a:ext uri="{FF2B5EF4-FFF2-40B4-BE49-F238E27FC236}">
                <a16:creationId xmlns:a16="http://schemas.microsoft.com/office/drawing/2014/main" id="{B46446C5-6E93-CB35-A9AD-57BDF3654336}"/>
              </a:ext>
            </a:extLst>
          </p:cNvPr>
          <p:cNvSpPr>
            <a:spLocks noGrp="1"/>
          </p:cNvSpPr>
          <p:nvPr>
            <p:ph type="body" sz="quarter" idx="44"/>
          </p:nvPr>
        </p:nvSpPr>
        <p:spPr/>
        <p:txBody>
          <a:bodyPr>
            <a:noAutofit/>
          </a:bodyPr>
          <a:lstStyle/>
          <a:p>
            <a:endParaRPr lang="de-DE" dirty="0"/>
          </a:p>
        </p:txBody>
      </p:sp>
      <p:sp>
        <p:nvSpPr>
          <p:cNvPr id="29" name="Text Placeholder 28">
            <a:extLst>
              <a:ext uri="{FF2B5EF4-FFF2-40B4-BE49-F238E27FC236}">
                <a16:creationId xmlns:a16="http://schemas.microsoft.com/office/drawing/2014/main" id="{085C04C5-3E2F-EFD8-1D38-70C3DCF04883}"/>
              </a:ext>
            </a:extLst>
          </p:cNvPr>
          <p:cNvSpPr>
            <a:spLocks noGrp="1"/>
          </p:cNvSpPr>
          <p:nvPr>
            <p:ph type="body" sz="quarter" idx="12"/>
          </p:nvPr>
        </p:nvSpPr>
        <p:spPr/>
        <p:txBody>
          <a:bodyPr>
            <a:noAutofit/>
          </a:bodyPr>
          <a:lstStyle/>
          <a:p>
            <a:r>
              <a:rPr lang="de-DE" dirty="0"/>
              <a:t>Kapitel</a:t>
            </a:r>
          </a:p>
        </p:txBody>
      </p:sp>
      <p:pic>
        <p:nvPicPr>
          <p:cNvPr id="2" name="Grafik 5" descr="Adressbuch Silhouette">
            <a:extLst>
              <a:ext uri="{FF2B5EF4-FFF2-40B4-BE49-F238E27FC236}">
                <a16:creationId xmlns:a16="http://schemas.microsoft.com/office/drawing/2014/main" id="{6628DBE2-390D-9D4E-C77C-601D379EF1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3071" y="1651802"/>
            <a:ext cx="396000" cy="396000"/>
          </a:xfrm>
          <a:prstGeom prst="rect">
            <a:avLst/>
          </a:prstGeom>
        </p:spPr>
      </p:pic>
      <p:pic>
        <p:nvPicPr>
          <p:cNvPr id="3" name="Grafik 41" descr="Cmd (Terminal) Silhouette">
            <a:extLst>
              <a:ext uri="{FF2B5EF4-FFF2-40B4-BE49-F238E27FC236}">
                <a16:creationId xmlns:a16="http://schemas.microsoft.com/office/drawing/2014/main" id="{77FB8BC6-503A-1199-354F-FDC7B7602B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5705" y="1659281"/>
            <a:ext cx="396000" cy="396000"/>
          </a:xfrm>
          <a:prstGeom prst="rect">
            <a:avLst/>
          </a:prstGeom>
        </p:spPr>
      </p:pic>
      <p:pic>
        <p:nvPicPr>
          <p:cNvPr id="4" name="Grafik 51" descr="Umschlag Silhouette">
            <a:extLst>
              <a:ext uri="{FF2B5EF4-FFF2-40B4-BE49-F238E27FC236}">
                <a16:creationId xmlns:a16="http://schemas.microsoft.com/office/drawing/2014/main" id="{AC4FE351-DFC0-33C1-9ACA-2E5893A490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5705" y="4019330"/>
            <a:ext cx="396000" cy="396000"/>
          </a:xfrm>
          <a:prstGeom prst="rect">
            <a:avLst/>
          </a:prstGeom>
        </p:spPr>
      </p:pic>
      <p:pic>
        <p:nvPicPr>
          <p:cNvPr id="5" name="Grafik 53" descr="Euro Silhouette">
            <a:extLst>
              <a:ext uri="{FF2B5EF4-FFF2-40B4-BE49-F238E27FC236}">
                <a16:creationId xmlns:a16="http://schemas.microsoft.com/office/drawing/2014/main" id="{085440E8-9AF5-3AE8-6419-CC2DA959B7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48333" y="4005918"/>
            <a:ext cx="396000" cy="396000"/>
          </a:xfrm>
          <a:prstGeom prst="rect">
            <a:avLst/>
          </a:prstGeom>
        </p:spPr>
      </p:pic>
      <p:pic>
        <p:nvPicPr>
          <p:cNvPr id="6" name="Grafik 79" descr="Sanduhr 60% Silhouette">
            <a:extLst>
              <a:ext uri="{FF2B5EF4-FFF2-40B4-BE49-F238E27FC236}">
                <a16:creationId xmlns:a16="http://schemas.microsoft.com/office/drawing/2014/main" id="{5206B369-3B2C-998A-A7A0-11E3C9EBB6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23071" y="4005918"/>
            <a:ext cx="396000" cy="396000"/>
          </a:xfrm>
          <a:prstGeom prst="rect">
            <a:avLst/>
          </a:prstGeom>
        </p:spPr>
      </p:pic>
      <p:pic>
        <p:nvPicPr>
          <p:cNvPr id="7" name="Grafik 6" descr="Volltreffer Silhouette">
            <a:extLst>
              <a:ext uri="{FF2B5EF4-FFF2-40B4-BE49-F238E27FC236}">
                <a16:creationId xmlns:a16="http://schemas.microsoft.com/office/drawing/2014/main" id="{B2398218-8982-75ED-D081-B305AB11EE6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79863" y="1651802"/>
            <a:ext cx="396000" cy="396000"/>
          </a:xfrm>
          <a:prstGeom prst="rect">
            <a:avLst/>
          </a:prstGeom>
        </p:spPr>
      </p:pic>
    </p:spTree>
    <p:extLst>
      <p:ext uri="{BB962C8B-B14F-4D97-AF65-F5344CB8AC3E}">
        <p14:creationId xmlns:p14="http://schemas.microsoft.com/office/powerpoint/2010/main" val="1055160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2F76C-27C0-EF5E-EC4C-817E3CD5C18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FF72AB4-AC49-BE1B-27EE-82EDA04563D6}"/>
              </a:ext>
            </a:extLst>
          </p:cNvPr>
          <p:cNvGraphicFramePr>
            <a:graphicFrameLocks noChangeAspect="1"/>
          </p:cNvGraphicFramePr>
          <p:nvPr>
            <p:custDataLst>
              <p:tags r:id="rId1"/>
            </p:custDataLst>
            <p:extLst>
              <p:ext uri="{D42A27DB-BD31-4B8C-83A1-F6EECF244321}">
                <p14:modId xmlns:p14="http://schemas.microsoft.com/office/powerpoint/2010/main" val="1204013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EFF72AB4-AC49-BE1B-27EE-82EDA04563D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platzhalter 3">
            <a:extLst>
              <a:ext uri="{FF2B5EF4-FFF2-40B4-BE49-F238E27FC236}">
                <a16:creationId xmlns:a16="http://schemas.microsoft.com/office/drawing/2014/main" id="{7CDADA70-ACFA-1260-5356-F58342E56E3F}"/>
              </a:ext>
            </a:extLst>
          </p:cNvPr>
          <p:cNvSpPr>
            <a:spLocks noGrp="1"/>
          </p:cNvSpPr>
          <p:nvPr>
            <p:ph type="body" sz="quarter" idx="11"/>
          </p:nvPr>
        </p:nvSpPr>
        <p:spPr>
          <a:xfrm>
            <a:off x="431800" y="1489076"/>
            <a:ext cx="5582838" cy="370205"/>
          </a:xfrm>
        </p:spPr>
        <p:txBody>
          <a:bodyPr/>
          <a:lstStyle/>
          <a:p>
            <a:r>
              <a:rPr lang="de-DE" dirty="0"/>
              <a:t>Untertitel 01</a:t>
            </a:r>
          </a:p>
        </p:txBody>
      </p:sp>
      <p:sp>
        <p:nvSpPr>
          <p:cNvPr id="5" name="Textplatzhalter 4">
            <a:extLst>
              <a:ext uri="{FF2B5EF4-FFF2-40B4-BE49-F238E27FC236}">
                <a16:creationId xmlns:a16="http://schemas.microsoft.com/office/drawing/2014/main" id="{6A874850-E539-F137-D7CB-803BB3008A9A}"/>
              </a:ext>
            </a:extLst>
          </p:cNvPr>
          <p:cNvSpPr>
            <a:spLocks noGrp="1"/>
          </p:cNvSpPr>
          <p:nvPr>
            <p:ph type="body" sz="quarter" idx="12"/>
          </p:nvPr>
        </p:nvSpPr>
        <p:spPr>
          <a:xfrm>
            <a:off x="6171012" y="1489076"/>
            <a:ext cx="5582838" cy="370205"/>
          </a:xfrm>
        </p:spPr>
        <p:txBody>
          <a:bodyPr/>
          <a:lstStyle/>
          <a:p>
            <a:r>
              <a:rPr lang="de-DE" dirty="0"/>
              <a:t>Untertitel 02</a:t>
            </a:r>
          </a:p>
        </p:txBody>
      </p:sp>
      <p:sp>
        <p:nvSpPr>
          <p:cNvPr id="46" name="Text Placeholder 45">
            <a:extLst>
              <a:ext uri="{FF2B5EF4-FFF2-40B4-BE49-F238E27FC236}">
                <a16:creationId xmlns:a16="http://schemas.microsoft.com/office/drawing/2014/main" id="{E6985246-B404-C6C2-1162-9F4350EA12D8}"/>
              </a:ext>
            </a:extLst>
          </p:cNvPr>
          <p:cNvSpPr>
            <a:spLocks noGrp="1"/>
          </p:cNvSpPr>
          <p:nvPr>
            <p:ph type="body" sz="quarter" idx="19"/>
          </p:nvPr>
        </p:nvSpPr>
        <p:spPr/>
        <p:txBody>
          <a:bodyPr/>
          <a:lstStyle/>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Mauris ipsum. Nulla metus metus, ullamcorper vel, tincidunt sed, euismod in, nibh. Quisque volutpat condimentum velit. Class aptent taciti sociosqu ad litora torquent per conubia nostra, per inceptos himenaeos.</a:t>
            </a:r>
          </a:p>
          <a:p>
            <a:r>
              <a:rPr lang="de-DE" dirty="0"/>
              <a:t>Curabitur sodales ligula in libero. Sed dignissim lacinia nunc. Curabitur tortor. Pellentesque nibh. Aenean quam. In scelerisque sem at dolor.</a:t>
            </a:r>
          </a:p>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Mauris ipsum. Nulla metus metus, ullamcorper vel, tincidunt sed, euismod in, nibh. Quisque volutpat condimentum velit. Class aptent taciti sociosqu ad litora torquent per conubia nostra, per inceptos himenaeos.</a:t>
            </a:r>
          </a:p>
          <a:p>
            <a:endParaRPr lang="de-DE" dirty="0"/>
          </a:p>
          <a:p>
            <a:endParaRPr lang="de-DE" dirty="0"/>
          </a:p>
          <a:p>
            <a:endParaRPr lang="de-DE" dirty="0"/>
          </a:p>
          <a:p>
            <a:endParaRPr lang="de-DE" dirty="0"/>
          </a:p>
          <a:p>
            <a:endParaRPr lang="en-US" dirty="0"/>
          </a:p>
        </p:txBody>
      </p:sp>
      <p:sp>
        <p:nvSpPr>
          <p:cNvPr id="17" name="Textplatzhalter 16">
            <a:extLst>
              <a:ext uri="{FF2B5EF4-FFF2-40B4-BE49-F238E27FC236}">
                <a16:creationId xmlns:a16="http://schemas.microsoft.com/office/drawing/2014/main" id="{6BB3BDB7-EA64-88A8-3726-D34F35020B7E}"/>
              </a:ext>
            </a:extLst>
          </p:cNvPr>
          <p:cNvSpPr>
            <a:spLocks noGrp="1"/>
          </p:cNvSpPr>
          <p:nvPr>
            <p:ph type="body" sz="quarter" idx="20"/>
          </p:nvPr>
        </p:nvSpPr>
        <p:spPr>
          <a:xfrm>
            <a:off x="6171012" y="1990863"/>
            <a:ext cx="5582838" cy="2539863"/>
          </a:xfrm>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a:t>
            </a:r>
          </a:p>
          <a:p>
            <a:endParaRPr lang="de-DE" dirty="0"/>
          </a:p>
        </p:txBody>
      </p:sp>
      <p:sp>
        <p:nvSpPr>
          <p:cNvPr id="18" name="Textplatzhalter 17">
            <a:extLst>
              <a:ext uri="{FF2B5EF4-FFF2-40B4-BE49-F238E27FC236}">
                <a16:creationId xmlns:a16="http://schemas.microsoft.com/office/drawing/2014/main" id="{34D9EF31-0DE6-79DC-66AC-249EBDFA1492}"/>
              </a:ext>
            </a:extLst>
          </p:cNvPr>
          <p:cNvSpPr>
            <a:spLocks noGrp="1"/>
          </p:cNvSpPr>
          <p:nvPr>
            <p:ph type="body" sz="quarter" idx="21"/>
          </p:nvPr>
        </p:nvSpPr>
        <p:spPr>
          <a:xfrm>
            <a:off x="6171012" y="4601945"/>
            <a:ext cx="5582838" cy="735228"/>
          </a:xfrm>
        </p:spPr>
        <p:txBody>
          <a:bodyPr/>
          <a:lstStyle/>
          <a:p>
            <a:r>
              <a:rPr lang="de-DE" dirty="0"/>
              <a:t>Lorem ipsum dolor sit amet, consectetur adipiscing elit.</a:t>
            </a:r>
          </a:p>
        </p:txBody>
      </p:sp>
      <p:sp>
        <p:nvSpPr>
          <p:cNvPr id="19" name="Textplatzhalter 18">
            <a:extLst>
              <a:ext uri="{FF2B5EF4-FFF2-40B4-BE49-F238E27FC236}">
                <a16:creationId xmlns:a16="http://schemas.microsoft.com/office/drawing/2014/main" id="{E0CF8C5E-F318-57F5-BC18-24936EFB152A}"/>
              </a:ext>
            </a:extLst>
          </p:cNvPr>
          <p:cNvSpPr>
            <a:spLocks noGrp="1"/>
          </p:cNvSpPr>
          <p:nvPr>
            <p:ph type="body" sz="quarter" idx="22"/>
          </p:nvPr>
        </p:nvSpPr>
        <p:spPr>
          <a:xfrm>
            <a:off x="6171012" y="5408398"/>
            <a:ext cx="5582838" cy="735228"/>
          </a:xfrm>
        </p:spPr>
        <p:txBody>
          <a:bodyPr/>
          <a:lstStyle/>
          <a:p>
            <a:r>
              <a:rPr lang="de-DE" dirty="0"/>
              <a:t>Lorem ipsum dolor sit amet, consectetur adipiscing elit.</a:t>
            </a:r>
          </a:p>
        </p:txBody>
      </p:sp>
      <p:sp>
        <p:nvSpPr>
          <p:cNvPr id="20" name="Textplatzhalter 19">
            <a:extLst>
              <a:ext uri="{FF2B5EF4-FFF2-40B4-BE49-F238E27FC236}">
                <a16:creationId xmlns:a16="http://schemas.microsoft.com/office/drawing/2014/main" id="{F198CE5A-8083-B2C9-E7F8-BEDCFBD0779E}"/>
              </a:ext>
            </a:extLst>
          </p:cNvPr>
          <p:cNvSpPr>
            <a:spLocks noGrp="1"/>
          </p:cNvSpPr>
          <p:nvPr>
            <p:ph type="body" sz="quarter" idx="26"/>
          </p:nvPr>
        </p:nvSpPr>
        <p:spPr>
          <a:xfrm>
            <a:off x="6263483" y="4684207"/>
            <a:ext cx="570704" cy="570704"/>
          </a:xfrm>
        </p:spPr>
        <p:txBody>
          <a:bodyPr/>
          <a:lstStyle/>
          <a:p>
            <a:r>
              <a:rPr lang="de-DE" dirty="0"/>
              <a:t>01</a:t>
            </a:r>
          </a:p>
        </p:txBody>
      </p:sp>
      <p:sp>
        <p:nvSpPr>
          <p:cNvPr id="21" name="Textplatzhalter 20">
            <a:extLst>
              <a:ext uri="{FF2B5EF4-FFF2-40B4-BE49-F238E27FC236}">
                <a16:creationId xmlns:a16="http://schemas.microsoft.com/office/drawing/2014/main" id="{6BC237E6-E1A7-EC2B-13E5-35CE62AE2743}"/>
              </a:ext>
            </a:extLst>
          </p:cNvPr>
          <p:cNvSpPr>
            <a:spLocks noGrp="1"/>
          </p:cNvSpPr>
          <p:nvPr>
            <p:ph type="body" sz="quarter" idx="27"/>
          </p:nvPr>
        </p:nvSpPr>
        <p:spPr>
          <a:xfrm>
            <a:off x="6263483" y="5490660"/>
            <a:ext cx="570704" cy="570704"/>
          </a:xfrm>
        </p:spPr>
        <p:txBody>
          <a:bodyPr/>
          <a:lstStyle/>
          <a:p>
            <a:r>
              <a:rPr lang="de-DE" dirty="0"/>
              <a:t>02</a:t>
            </a:r>
          </a:p>
        </p:txBody>
      </p:sp>
      <p:sp>
        <p:nvSpPr>
          <p:cNvPr id="3" name="Textplatzhalter 2">
            <a:extLst>
              <a:ext uri="{FF2B5EF4-FFF2-40B4-BE49-F238E27FC236}">
                <a16:creationId xmlns:a16="http://schemas.microsoft.com/office/drawing/2014/main" id="{E00CF25D-18DD-D7AF-F9C0-23061B70EC51}"/>
              </a:ext>
            </a:extLst>
          </p:cNvPr>
          <p:cNvSpPr>
            <a:spLocks noGrp="1"/>
          </p:cNvSpPr>
          <p:nvPr>
            <p:ph type="body" sz="quarter" idx="10"/>
          </p:nvPr>
        </p:nvSpPr>
        <p:spPr>
          <a:xfrm>
            <a:off x="431799" y="455313"/>
            <a:ext cx="9441249" cy="523220"/>
          </a:xfrm>
        </p:spPr>
        <p:txBody>
          <a:bodyPr/>
          <a:lstStyle/>
          <a:p>
            <a:r>
              <a:rPr lang="de-DE" dirty="0"/>
              <a:t>Titel der Folie </a:t>
            </a:r>
          </a:p>
        </p:txBody>
      </p:sp>
      <p:sp>
        <p:nvSpPr>
          <p:cNvPr id="2" name="Footer Placeholder 6">
            <a:extLst>
              <a:ext uri="{FF2B5EF4-FFF2-40B4-BE49-F238E27FC236}">
                <a16:creationId xmlns:a16="http://schemas.microsoft.com/office/drawing/2014/main" id="{373D7578-CE22-8549-7A4A-5163DEE9A36D}"/>
              </a:ext>
            </a:extLst>
          </p:cNvPr>
          <p:cNvSpPr>
            <a:spLocks noGrp="1"/>
          </p:cNvSpPr>
          <p:nvPr>
            <p:ph type="ftr" sz="quarter" idx="3"/>
          </p:nvPr>
        </p:nvSpPr>
        <p:spPr>
          <a:xfrm>
            <a:off x="431800" y="6318250"/>
            <a:ext cx="4114800" cy="365125"/>
          </a:xfrm>
        </p:spPr>
        <p:txBody>
          <a:bodyPr vert="horz" lIns="0" tIns="45720" rIns="91440" bIns="45720" rtlCol="0" anchor="ctr"/>
          <a:lstStyle>
            <a:lvl1pPr algn="l">
              <a:defRPr sz="900">
                <a:solidFill>
                  <a:schemeClr val="tx1">
                    <a:tint val="82000"/>
                  </a:schemeClr>
                </a:solidFill>
              </a:defRPr>
            </a:lvl1pPr>
          </a:lstStyle>
          <a:p>
            <a:endParaRPr lang="en-GB"/>
          </a:p>
        </p:txBody>
      </p:sp>
      <p:sp>
        <p:nvSpPr>
          <p:cNvPr id="22" name="Textplatzhalter 21">
            <a:extLst>
              <a:ext uri="{FF2B5EF4-FFF2-40B4-BE49-F238E27FC236}">
                <a16:creationId xmlns:a16="http://schemas.microsoft.com/office/drawing/2014/main" id="{AF56BBCE-887C-25CA-AA95-F053C8F5D311}"/>
              </a:ext>
            </a:extLst>
          </p:cNvPr>
          <p:cNvSpPr>
            <a:spLocks noGrp="1"/>
          </p:cNvSpPr>
          <p:nvPr>
            <p:ph type="body" sz="quarter" idx="29"/>
          </p:nvPr>
        </p:nvSpPr>
        <p:spPr>
          <a:xfrm>
            <a:off x="431799" y="208228"/>
            <a:ext cx="9441249" cy="307777"/>
          </a:xfrm>
        </p:spPr>
        <p:txBody>
          <a:bodyPr/>
          <a:lstStyle/>
          <a:p>
            <a:r>
              <a:rPr lang="de-DE" dirty="0"/>
              <a:t>Kapitel</a:t>
            </a:r>
          </a:p>
        </p:txBody>
      </p:sp>
    </p:spTree>
    <p:extLst>
      <p:ext uri="{BB962C8B-B14F-4D97-AF65-F5344CB8AC3E}">
        <p14:creationId xmlns:p14="http://schemas.microsoft.com/office/powerpoint/2010/main" val="234497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22FEF-77F1-46EA-913C-63A6DAB7CD5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4F7B253-84F7-3D7C-6D1B-2AA00496B5EF}"/>
              </a:ext>
            </a:extLst>
          </p:cNvPr>
          <p:cNvGraphicFramePr>
            <a:graphicFrameLocks noChangeAspect="1"/>
          </p:cNvGraphicFramePr>
          <p:nvPr>
            <p:custDataLst>
              <p:tags r:id="rId1"/>
            </p:custDataLst>
            <p:extLst>
              <p:ext uri="{D42A27DB-BD31-4B8C-83A1-F6EECF244321}">
                <p14:modId xmlns:p14="http://schemas.microsoft.com/office/powerpoint/2010/main" val="853145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F4F7B253-84F7-3D7C-6D1B-2AA00496B5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58" name="Straight Connector 57">
            <a:extLst>
              <a:ext uri="{FF2B5EF4-FFF2-40B4-BE49-F238E27FC236}">
                <a16:creationId xmlns:a16="http://schemas.microsoft.com/office/drawing/2014/main" id="{FC82BC82-5D9C-CC14-9185-774FD0399175}"/>
              </a:ext>
            </a:extLst>
          </p:cNvPr>
          <p:cNvCxnSpPr>
            <a:cxnSpLocks/>
          </p:cNvCxnSpPr>
          <p:nvPr/>
        </p:nvCxnSpPr>
        <p:spPr>
          <a:xfrm>
            <a:off x="1773195" y="4174699"/>
            <a:ext cx="975443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CD55606-209F-91F8-7D04-DF929708B029}"/>
              </a:ext>
            </a:extLst>
          </p:cNvPr>
          <p:cNvCxnSpPr>
            <a:cxnSpLocks/>
          </p:cNvCxnSpPr>
          <p:nvPr/>
        </p:nvCxnSpPr>
        <p:spPr>
          <a:xfrm>
            <a:off x="0" y="1714585"/>
            <a:ext cx="11527631"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89587D5-0E18-C27C-9638-93AC9B78AB49}"/>
              </a:ext>
            </a:extLst>
          </p:cNvPr>
          <p:cNvCxnSpPr>
            <a:cxnSpLocks/>
          </p:cNvCxnSpPr>
          <p:nvPr/>
        </p:nvCxnSpPr>
        <p:spPr>
          <a:xfrm>
            <a:off x="11753850" y="1933575"/>
            <a:ext cx="0" cy="202676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61" name="Arc 60">
            <a:extLst>
              <a:ext uri="{FF2B5EF4-FFF2-40B4-BE49-F238E27FC236}">
                <a16:creationId xmlns:a16="http://schemas.microsoft.com/office/drawing/2014/main" id="{13E11E07-6843-CEED-B9E4-66423A6F7CFE}"/>
              </a:ext>
            </a:extLst>
          </p:cNvPr>
          <p:cNvSpPr/>
          <p:nvPr/>
        </p:nvSpPr>
        <p:spPr>
          <a:xfrm>
            <a:off x="11295234" y="1714585"/>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sp>
        <p:nvSpPr>
          <p:cNvPr id="62" name="Arc 61">
            <a:extLst>
              <a:ext uri="{FF2B5EF4-FFF2-40B4-BE49-F238E27FC236}">
                <a16:creationId xmlns:a16="http://schemas.microsoft.com/office/drawing/2014/main" id="{16638FD8-7DFC-098F-CA74-14F22FEAEABC}"/>
              </a:ext>
            </a:extLst>
          </p:cNvPr>
          <p:cNvSpPr/>
          <p:nvPr/>
        </p:nvSpPr>
        <p:spPr>
          <a:xfrm flipV="1">
            <a:off x="11295234" y="3716083"/>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sp>
        <p:nvSpPr>
          <p:cNvPr id="3" name="Textplatzhalter 2">
            <a:extLst>
              <a:ext uri="{FF2B5EF4-FFF2-40B4-BE49-F238E27FC236}">
                <a16:creationId xmlns:a16="http://schemas.microsoft.com/office/drawing/2014/main" id="{881EA47D-1EC0-BA85-22C4-0B62B979F545}"/>
              </a:ext>
            </a:extLst>
          </p:cNvPr>
          <p:cNvSpPr>
            <a:spLocks noGrp="1"/>
          </p:cNvSpPr>
          <p:nvPr>
            <p:ph type="body" sz="quarter" idx="10"/>
          </p:nvPr>
        </p:nvSpPr>
        <p:spPr>
          <a:xfrm>
            <a:off x="431799" y="455313"/>
            <a:ext cx="9441249" cy="523220"/>
          </a:xfrm>
        </p:spPr>
        <p:txBody>
          <a:bodyPr>
            <a:noAutofit/>
          </a:bodyPr>
          <a:lstStyle/>
          <a:p>
            <a:r>
              <a:rPr lang="de-DE" dirty="0"/>
              <a:t>Titel der Folie </a:t>
            </a:r>
          </a:p>
        </p:txBody>
      </p:sp>
      <p:sp>
        <p:nvSpPr>
          <p:cNvPr id="2" name="Footer Placeholder 6">
            <a:extLst>
              <a:ext uri="{FF2B5EF4-FFF2-40B4-BE49-F238E27FC236}">
                <a16:creationId xmlns:a16="http://schemas.microsoft.com/office/drawing/2014/main" id="{81FAA295-4BCD-C666-6C7A-3905C1E933B4}"/>
              </a:ext>
            </a:extLst>
          </p:cNvPr>
          <p:cNvSpPr>
            <a:spLocks noGrp="1"/>
          </p:cNvSpPr>
          <p:nvPr>
            <p:ph type="ftr" sz="quarter" idx="3"/>
          </p:nvPr>
        </p:nvSpPr>
        <p:spPr>
          <a:xfrm>
            <a:off x="431800" y="6318250"/>
            <a:ext cx="4114800" cy="365125"/>
          </a:xfr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9" name="Text Placeholder 18">
            <a:extLst>
              <a:ext uri="{FF2B5EF4-FFF2-40B4-BE49-F238E27FC236}">
                <a16:creationId xmlns:a16="http://schemas.microsoft.com/office/drawing/2014/main" id="{83439BEA-F0FF-CE90-FEC2-2E18A436009A}"/>
              </a:ext>
            </a:extLst>
          </p:cNvPr>
          <p:cNvSpPr>
            <a:spLocks noGrp="1"/>
          </p:cNvSpPr>
          <p:nvPr>
            <p:ph type="body" sz="quarter" idx="11"/>
          </p:nvPr>
        </p:nvSpPr>
        <p:spPr/>
        <p:txBody>
          <a:bodyPr/>
          <a:lstStyle/>
          <a:p>
            <a:endParaRPr lang="en-US" dirty="0"/>
          </a:p>
        </p:txBody>
      </p:sp>
      <p:sp>
        <p:nvSpPr>
          <p:cNvPr id="23" name="Textplatzhalter 22">
            <a:extLst>
              <a:ext uri="{FF2B5EF4-FFF2-40B4-BE49-F238E27FC236}">
                <a16:creationId xmlns:a16="http://schemas.microsoft.com/office/drawing/2014/main" id="{763DBB7B-B355-3181-4DF0-C65F04FA0CC4}"/>
              </a:ext>
            </a:extLst>
          </p:cNvPr>
          <p:cNvSpPr>
            <a:spLocks noGrp="1"/>
          </p:cNvSpPr>
          <p:nvPr>
            <p:ph type="body" sz="quarter" idx="20"/>
          </p:nvPr>
        </p:nvSpPr>
        <p:spPr>
          <a:xfrm>
            <a:off x="431799" y="2473325"/>
            <a:ext cx="2627738" cy="1210186"/>
          </a:xfrm>
        </p:spPr>
        <p:txBody>
          <a:bodyPr>
            <a:noAutofit/>
          </a:bodyPr>
          <a:lstStyle/>
          <a:p>
            <a:r>
              <a:rPr lang="de-DE" dirty="0"/>
              <a:t>Lorem ipsum dolor sit amet, consectetur adipiscing elit.</a:t>
            </a:r>
          </a:p>
        </p:txBody>
      </p:sp>
      <p:sp>
        <p:nvSpPr>
          <p:cNvPr id="20" name="Text Placeholder 19">
            <a:extLst>
              <a:ext uri="{FF2B5EF4-FFF2-40B4-BE49-F238E27FC236}">
                <a16:creationId xmlns:a16="http://schemas.microsoft.com/office/drawing/2014/main" id="{9B8CBEFB-5692-24F4-F6FD-901B433D0D87}"/>
              </a:ext>
            </a:extLst>
          </p:cNvPr>
          <p:cNvSpPr>
            <a:spLocks noGrp="1"/>
          </p:cNvSpPr>
          <p:nvPr>
            <p:ph type="body" sz="quarter" idx="21"/>
          </p:nvPr>
        </p:nvSpPr>
        <p:spPr/>
        <p:txBody>
          <a:bodyPr/>
          <a:lstStyle/>
          <a:p>
            <a:endParaRPr lang="en-US" dirty="0"/>
          </a:p>
        </p:txBody>
      </p:sp>
      <p:sp>
        <p:nvSpPr>
          <p:cNvPr id="25" name="Textplatzhalter 24">
            <a:extLst>
              <a:ext uri="{FF2B5EF4-FFF2-40B4-BE49-F238E27FC236}">
                <a16:creationId xmlns:a16="http://schemas.microsoft.com/office/drawing/2014/main" id="{CA1FA991-BEFA-E492-3B00-E146F1C9EB04}"/>
              </a:ext>
            </a:extLst>
          </p:cNvPr>
          <p:cNvSpPr>
            <a:spLocks noGrp="1"/>
          </p:cNvSpPr>
          <p:nvPr>
            <p:ph type="body" sz="quarter" idx="22"/>
          </p:nvPr>
        </p:nvSpPr>
        <p:spPr>
          <a:xfrm>
            <a:off x="431799" y="4933438"/>
            <a:ext cx="2627738" cy="1210186"/>
          </a:xfrm>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p>
        </p:txBody>
      </p:sp>
      <p:sp>
        <p:nvSpPr>
          <p:cNvPr id="21" name="Text Placeholder 20">
            <a:extLst>
              <a:ext uri="{FF2B5EF4-FFF2-40B4-BE49-F238E27FC236}">
                <a16:creationId xmlns:a16="http://schemas.microsoft.com/office/drawing/2014/main" id="{B1CFF62D-E8A2-B57C-29D6-E1DCF37AFDD6}"/>
              </a:ext>
            </a:extLst>
          </p:cNvPr>
          <p:cNvSpPr>
            <a:spLocks noGrp="1"/>
          </p:cNvSpPr>
          <p:nvPr>
            <p:ph type="body" sz="quarter" idx="23"/>
          </p:nvPr>
        </p:nvSpPr>
        <p:spPr/>
        <p:txBody>
          <a:bodyPr/>
          <a:lstStyle/>
          <a:p>
            <a:endParaRPr lang="en-US" dirty="0"/>
          </a:p>
        </p:txBody>
      </p:sp>
      <p:sp>
        <p:nvSpPr>
          <p:cNvPr id="27" name="Textplatzhalter 26">
            <a:extLst>
              <a:ext uri="{FF2B5EF4-FFF2-40B4-BE49-F238E27FC236}">
                <a16:creationId xmlns:a16="http://schemas.microsoft.com/office/drawing/2014/main" id="{6047B14F-238F-5307-03EC-FD5236B161A2}"/>
              </a:ext>
            </a:extLst>
          </p:cNvPr>
          <p:cNvSpPr>
            <a:spLocks noGrp="1"/>
          </p:cNvSpPr>
          <p:nvPr>
            <p:ph type="body" sz="quarter" idx="24"/>
          </p:nvPr>
        </p:nvSpPr>
        <p:spPr>
          <a:xfrm>
            <a:off x="3262312" y="2473325"/>
            <a:ext cx="2627738" cy="1210186"/>
          </a:xfrm>
        </p:spPr>
        <p:txBody>
          <a:bodyPr>
            <a:noAutofit/>
          </a:bodyPr>
          <a:lstStyle/>
          <a:p>
            <a:r>
              <a:rPr lang="de-DE" dirty="0"/>
              <a:t>Lorem ipsum dolor sit amet, consectetur adipiscing elit.</a:t>
            </a:r>
          </a:p>
        </p:txBody>
      </p:sp>
      <p:sp>
        <p:nvSpPr>
          <p:cNvPr id="22" name="Text Placeholder 21">
            <a:extLst>
              <a:ext uri="{FF2B5EF4-FFF2-40B4-BE49-F238E27FC236}">
                <a16:creationId xmlns:a16="http://schemas.microsoft.com/office/drawing/2014/main" id="{64A8EF18-7018-96F4-C295-6C9F64BDAD22}"/>
              </a:ext>
            </a:extLst>
          </p:cNvPr>
          <p:cNvSpPr>
            <a:spLocks noGrp="1"/>
          </p:cNvSpPr>
          <p:nvPr>
            <p:ph type="body" sz="quarter" idx="25"/>
          </p:nvPr>
        </p:nvSpPr>
        <p:spPr/>
        <p:txBody>
          <a:bodyPr/>
          <a:lstStyle/>
          <a:p>
            <a:endParaRPr lang="en-US"/>
          </a:p>
        </p:txBody>
      </p:sp>
      <p:sp>
        <p:nvSpPr>
          <p:cNvPr id="29" name="Textplatzhalter 28">
            <a:extLst>
              <a:ext uri="{FF2B5EF4-FFF2-40B4-BE49-F238E27FC236}">
                <a16:creationId xmlns:a16="http://schemas.microsoft.com/office/drawing/2014/main" id="{1A7D84B8-007A-9832-8F15-6904937A7C68}"/>
              </a:ext>
            </a:extLst>
          </p:cNvPr>
          <p:cNvSpPr>
            <a:spLocks noGrp="1"/>
          </p:cNvSpPr>
          <p:nvPr>
            <p:ph type="body" sz="quarter" idx="26"/>
          </p:nvPr>
        </p:nvSpPr>
        <p:spPr>
          <a:xfrm>
            <a:off x="3262312" y="4933438"/>
            <a:ext cx="2627738" cy="1210186"/>
          </a:xfrm>
        </p:spPr>
        <p:txBody>
          <a:bodyPr>
            <a:noAutofit/>
          </a:bodyPr>
          <a:lstStyle/>
          <a:p>
            <a:r>
              <a:rPr lang="de-DE" dirty="0"/>
              <a:t>Lorem ipsum dolor sit amet, consectetur adipiscing elit.</a:t>
            </a:r>
          </a:p>
        </p:txBody>
      </p:sp>
      <p:sp>
        <p:nvSpPr>
          <p:cNvPr id="38" name="Text Placeholder 37">
            <a:extLst>
              <a:ext uri="{FF2B5EF4-FFF2-40B4-BE49-F238E27FC236}">
                <a16:creationId xmlns:a16="http://schemas.microsoft.com/office/drawing/2014/main" id="{2D3A89D9-C7E1-1358-DB5B-92B14734961C}"/>
              </a:ext>
            </a:extLst>
          </p:cNvPr>
          <p:cNvSpPr>
            <a:spLocks noGrp="1"/>
          </p:cNvSpPr>
          <p:nvPr>
            <p:ph type="body" sz="quarter" idx="27"/>
          </p:nvPr>
        </p:nvSpPr>
        <p:spPr/>
        <p:txBody>
          <a:bodyPr/>
          <a:lstStyle/>
          <a:p>
            <a:endParaRPr lang="en-US"/>
          </a:p>
        </p:txBody>
      </p:sp>
      <p:sp>
        <p:nvSpPr>
          <p:cNvPr id="31" name="Textplatzhalter 30">
            <a:extLst>
              <a:ext uri="{FF2B5EF4-FFF2-40B4-BE49-F238E27FC236}">
                <a16:creationId xmlns:a16="http://schemas.microsoft.com/office/drawing/2014/main" id="{6B7A7B6E-DDE3-520F-E8EA-B711551D5852}"/>
              </a:ext>
            </a:extLst>
          </p:cNvPr>
          <p:cNvSpPr>
            <a:spLocks noGrp="1"/>
          </p:cNvSpPr>
          <p:nvPr>
            <p:ph type="body" sz="quarter" idx="28"/>
          </p:nvPr>
        </p:nvSpPr>
        <p:spPr>
          <a:xfrm>
            <a:off x="6092825" y="2473325"/>
            <a:ext cx="2627738" cy="1210186"/>
          </a:xfrm>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p>
        </p:txBody>
      </p:sp>
      <p:sp>
        <p:nvSpPr>
          <p:cNvPr id="39" name="Text Placeholder 38">
            <a:extLst>
              <a:ext uri="{FF2B5EF4-FFF2-40B4-BE49-F238E27FC236}">
                <a16:creationId xmlns:a16="http://schemas.microsoft.com/office/drawing/2014/main" id="{1B4C7FB9-197A-62A6-839E-0324ADF0D310}"/>
              </a:ext>
            </a:extLst>
          </p:cNvPr>
          <p:cNvSpPr>
            <a:spLocks noGrp="1"/>
          </p:cNvSpPr>
          <p:nvPr>
            <p:ph type="body" sz="quarter" idx="29"/>
          </p:nvPr>
        </p:nvSpPr>
        <p:spPr/>
        <p:txBody>
          <a:bodyPr/>
          <a:lstStyle/>
          <a:p>
            <a:endParaRPr lang="en-US"/>
          </a:p>
        </p:txBody>
      </p:sp>
      <p:sp>
        <p:nvSpPr>
          <p:cNvPr id="33" name="Textplatzhalter 32">
            <a:extLst>
              <a:ext uri="{FF2B5EF4-FFF2-40B4-BE49-F238E27FC236}">
                <a16:creationId xmlns:a16="http://schemas.microsoft.com/office/drawing/2014/main" id="{E13B71B6-7EC9-B20B-6799-D0DD00A104DF}"/>
              </a:ext>
            </a:extLst>
          </p:cNvPr>
          <p:cNvSpPr>
            <a:spLocks noGrp="1"/>
          </p:cNvSpPr>
          <p:nvPr>
            <p:ph type="body" sz="quarter" idx="30"/>
          </p:nvPr>
        </p:nvSpPr>
        <p:spPr>
          <a:xfrm>
            <a:off x="6092825" y="4933438"/>
            <a:ext cx="2627738" cy="1210186"/>
          </a:xfrm>
        </p:spPr>
        <p:txBody>
          <a:bodyPr>
            <a:noAutofit/>
          </a:bodyPr>
          <a:lstStyle/>
          <a:p>
            <a:r>
              <a:rPr lang="de-DE" dirty="0"/>
              <a:t>Lorem ipsum dolor sit amet, consectetur adipiscing elit.</a:t>
            </a:r>
          </a:p>
        </p:txBody>
      </p:sp>
      <p:sp>
        <p:nvSpPr>
          <p:cNvPr id="40" name="Text Placeholder 39">
            <a:extLst>
              <a:ext uri="{FF2B5EF4-FFF2-40B4-BE49-F238E27FC236}">
                <a16:creationId xmlns:a16="http://schemas.microsoft.com/office/drawing/2014/main" id="{52270149-D4A6-A01A-347E-1C4426D09BC9}"/>
              </a:ext>
            </a:extLst>
          </p:cNvPr>
          <p:cNvSpPr>
            <a:spLocks noGrp="1"/>
          </p:cNvSpPr>
          <p:nvPr>
            <p:ph type="body" sz="quarter" idx="31"/>
          </p:nvPr>
        </p:nvSpPr>
        <p:spPr/>
        <p:txBody>
          <a:bodyPr/>
          <a:lstStyle/>
          <a:p>
            <a:endParaRPr lang="en-US"/>
          </a:p>
        </p:txBody>
      </p:sp>
      <p:sp>
        <p:nvSpPr>
          <p:cNvPr id="35" name="Textplatzhalter 34">
            <a:extLst>
              <a:ext uri="{FF2B5EF4-FFF2-40B4-BE49-F238E27FC236}">
                <a16:creationId xmlns:a16="http://schemas.microsoft.com/office/drawing/2014/main" id="{6A0B858E-A49B-EB2F-FCA5-CEA5A5E2F8AA}"/>
              </a:ext>
            </a:extLst>
          </p:cNvPr>
          <p:cNvSpPr>
            <a:spLocks noGrp="1"/>
          </p:cNvSpPr>
          <p:nvPr>
            <p:ph type="body" sz="quarter" idx="32"/>
          </p:nvPr>
        </p:nvSpPr>
        <p:spPr>
          <a:xfrm>
            <a:off x="8923338" y="2473325"/>
            <a:ext cx="2627738" cy="1210186"/>
          </a:xfrm>
        </p:spPr>
        <p:txBody>
          <a:bodyPr>
            <a:noAutofit/>
          </a:bodyPr>
          <a:lstStyle/>
          <a:p>
            <a:r>
              <a:rPr lang="de-DE" dirty="0"/>
              <a:t>Lorem ipsum dolor sit amet, consectetur adipiscing elit.</a:t>
            </a:r>
          </a:p>
        </p:txBody>
      </p:sp>
      <p:sp>
        <p:nvSpPr>
          <p:cNvPr id="41" name="Text Placeholder 40">
            <a:extLst>
              <a:ext uri="{FF2B5EF4-FFF2-40B4-BE49-F238E27FC236}">
                <a16:creationId xmlns:a16="http://schemas.microsoft.com/office/drawing/2014/main" id="{2FAE3237-B6DB-385E-C53A-1AD1847D8064}"/>
              </a:ext>
            </a:extLst>
          </p:cNvPr>
          <p:cNvSpPr>
            <a:spLocks noGrp="1"/>
          </p:cNvSpPr>
          <p:nvPr>
            <p:ph type="body" sz="quarter" idx="33"/>
          </p:nvPr>
        </p:nvSpPr>
        <p:spPr/>
        <p:txBody>
          <a:bodyPr/>
          <a:lstStyle/>
          <a:p>
            <a:endParaRPr lang="en-US"/>
          </a:p>
        </p:txBody>
      </p:sp>
      <p:sp>
        <p:nvSpPr>
          <p:cNvPr id="37" name="Textplatzhalter 36">
            <a:extLst>
              <a:ext uri="{FF2B5EF4-FFF2-40B4-BE49-F238E27FC236}">
                <a16:creationId xmlns:a16="http://schemas.microsoft.com/office/drawing/2014/main" id="{183ADB52-91EE-C652-1EA5-C4D57557D509}"/>
              </a:ext>
            </a:extLst>
          </p:cNvPr>
          <p:cNvSpPr>
            <a:spLocks noGrp="1"/>
          </p:cNvSpPr>
          <p:nvPr>
            <p:ph type="body" sz="quarter" idx="34"/>
          </p:nvPr>
        </p:nvSpPr>
        <p:spPr>
          <a:xfrm>
            <a:off x="8923338" y="4933438"/>
            <a:ext cx="2627738" cy="1210186"/>
          </a:xfrm>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p>
          <a:p>
            <a:endParaRPr lang="de-DE" dirty="0"/>
          </a:p>
        </p:txBody>
      </p:sp>
      <p:sp>
        <p:nvSpPr>
          <p:cNvPr id="5" name="Textplatzhalter 4">
            <a:extLst>
              <a:ext uri="{FF2B5EF4-FFF2-40B4-BE49-F238E27FC236}">
                <a16:creationId xmlns:a16="http://schemas.microsoft.com/office/drawing/2014/main" id="{6C26DE6F-321F-5BDB-B66E-AF902A5EE355}"/>
              </a:ext>
            </a:extLst>
          </p:cNvPr>
          <p:cNvSpPr>
            <a:spLocks noGrp="1"/>
          </p:cNvSpPr>
          <p:nvPr>
            <p:ph type="body" sz="quarter" idx="12"/>
          </p:nvPr>
        </p:nvSpPr>
        <p:spPr>
          <a:xfrm>
            <a:off x="431799" y="208228"/>
            <a:ext cx="9441249" cy="307777"/>
          </a:xfrm>
        </p:spPr>
        <p:txBody>
          <a:bodyPr>
            <a:noAutofit/>
          </a:bodyPr>
          <a:lstStyle/>
          <a:p>
            <a:r>
              <a:rPr lang="de-DE" dirty="0"/>
              <a:t>Kapitel</a:t>
            </a:r>
          </a:p>
        </p:txBody>
      </p:sp>
      <p:sp>
        <p:nvSpPr>
          <p:cNvPr id="42" name="Text Placeholder 41">
            <a:extLst>
              <a:ext uri="{FF2B5EF4-FFF2-40B4-BE49-F238E27FC236}">
                <a16:creationId xmlns:a16="http://schemas.microsoft.com/office/drawing/2014/main" id="{3F952B22-DF23-377D-3F6A-16003CEAD899}"/>
              </a:ext>
            </a:extLst>
          </p:cNvPr>
          <p:cNvSpPr>
            <a:spLocks noGrp="1"/>
          </p:cNvSpPr>
          <p:nvPr>
            <p:ph type="body" sz="quarter" idx="35"/>
          </p:nvPr>
        </p:nvSpPr>
        <p:spPr/>
        <p:txBody>
          <a:bodyPr/>
          <a:lstStyle/>
          <a:p>
            <a:endParaRPr lang="en-US" dirty="0"/>
          </a:p>
        </p:txBody>
      </p:sp>
      <p:sp>
        <p:nvSpPr>
          <p:cNvPr id="43" name="Text Placeholder 42">
            <a:extLst>
              <a:ext uri="{FF2B5EF4-FFF2-40B4-BE49-F238E27FC236}">
                <a16:creationId xmlns:a16="http://schemas.microsoft.com/office/drawing/2014/main" id="{E97DEC52-0A45-650D-1753-D0C455866E1D}"/>
              </a:ext>
            </a:extLst>
          </p:cNvPr>
          <p:cNvSpPr>
            <a:spLocks noGrp="1"/>
          </p:cNvSpPr>
          <p:nvPr>
            <p:ph type="body" sz="quarter" idx="36"/>
          </p:nvPr>
        </p:nvSpPr>
        <p:spPr>
          <a:xfrm>
            <a:off x="4350671" y="1489075"/>
            <a:ext cx="451022" cy="451022"/>
          </a:xfrm>
        </p:spPr>
        <p:txBody>
          <a:bodyPr/>
          <a:lstStyle/>
          <a:p>
            <a:endParaRPr lang="en-US"/>
          </a:p>
        </p:txBody>
      </p:sp>
      <p:sp>
        <p:nvSpPr>
          <p:cNvPr id="44" name="Text Placeholder 43">
            <a:extLst>
              <a:ext uri="{FF2B5EF4-FFF2-40B4-BE49-F238E27FC236}">
                <a16:creationId xmlns:a16="http://schemas.microsoft.com/office/drawing/2014/main" id="{8166AB1F-083C-BF1E-3A84-7CE9F4F20105}"/>
              </a:ext>
            </a:extLst>
          </p:cNvPr>
          <p:cNvSpPr>
            <a:spLocks noGrp="1"/>
          </p:cNvSpPr>
          <p:nvPr>
            <p:ph type="body" sz="quarter" idx="37"/>
          </p:nvPr>
        </p:nvSpPr>
        <p:spPr>
          <a:xfrm>
            <a:off x="7181184" y="1489075"/>
            <a:ext cx="451022" cy="451022"/>
          </a:xfrm>
        </p:spPr>
        <p:txBody>
          <a:bodyPr/>
          <a:lstStyle/>
          <a:p>
            <a:endParaRPr lang="en-US"/>
          </a:p>
        </p:txBody>
      </p:sp>
      <p:sp>
        <p:nvSpPr>
          <p:cNvPr id="45" name="Text Placeholder 44">
            <a:extLst>
              <a:ext uri="{FF2B5EF4-FFF2-40B4-BE49-F238E27FC236}">
                <a16:creationId xmlns:a16="http://schemas.microsoft.com/office/drawing/2014/main" id="{C9D5D763-D4AA-E783-4A48-FD4FD1C4CEC7}"/>
              </a:ext>
            </a:extLst>
          </p:cNvPr>
          <p:cNvSpPr>
            <a:spLocks noGrp="1"/>
          </p:cNvSpPr>
          <p:nvPr>
            <p:ph type="body" sz="quarter" idx="38"/>
          </p:nvPr>
        </p:nvSpPr>
        <p:spPr>
          <a:xfrm>
            <a:off x="10011696" y="1489075"/>
            <a:ext cx="451022" cy="451022"/>
          </a:xfrm>
        </p:spPr>
        <p:txBody>
          <a:bodyPr/>
          <a:lstStyle/>
          <a:p>
            <a:endParaRPr lang="en-US" dirty="0"/>
          </a:p>
        </p:txBody>
      </p:sp>
      <p:sp>
        <p:nvSpPr>
          <p:cNvPr id="46" name="Text Placeholder 45">
            <a:extLst>
              <a:ext uri="{FF2B5EF4-FFF2-40B4-BE49-F238E27FC236}">
                <a16:creationId xmlns:a16="http://schemas.microsoft.com/office/drawing/2014/main" id="{49B8A468-4B93-22F2-A5A9-6F45320471F3}"/>
              </a:ext>
            </a:extLst>
          </p:cNvPr>
          <p:cNvSpPr>
            <a:spLocks noGrp="1"/>
          </p:cNvSpPr>
          <p:nvPr>
            <p:ph type="body" sz="quarter" idx="39"/>
          </p:nvPr>
        </p:nvSpPr>
        <p:spPr>
          <a:xfrm>
            <a:off x="1520158" y="3949188"/>
            <a:ext cx="451022" cy="451022"/>
          </a:xfrm>
        </p:spPr>
        <p:txBody>
          <a:bodyPr/>
          <a:lstStyle/>
          <a:p>
            <a:endParaRPr lang="en-US"/>
          </a:p>
        </p:txBody>
      </p:sp>
      <p:sp>
        <p:nvSpPr>
          <p:cNvPr id="47" name="Text Placeholder 46">
            <a:extLst>
              <a:ext uri="{FF2B5EF4-FFF2-40B4-BE49-F238E27FC236}">
                <a16:creationId xmlns:a16="http://schemas.microsoft.com/office/drawing/2014/main" id="{E3E3A257-AFFF-4BF6-3238-06BF2DF7475F}"/>
              </a:ext>
            </a:extLst>
          </p:cNvPr>
          <p:cNvSpPr>
            <a:spLocks noGrp="1"/>
          </p:cNvSpPr>
          <p:nvPr>
            <p:ph type="body" sz="quarter" idx="40"/>
          </p:nvPr>
        </p:nvSpPr>
        <p:spPr/>
        <p:txBody>
          <a:bodyPr/>
          <a:lstStyle/>
          <a:p>
            <a:endParaRPr lang="en-US"/>
          </a:p>
        </p:txBody>
      </p:sp>
      <p:sp>
        <p:nvSpPr>
          <p:cNvPr id="48" name="Text Placeholder 47">
            <a:extLst>
              <a:ext uri="{FF2B5EF4-FFF2-40B4-BE49-F238E27FC236}">
                <a16:creationId xmlns:a16="http://schemas.microsoft.com/office/drawing/2014/main" id="{3BA59747-6B42-EB2C-7695-0CDDC0B02BDD}"/>
              </a:ext>
            </a:extLst>
          </p:cNvPr>
          <p:cNvSpPr>
            <a:spLocks noGrp="1"/>
          </p:cNvSpPr>
          <p:nvPr>
            <p:ph type="body" sz="quarter" idx="41"/>
          </p:nvPr>
        </p:nvSpPr>
        <p:spPr/>
        <p:txBody>
          <a:bodyPr/>
          <a:lstStyle/>
          <a:p>
            <a:endParaRPr lang="en-US"/>
          </a:p>
        </p:txBody>
      </p:sp>
      <p:sp>
        <p:nvSpPr>
          <p:cNvPr id="49" name="Text Placeholder 48">
            <a:extLst>
              <a:ext uri="{FF2B5EF4-FFF2-40B4-BE49-F238E27FC236}">
                <a16:creationId xmlns:a16="http://schemas.microsoft.com/office/drawing/2014/main" id="{AC237AA8-8F7F-E377-218B-F39DE8993E07}"/>
              </a:ext>
            </a:extLst>
          </p:cNvPr>
          <p:cNvSpPr>
            <a:spLocks noGrp="1"/>
          </p:cNvSpPr>
          <p:nvPr>
            <p:ph type="body" sz="quarter" idx="42"/>
          </p:nvPr>
        </p:nvSpPr>
        <p:spPr/>
        <p:txBody>
          <a:bodyPr/>
          <a:lstStyle/>
          <a:p>
            <a:endParaRPr lang="en-US"/>
          </a:p>
        </p:txBody>
      </p:sp>
      <p:sp>
        <p:nvSpPr>
          <p:cNvPr id="50" name="Freeform: Shape 49">
            <a:extLst>
              <a:ext uri="{FF2B5EF4-FFF2-40B4-BE49-F238E27FC236}">
                <a16:creationId xmlns:a16="http://schemas.microsoft.com/office/drawing/2014/main" id="{8A018FC6-592E-7CDF-146E-901F637762EF}"/>
              </a:ext>
            </a:extLst>
          </p:cNvPr>
          <p:cNvSpPr/>
          <p:nvPr/>
        </p:nvSpPr>
        <p:spPr>
          <a:xfrm>
            <a:off x="1520158" y="1489075"/>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1</a:t>
            </a:r>
          </a:p>
        </p:txBody>
      </p:sp>
      <p:sp>
        <p:nvSpPr>
          <p:cNvPr id="51" name="Freeform: Shape 50">
            <a:extLst>
              <a:ext uri="{FF2B5EF4-FFF2-40B4-BE49-F238E27FC236}">
                <a16:creationId xmlns:a16="http://schemas.microsoft.com/office/drawing/2014/main" id="{986744E7-0CD7-8258-4085-9ED7BC933EFE}"/>
              </a:ext>
            </a:extLst>
          </p:cNvPr>
          <p:cNvSpPr/>
          <p:nvPr/>
        </p:nvSpPr>
        <p:spPr>
          <a:xfrm>
            <a:off x="4350671" y="1489075"/>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2</a:t>
            </a:r>
          </a:p>
        </p:txBody>
      </p:sp>
      <p:sp>
        <p:nvSpPr>
          <p:cNvPr id="52" name="Freeform: Shape 51">
            <a:extLst>
              <a:ext uri="{FF2B5EF4-FFF2-40B4-BE49-F238E27FC236}">
                <a16:creationId xmlns:a16="http://schemas.microsoft.com/office/drawing/2014/main" id="{83A9314D-01B4-4E8E-2355-7416ABBDD7C2}"/>
              </a:ext>
            </a:extLst>
          </p:cNvPr>
          <p:cNvSpPr/>
          <p:nvPr/>
        </p:nvSpPr>
        <p:spPr>
          <a:xfrm>
            <a:off x="7181184" y="1489075"/>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3</a:t>
            </a:r>
          </a:p>
        </p:txBody>
      </p:sp>
      <p:sp>
        <p:nvSpPr>
          <p:cNvPr id="53" name="Freeform: Shape 52">
            <a:extLst>
              <a:ext uri="{FF2B5EF4-FFF2-40B4-BE49-F238E27FC236}">
                <a16:creationId xmlns:a16="http://schemas.microsoft.com/office/drawing/2014/main" id="{84C429DF-981A-336B-31E3-83C70371F274}"/>
              </a:ext>
            </a:extLst>
          </p:cNvPr>
          <p:cNvSpPr/>
          <p:nvPr/>
        </p:nvSpPr>
        <p:spPr>
          <a:xfrm>
            <a:off x="10011696" y="1489075"/>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4</a:t>
            </a:r>
          </a:p>
        </p:txBody>
      </p:sp>
      <p:sp>
        <p:nvSpPr>
          <p:cNvPr id="54" name="Freeform: Shape 53">
            <a:extLst>
              <a:ext uri="{FF2B5EF4-FFF2-40B4-BE49-F238E27FC236}">
                <a16:creationId xmlns:a16="http://schemas.microsoft.com/office/drawing/2014/main" id="{197C8424-9944-8EF9-0E4D-32B94D52B294}"/>
              </a:ext>
            </a:extLst>
          </p:cNvPr>
          <p:cNvSpPr/>
          <p:nvPr/>
        </p:nvSpPr>
        <p:spPr>
          <a:xfrm>
            <a:off x="1520158" y="3949188"/>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8</a:t>
            </a:r>
          </a:p>
        </p:txBody>
      </p:sp>
      <p:sp>
        <p:nvSpPr>
          <p:cNvPr id="55" name="Freeform: Shape 54">
            <a:extLst>
              <a:ext uri="{FF2B5EF4-FFF2-40B4-BE49-F238E27FC236}">
                <a16:creationId xmlns:a16="http://schemas.microsoft.com/office/drawing/2014/main" id="{29921741-41B2-B3BE-E66B-66A8A0C782BD}"/>
              </a:ext>
            </a:extLst>
          </p:cNvPr>
          <p:cNvSpPr/>
          <p:nvPr/>
        </p:nvSpPr>
        <p:spPr>
          <a:xfrm>
            <a:off x="4350671" y="3949188"/>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7</a:t>
            </a:r>
          </a:p>
        </p:txBody>
      </p:sp>
      <p:sp>
        <p:nvSpPr>
          <p:cNvPr id="56" name="Freeform: Shape 55">
            <a:extLst>
              <a:ext uri="{FF2B5EF4-FFF2-40B4-BE49-F238E27FC236}">
                <a16:creationId xmlns:a16="http://schemas.microsoft.com/office/drawing/2014/main" id="{2E6A58DC-7EF4-F22A-E256-313E77514ABB}"/>
              </a:ext>
            </a:extLst>
          </p:cNvPr>
          <p:cNvSpPr/>
          <p:nvPr/>
        </p:nvSpPr>
        <p:spPr>
          <a:xfrm>
            <a:off x="7181184" y="3949188"/>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6</a:t>
            </a:r>
          </a:p>
        </p:txBody>
      </p:sp>
      <p:sp>
        <p:nvSpPr>
          <p:cNvPr id="57" name="Freeform: Shape 56">
            <a:extLst>
              <a:ext uri="{FF2B5EF4-FFF2-40B4-BE49-F238E27FC236}">
                <a16:creationId xmlns:a16="http://schemas.microsoft.com/office/drawing/2014/main" id="{0F411469-B0DD-46B6-74F7-0944B69DD0C8}"/>
              </a:ext>
            </a:extLst>
          </p:cNvPr>
          <p:cNvSpPr/>
          <p:nvPr/>
        </p:nvSpPr>
        <p:spPr>
          <a:xfrm>
            <a:off x="10011696" y="3949188"/>
            <a:ext cx="451022" cy="451022"/>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2"/>
          </a:solidFill>
          <a:ln w="57150">
            <a:solidFill>
              <a:schemeClr val="bg1"/>
            </a:solidFill>
          </a:ln>
        </p:spPr>
        <p:txBody>
          <a:bodyPr vert="horz" lIns="91440" tIns="45720" rIns="91440" bIns="45720" rtlCol="0" anchor="ctr">
            <a:noAutofit/>
          </a:bodyPr>
          <a:lstStyle/>
          <a:p>
            <a:pPr algn="ctr">
              <a:spcBef>
                <a:spcPts val="1000"/>
              </a:spcBef>
              <a:buClr>
                <a:schemeClr val="accent2"/>
              </a:buClr>
            </a:pPr>
            <a:r>
              <a:rPr lang="en-GB" sz="1400" b="1" dirty="0">
                <a:solidFill>
                  <a:schemeClr val="bg1"/>
                </a:solidFill>
              </a:rPr>
              <a:t>5</a:t>
            </a:r>
          </a:p>
        </p:txBody>
      </p:sp>
    </p:spTree>
    <p:extLst>
      <p:ext uri="{BB962C8B-B14F-4D97-AF65-F5344CB8AC3E}">
        <p14:creationId xmlns:p14="http://schemas.microsoft.com/office/powerpoint/2010/main" val="111169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E248E-3A7C-9027-67B0-6CAC3E72D69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7134AB6-4E14-17A0-B577-967B0A1CDC7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4" name="think-cell data - do not delete" hidden="1">
                        <a:extLst>
                          <a:ext uri="{FF2B5EF4-FFF2-40B4-BE49-F238E27FC236}">
                            <a16:creationId xmlns:a16="http://schemas.microsoft.com/office/drawing/2014/main" id="{47134AB6-4E14-17A0-B577-967B0A1CDC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D9B74459-0B4C-E9CF-28E5-CD2D2D273297}"/>
              </a:ext>
            </a:extLst>
          </p:cNvPr>
          <p:cNvSpPr>
            <a:spLocks noGrp="1"/>
          </p:cNvSpPr>
          <p:nvPr>
            <p:ph type="body" sz="quarter" idx="10"/>
          </p:nvPr>
        </p:nvSpPr>
        <p:spPr/>
        <p:txBody>
          <a:bodyPr/>
          <a:lstStyle/>
          <a:p>
            <a:r>
              <a:rPr lang="de-DE">
                <a:solidFill>
                  <a:schemeClr val="accent1"/>
                </a:solidFill>
              </a:rPr>
              <a:t>Titel der Folie Version 01</a:t>
            </a:r>
            <a:endParaRPr lang="de-DE" dirty="0">
              <a:solidFill>
                <a:schemeClr val="accent1"/>
              </a:solidFill>
            </a:endParaRPr>
          </a:p>
        </p:txBody>
      </p:sp>
      <p:sp>
        <p:nvSpPr>
          <p:cNvPr id="2" name="Footer Placeholder 6">
            <a:extLst>
              <a:ext uri="{FF2B5EF4-FFF2-40B4-BE49-F238E27FC236}">
                <a16:creationId xmlns:a16="http://schemas.microsoft.com/office/drawing/2014/main" id="{85F909E9-F7ED-9DD4-5B87-2164C35939EC}"/>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pic>
        <p:nvPicPr>
          <p:cNvPr id="15" name="Bildplatzhalter 14" descr="Ein Bild, das Person, orange, Menschliches Gesicht, Kleidung enthält.&#10;&#10;KI-generierte Inhalte können fehlerhaft sein.">
            <a:extLst>
              <a:ext uri="{FF2B5EF4-FFF2-40B4-BE49-F238E27FC236}">
                <a16:creationId xmlns:a16="http://schemas.microsoft.com/office/drawing/2014/main" id="{4C276ABB-BFC6-E45E-58C1-9EDF1C65F823}"/>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t="16021" b="16021"/>
          <a:stretch/>
        </p:blipFill>
        <p:spPr/>
      </p:pic>
      <p:sp>
        <p:nvSpPr>
          <p:cNvPr id="7" name="Textplatzhalter 6">
            <a:extLst>
              <a:ext uri="{FF2B5EF4-FFF2-40B4-BE49-F238E27FC236}">
                <a16:creationId xmlns:a16="http://schemas.microsoft.com/office/drawing/2014/main" id="{16CC348E-C80F-A889-8E9E-CFD01366B21D}"/>
              </a:ext>
            </a:extLst>
          </p:cNvPr>
          <p:cNvSpPr>
            <a:spLocks noGrp="1"/>
          </p:cNvSpPr>
          <p:nvPr>
            <p:ph type="body" sz="quarter" idx="20"/>
          </p:nvPr>
        </p:nvSpPr>
        <p:spPr/>
        <p:txBody>
          <a:bodyPr/>
          <a:lstStyle/>
          <a:p>
            <a:r>
              <a:rPr lang="de-DE" dirty="0"/>
              <a:t>Lorem ipsum dolor sit amet, consectetur adipiscing elit.</a:t>
            </a:r>
          </a:p>
        </p:txBody>
      </p:sp>
      <p:sp>
        <p:nvSpPr>
          <p:cNvPr id="8" name="Textplatzhalter 7">
            <a:extLst>
              <a:ext uri="{FF2B5EF4-FFF2-40B4-BE49-F238E27FC236}">
                <a16:creationId xmlns:a16="http://schemas.microsoft.com/office/drawing/2014/main" id="{9A7EE28E-58CB-3824-EDCC-9D6B7AAC3665}"/>
              </a:ext>
            </a:extLst>
          </p:cNvPr>
          <p:cNvSpPr>
            <a:spLocks noGrp="1"/>
          </p:cNvSpPr>
          <p:nvPr>
            <p:ph type="body" sz="quarter" idx="21"/>
          </p:nvPr>
        </p:nvSpPr>
        <p:spPr/>
        <p:txBody>
          <a:bodyPr/>
          <a:lstStyle/>
          <a:p>
            <a:r>
              <a:rPr lang="de-DE"/>
              <a:t>Lorem ipsum dolor sit amet, consectetur adipiscing elit.</a:t>
            </a:r>
            <a:endParaRPr lang="de-DE" dirty="0"/>
          </a:p>
        </p:txBody>
      </p:sp>
      <p:sp>
        <p:nvSpPr>
          <p:cNvPr id="9" name="Textplatzhalter 8">
            <a:extLst>
              <a:ext uri="{FF2B5EF4-FFF2-40B4-BE49-F238E27FC236}">
                <a16:creationId xmlns:a16="http://schemas.microsoft.com/office/drawing/2014/main" id="{57CF26BE-6D43-F020-9B80-DB1DE556E32F}"/>
              </a:ext>
            </a:extLst>
          </p:cNvPr>
          <p:cNvSpPr>
            <a:spLocks noGrp="1"/>
          </p:cNvSpPr>
          <p:nvPr>
            <p:ph type="body" sz="quarter" idx="22"/>
          </p:nvPr>
        </p:nvSpPr>
        <p:spPr/>
        <p:txBody>
          <a:bodyPr/>
          <a:lstStyle/>
          <a:p>
            <a:r>
              <a:rPr lang="de-DE"/>
              <a:t>Lorem ipsum dolor sit amet, consectetur adipiscing elit.</a:t>
            </a:r>
            <a:endParaRPr lang="de-DE" dirty="0"/>
          </a:p>
        </p:txBody>
      </p:sp>
      <p:sp>
        <p:nvSpPr>
          <p:cNvPr id="5" name="Textplatzhalter 4">
            <a:extLst>
              <a:ext uri="{FF2B5EF4-FFF2-40B4-BE49-F238E27FC236}">
                <a16:creationId xmlns:a16="http://schemas.microsoft.com/office/drawing/2014/main" id="{A8703E36-56DE-B11B-4AFE-B584311E13FD}"/>
              </a:ext>
            </a:extLst>
          </p:cNvPr>
          <p:cNvSpPr>
            <a:spLocks noGrp="1"/>
          </p:cNvSpPr>
          <p:nvPr>
            <p:ph type="body" sz="quarter" idx="12"/>
          </p:nvPr>
        </p:nvSpPr>
        <p:spPr/>
        <p:txBody>
          <a:bodyPr/>
          <a:lstStyle/>
          <a:p>
            <a:r>
              <a:rPr lang="de-DE" dirty="0"/>
              <a:t>Kapitel</a:t>
            </a:r>
          </a:p>
        </p:txBody>
      </p:sp>
      <p:sp>
        <p:nvSpPr>
          <p:cNvPr id="10" name="Textplatzhalter 9">
            <a:extLst>
              <a:ext uri="{FF2B5EF4-FFF2-40B4-BE49-F238E27FC236}">
                <a16:creationId xmlns:a16="http://schemas.microsoft.com/office/drawing/2014/main" id="{FFB35AF7-ECC0-21FF-7C4B-43A9673A0CEE}"/>
              </a:ext>
            </a:extLst>
          </p:cNvPr>
          <p:cNvSpPr>
            <a:spLocks noGrp="1"/>
          </p:cNvSpPr>
          <p:nvPr>
            <p:ph type="body" sz="quarter" idx="26"/>
          </p:nvPr>
        </p:nvSpPr>
        <p:spPr/>
        <p:txBody>
          <a:bodyPr/>
          <a:lstStyle/>
          <a:p>
            <a:r>
              <a:rPr lang="de-DE" dirty="0"/>
              <a:t>01</a:t>
            </a:r>
          </a:p>
        </p:txBody>
      </p:sp>
      <p:sp>
        <p:nvSpPr>
          <p:cNvPr id="11" name="Textplatzhalter 10">
            <a:extLst>
              <a:ext uri="{FF2B5EF4-FFF2-40B4-BE49-F238E27FC236}">
                <a16:creationId xmlns:a16="http://schemas.microsoft.com/office/drawing/2014/main" id="{FAA5617A-C0D7-830C-A820-871668952B06}"/>
              </a:ext>
            </a:extLst>
          </p:cNvPr>
          <p:cNvSpPr>
            <a:spLocks noGrp="1"/>
          </p:cNvSpPr>
          <p:nvPr>
            <p:ph type="body" sz="quarter" idx="31"/>
          </p:nvPr>
        </p:nvSpPr>
        <p:spPr/>
        <p:txBody>
          <a:bodyPr/>
          <a:lstStyle/>
          <a:p>
            <a:r>
              <a:rPr lang="de-DE" dirty="0"/>
              <a:t>02</a:t>
            </a:r>
          </a:p>
        </p:txBody>
      </p:sp>
      <p:sp>
        <p:nvSpPr>
          <p:cNvPr id="12" name="Textplatzhalter 11">
            <a:extLst>
              <a:ext uri="{FF2B5EF4-FFF2-40B4-BE49-F238E27FC236}">
                <a16:creationId xmlns:a16="http://schemas.microsoft.com/office/drawing/2014/main" id="{F8D529B4-EBE5-D6D1-C732-9809C28A5E62}"/>
              </a:ext>
            </a:extLst>
          </p:cNvPr>
          <p:cNvSpPr>
            <a:spLocks noGrp="1"/>
          </p:cNvSpPr>
          <p:nvPr>
            <p:ph type="body" sz="quarter" idx="33"/>
          </p:nvPr>
        </p:nvSpPr>
        <p:spPr/>
        <p:txBody>
          <a:bodyPr/>
          <a:lstStyle/>
          <a:p>
            <a:r>
              <a:rPr lang="de-DE" dirty="0"/>
              <a:t>03</a:t>
            </a:r>
          </a:p>
        </p:txBody>
      </p:sp>
    </p:spTree>
    <p:extLst>
      <p:ext uri="{BB962C8B-B14F-4D97-AF65-F5344CB8AC3E}">
        <p14:creationId xmlns:p14="http://schemas.microsoft.com/office/powerpoint/2010/main" val="730305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8B056D59-D928-3074-EC85-29AF0894C515}"/>
              </a:ext>
            </a:extLst>
          </p:cNvPr>
          <p:cNvSpPr>
            <a:spLocks noGrp="1"/>
          </p:cNvSpPr>
          <p:nvPr>
            <p:ph type="body" sz="quarter" idx="10"/>
          </p:nvPr>
        </p:nvSpPr>
        <p:spPr/>
        <p:txBody>
          <a:bodyPr/>
          <a:lstStyle/>
          <a:p>
            <a:r>
              <a:rPr lang="de-DE" dirty="0"/>
              <a:t>Titel der Folie Version 02</a:t>
            </a:r>
          </a:p>
        </p:txBody>
      </p:sp>
      <p:sp>
        <p:nvSpPr>
          <p:cNvPr id="21" name="Text Placeholder 20">
            <a:extLst>
              <a:ext uri="{FF2B5EF4-FFF2-40B4-BE49-F238E27FC236}">
                <a16:creationId xmlns:a16="http://schemas.microsoft.com/office/drawing/2014/main" id="{775C30B2-BC96-8E45-C616-C4A9B48C823D}"/>
              </a:ext>
            </a:extLst>
          </p:cNvPr>
          <p:cNvSpPr>
            <a:spLocks noGrp="1"/>
          </p:cNvSpPr>
          <p:nvPr>
            <p:ph type="body" sz="quarter" idx="20"/>
          </p:nvPr>
        </p:nvSpPr>
        <p:spPr/>
        <p:txBody>
          <a:bodyPr/>
          <a:lstStyle/>
          <a:p>
            <a:r>
              <a:rPr lang="de-DE" dirty="0"/>
              <a:t>Lorem ipsum dolor sit amet, consectetur adipiscing elit.</a:t>
            </a:r>
          </a:p>
        </p:txBody>
      </p:sp>
      <p:sp>
        <p:nvSpPr>
          <p:cNvPr id="22" name="Text Placeholder 21">
            <a:extLst>
              <a:ext uri="{FF2B5EF4-FFF2-40B4-BE49-F238E27FC236}">
                <a16:creationId xmlns:a16="http://schemas.microsoft.com/office/drawing/2014/main" id="{41C419B0-9E96-968F-E26E-F814D86164A7}"/>
              </a:ext>
            </a:extLst>
          </p:cNvPr>
          <p:cNvSpPr>
            <a:spLocks noGrp="1"/>
          </p:cNvSpPr>
          <p:nvPr>
            <p:ph type="body" sz="quarter" idx="21"/>
          </p:nvPr>
        </p:nvSpPr>
        <p:spPr/>
        <p:txBody>
          <a:bodyPr/>
          <a:lstStyle/>
          <a:p>
            <a:r>
              <a:rPr lang="de-DE" dirty="0"/>
              <a:t>Lorem ipsum dolor sit amet, consectetur adipiscing elit.</a:t>
            </a:r>
          </a:p>
        </p:txBody>
      </p:sp>
      <p:sp>
        <p:nvSpPr>
          <p:cNvPr id="23" name="Text Placeholder 22">
            <a:extLst>
              <a:ext uri="{FF2B5EF4-FFF2-40B4-BE49-F238E27FC236}">
                <a16:creationId xmlns:a16="http://schemas.microsoft.com/office/drawing/2014/main" id="{1B4E7FF7-6FD3-2E27-DF4C-DDB3B7529865}"/>
              </a:ext>
            </a:extLst>
          </p:cNvPr>
          <p:cNvSpPr>
            <a:spLocks noGrp="1"/>
          </p:cNvSpPr>
          <p:nvPr>
            <p:ph type="body" sz="quarter" idx="22"/>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p>
        </p:txBody>
      </p:sp>
      <p:sp>
        <p:nvSpPr>
          <p:cNvPr id="19" name="Text Placeholder 18">
            <a:extLst>
              <a:ext uri="{FF2B5EF4-FFF2-40B4-BE49-F238E27FC236}">
                <a16:creationId xmlns:a16="http://schemas.microsoft.com/office/drawing/2014/main" id="{BE6EDE76-2D4C-BA9E-5743-2AE8389564BB}"/>
              </a:ext>
            </a:extLst>
          </p:cNvPr>
          <p:cNvSpPr>
            <a:spLocks noGrp="1"/>
          </p:cNvSpPr>
          <p:nvPr>
            <p:ph type="body" sz="quarter" idx="12"/>
          </p:nvPr>
        </p:nvSpPr>
        <p:spPr/>
        <p:txBody>
          <a:bodyPr/>
          <a:lstStyle/>
          <a:p>
            <a:r>
              <a:rPr lang="de-DE" dirty="0"/>
              <a:t>Kapitel</a:t>
            </a:r>
          </a:p>
        </p:txBody>
      </p:sp>
      <p:sp>
        <p:nvSpPr>
          <p:cNvPr id="24" name="Text Placeholder 23">
            <a:extLst>
              <a:ext uri="{FF2B5EF4-FFF2-40B4-BE49-F238E27FC236}">
                <a16:creationId xmlns:a16="http://schemas.microsoft.com/office/drawing/2014/main" id="{30E82E3F-6108-D9A9-8B19-5A740F3664B6}"/>
              </a:ext>
            </a:extLst>
          </p:cNvPr>
          <p:cNvSpPr>
            <a:spLocks noGrp="1"/>
          </p:cNvSpPr>
          <p:nvPr>
            <p:ph type="body" sz="quarter" idx="26"/>
          </p:nvPr>
        </p:nvSpPr>
        <p:spPr/>
        <p:txBody>
          <a:bodyPr/>
          <a:lstStyle/>
          <a:p>
            <a:endParaRPr lang="de-DE"/>
          </a:p>
        </p:txBody>
      </p:sp>
      <p:sp>
        <p:nvSpPr>
          <p:cNvPr id="25" name="Text Placeholder 24">
            <a:extLst>
              <a:ext uri="{FF2B5EF4-FFF2-40B4-BE49-F238E27FC236}">
                <a16:creationId xmlns:a16="http://schemas.microsoft.com/office/drawing/2014/main" id="{6E0775D9-03C4-6A1B-A3F4-0640FD5DE367}"/>
              </a:ext>
            </a:extLst>
          </p:cNvPr>
          <p:cNvSpPr>
            <a:spLocks noGrp="1"/>
          </p:cNvSpPr>
          <p:nvPr>
            <p:ph type="body" sz="quarter" idx="31"/>
          </p:nvPr>
        </p:nvSpPr>
        <p:spPr/>
        <p:txBody>
          <a:bodyPr/>
          <a:lstStyle/>
          <a:p>
            <a:endParaRPr lang="de-DE" dirty="0"/>
          </a:p>
        </p:txBody>
      </p:sp>
      <p:sp>
        <p:nvSpPr>
          <p:cNvPr id="26" name="Text Placeholder 25">
            <a:extLst>
              <a:ext uri="{FF2B5EF4-FFF2-40B4-BE49-F238E27FC236}">
                <a16:creationId xmlns:a16="http://schemas.microsoft.com/office/drawing/2014/main" id="{2812BFD7-992E-C5BA-CA75-88B446278ACD}"/>
              </a:ext>
            </a:extLst>
          </p:cNvPr>
          <p:cNvSpPr>
            <a:spLocks noGrp="1"/>
          </p:cNvSpPr>
          <p:nvPr>
            <p:ph type="body" sz="quarter" idx="33"/>
          </p:nvPr>
        </p:nvSpPr>
        <p:spPr/>
        <p:txBody>
          <a:bodyPr/>
          <a:lstStyle/>
          <a:p>
            <a:endParaRPr lang="de-DE"/>
          </a:p>
        </p:txBody>
      </p:sp>
      <p:pic>
        <p:nvPicPr>
          <p:cNvPr id="7" name="Bildplatzhalter 6" descr="Ein Bild, das Person, orange, Menschliches Gesicht, Kleidung enthält.&#10;&#10;KI-generierte Inhalte können fehlerhaft sein.">
            <a:extLst>
              <a:ext uri="{FF2B5EF4-FFF2-40B4-BE49-F238E27FC236}">
                <a16:creationId xmlns:a16="http://schemas.microsoft.com/office/drawing/2014/main" id="{827C75B3-F1FB-C3DA-EA71-E7AECDCC495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6037" b="16037"/>
          <a:stretch>
            <a:fillRect/>
          </a:stretch>
        </p:blipFill>
        <p:spPr/>
      </p:pic>
      <p:pic>
        <p:nvPicPr>
          <p:cNvPr id="8" name="Grafik 9" descr="Wecker Silhouette">
            <a:extLst>
              <a:ext uri="{FF2B5EF4-FFF2-40B4-BE49-F238E27FC236}">
                <a16:creationId xmlns:a16="http://schemas.microsoft.com/office/drawing/2014/main" id="{409577FD-D1DD-287E-2B97-35AC11E87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6622" y="1979012"/>
            <a:ext cx="468000" cy="468000"/>
          </a:xfrm>
          <a:prstGeom prst="rect">
            <a:avLst/>
          </a:prstGeom>
        </p:spPr>
      </p:pic>
      <p:pic>
        <p:nvPicPr>
          <p:cNvPr id="9" name="Grafik 65" descr="Griechischer Tempel Silhouette">
            <a:extLst>
              <a:ext uri="{FF2B5EF4-FFF2-40B4-BE49-F238E27FC236}">
                <a16:creationId xmlns:a16="http://schemas.microsoft.com/office/drawing/2014/main" id="{05110A19-5393-EBF8-B030-6740F67160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6622" y="3580962"/>
            <a:ext cx="468000" cy="468000"/>
          </a:xfrm>
          <a:prstGeom prst="rect">
            <a:avLst/>
          </a:prstGeom>
        </p:spPr>
      </p:pic>
      <p:pic>
        <p:nvPicPr>
          <p:cNvPr id="10" name="Grafik 17" descr="Bücher Silhouette">
            <a:extLst>
              <a:ext uri="{FF2B5EF4-FFF2-40B4-BE49-F238E27FC236}">
                <a16:creationId xmlns:a16="http://schemas.microsoft.com/office/drawing/2014/main" id="{A403703B-BEE6-58BB-9914-E14B6A1240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6622" y="5182912"/>
            <a:ext cx="468000" cy="468000"/>
          </a:xfrm>
          <a:prstGeom prst="rect">
            <a:avLst/>
          </a:prstGeom>
        </p:spPr>
      </p:pic>
    </p:spTree>
    <p:extLst>
      <p:ext uri="{BB962C8B-B14F-4D97-AF65-F5344CB8AC3E}">
        <p14:creationId xmlns:p14="http://schemas.microsoft.com/office/powerpoint/2010/main" val="205721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FBBA8-8F29-9968-B0AE-F06ADA4403E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0A850F2-0877-AA27-4820-DB6ACA6FB3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5" name="think-cell data - do not delete" hidden="1">
                        <a:extLst>
                          <a:ext uri="{FF2B5EF4-FFF2-40B4-BE49-F238E27FC236}">
                            <a16:creationId xmlns:a16="http://schemas.microsoft.com/office/drawing/2014/main" id="{80A850F2-0877-AA27-4820-DB6ACA6FB32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C366992F-C70A-3D80-EE48-F80C14D88638}"/>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EDAF43F6-5D31-F7EA-438A-54CBCAA5C429}"/>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4" name="Textplatzhalter 3">
            <a:extLst>
              <a:ext uri="{FF2B5EF4-FFF2-40B4-BE49-F238E27FC236}">
                <a16:creationId xmlns:a16="http://schemas.microsoft.com/office/drawing/2014/main" id="{07580CBA-C462-0FD9-BF94-8B04131F74DE}"/>
              </a:ext>
            </a:extLst>
          </p:cNvPr>
          <p:cNvSpPr>
            <a:spLocks noGrp="1"/>
          </p:cNvSpPr>
          <p:nvPr>
            <p:ph type="body" sz="quarter" idx="11"/>
          </p:nvPr>
        </p:nvSpPr>
        <p:spPr/>
        <p:txBody>
          <a:bodyPr/>
          <a:lstStyle/>
          <a:p>
            <a:r>
              <a:rPr lang="de-DE" dirty="0"/>
              <a:t>Titel Diagramm 01</a:t>
            </a:r>
          </a:p>
        </p:txBody>
      </p:sp>
      <p:sp>
        <p:nvSpPr>
          <p:cNvPr id="8" name="Textplatzhalter 7">
            <a:extLst>
              <a:ext uri="{FF2B5EF4-FFF2-40B4-BE49-F238E27FC236}">
                <a16:creationId xmlns:a16="http://schemas.microsoft.com/office/drawing/2014/main" id="{B2B3303B-9F58-0028-E24C-BC9D0064FA8E}"/>
              </a:ext>
            </a:extLst>
          </p:cNvPr>
          <p:cNvSpPr>
            <a:spLocks noGrp="1"/>
          </p:cNvSpPr>
          <p:nvPr>
            <p:ph type="body" sz="quarter" idx="13"/>
          </p:nvPr>
        </p:nvSpPr>
        <p:spPr/>
        <p:txBody>
          <a:bodyPr/>
          <a:lstStyle/>
          <a:p>
            <a:r>
              <a:rPr lang="de-DE" dirty="0"/>
              <a:t>Titel Diagramm 02</a:t>
            </a:r>
          </a:p>
        </p:txBody>
      </p:sp>
      <p:sp>
        <p:nvSpPr>
          <p:cNvPr id="10" name="Textplatzhalter 9">
            <a:extLst>
              <a:ext uri="{FF2B5EF4-FFF2-40B4-BE49-F238E27FC236}">
                <a16:creationId xmlns:a16="http://schemas.microsoft.com/office/drawing/2014/main" id="{17B8276A-270C-580C-2DB3-4D639FCAFFBF}"/>
              </a:ext>
            </a:extLst>
          </p:cNvPr>
          <p:cNvSpPr>
            <a:spLocks noGrp="1"/>
          </p:cNvSpPr>
          <p:nvPr>
            <p:ph type="body" sz="quarter" idx="19"/>
          </p:nvPr>
        </p:nvSpPr>
        <p:spPr/>
        <p:txBody>
          <a:bodyPr/>
          <a:lstStyle/>
          <a:p>
            <a:r>
              <a:rPr lang="de-DE" dirty="0"/>
              <a:t>Lorem ipsum dolor sit amet, consectetur adipiscing elit. Integer nec odio. Praesent libero. Sed cursus ante dapibus diam. Sed nisi. Nulla quis sem at nibh elementum imperdiet.</a:t>
            </a:r>
          </a:p>
          <a:p>
            <a:endParaRPr lang="de-DE" dirty="0"/>
          </a:p>
        </p:txBody>
      </p:sp>
      <p:graphicFrame>
        <p:nvGraphicFramePr>
          <p:cNvPr id="6" name="Diagrammplatzhalter 5">
            <a:extLst>
              <a:ext uri="{FF2B5EF4-FFF2-40B4-BE49-F238E27FC236}">
                <a16:creationId xmlns:a16="http://schemas.microsoft.com/office/drawing/2014/main" id="{0BF07137-A96A-A0FA-AA10-BC931747651E}"/>
              </a:ext>
            </a:extLst>
          </p:cNvPr>
          <p:cNvGraphicFramePr>
            <a:graphicFrameLocks noGrp="1"/>
          </p:cNvGraphicFramePr>
          <p:nvPr>
            <p:ph type="chart" sz="quarter" idx="14"/>
            <p:extLst>
              <p:ext uri="{D42A27DB-BD31-4B8C-83A1-F6EECF244321}">
                <p14:modId xmlns:p14="http://schemas.microsoft.com/office/powerpoint/2010/main" val="273769641"/>
              </p:ext>
            </p:extLst>
          </p:nvPr>
        </p:nvGraphicFramePr>
        <p:xfrm>
          <a:off x="431800" y="1990725"/>
          <a:ext cx="5583238" cy="3095625"/>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platzhalter 10">
            <a:extLst>
              <a:ext uri="{FF2B5EF4-FFF2-40B4-BE49-F238E27FC236}">
                <a16:creationId xmlns:a16="http://schemas.microsoft.com/office/drawing/2014/main" id="{C9E91E0B-746E-456B-C85E-F8160A7DBA28}"/>
              </a:ext>
            </a:extLst>
          </p:cNvPr>
          <p:cNvSpPr>
            <a:spLocks noGrp="1"/>
          </p:cNvSpPr>
          <p:nvPr>
            <p:ph type="body" sz="quarter" idx="20"/>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a:t>
            </a:r>
          </a:p>
          <a:p>
            <a:endParaRPr lang="de-DE" dirty="0"/>
          </a:p>
        </p:txBody>
      </p:sp>
      <p:graphicFrame>
        <p:nvGraphicFramePr>
          <p:cNvPr id="13" name="Diagrammplatzhalter 12">
            <a:extLst>
              <a:ext uri="{FF2B5EF4-FFF2-40B4-BE49-F238E27FC236}">
                <a16:creationId xmlns:a16="http://schemas.microsoft.com/office/drawing/2014/main" id="{E2B161A0-38EA-E742-5BE8-2F52BCB8B047}"/>
              </a:ext>
            </a:extLst>
          </p:cNvPr>
          <p:cNvGraphicFramePr>
            <a:graphicFrameLocks noGrp="1"/>
          </p:cNvGraphicFramePr>
          <p:nvPr>
            <p:ph type="chart" sz="quarter" idx="21"/>
            <p:extLst>
              <p:ext uri="{D42A27DB-BD31-4B8C-83A1-F6EECF244321}">
                <p14:modId xmlns:p14="http://schemas.microsoft.com/office/powerpoint/2010/main" val="938761795"/>
              </p:ext>
            </p:extLst>
          </p:nvPr>
        </p:nvGraphicFramePr>
        <p:xfrm>
          <a:off x="6170613" y="1990725"/>
          <a:ext cx="5583237" cy="3095625"/>
        </p:xfrm>
        <a:graphic>
          <a:graphicData uri="http://schemas.openxmlformats.org/drawingml/2006/chart">
            <c:chart xmlns:c="http://schemas.openxmlformats.org/drawingml/2006/chart" xmlns:r="http://schemas.openxmlformats.org/officeDocument/2006/relationships" r:id="rId7"/>
          </a:graphicData>
        </a:graphic>
      </p:graphicFrame>
      <p:sp>
        <p:nvSpPr>
          <p:cNvPr id="7" name="Textplatzhalter 6">
            <a:extLst>
              <a:ext uri="{FF2B5EF4-FFF2-40B4-BE49-F238E27FC236}">
                <a16:creationId xmlns:a16="http://schemas.microsoft.com/office/drawing/2014/main" id="{7B447BEE-1B0A-3564-2D1B-FB12BA796A97}"/>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1965341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6AEFA-6B34-3DD5-796A-166249E29914}"/>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6595BE6-7920-7F7B-E690-C3D9CC603B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E6595BE6-7920-7F7B-E690-C3D9CC603B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extplatzhalter 10">
            <a:extLst>
              <a:ext uri="{FF2B5EF4-FFF2-40B4-BE49-F238E27FC236}">
                <a16:creationId xmlns:a16="http://schemas.microsoft.com/office/drawing/2014/main" id="{5A29A05F-099B-C28E-334F-32FE186B0CE5}"/>
              </a:ext>
            </a:extLst>
          </p:cNvPr>
          <p:cNvSpPr>
            <a:spLocks noGrp="1"/>
          </p:cNvSpPr>
          <p:nvPr>
            <p:ph type="body" sz="quarter" idx="19"/>
          </p:nvPr>
        </p:nvSpPr>
        <p:spPr/>
        <p:txBody>
          <a:bodyPr/>
          <a:lstStyle/>
          <a:p>
            <a:pPr marL="0" indent="0">
              <a:buNone/>
            </a:pPr>
            <a:r>
              <a:rPr lang="de-DE" dirty="0"/>
              <a:t>Lorem ipsum dolor sit amet, consectetur adipiscing elit. Integer nec odio. Praesent libero. Sed cursus ante dapibus diam. Sed nisi. Nulla quis sem at nibh elementum imperdiet.</a:t>
            </a:r>
          </a:p>
          <a:p>
            <a:pPr marL="0" indent="0">
              <a:buNone/>
            </a:pPr>
            <a:endParaRPr lang="de-DE" dirty="0"/>
          </a:p>
        </p:txBody>
      </p:sp>
      <p:sp>
        <p:nvSpPr>
          <p:cNvPr id="12" name="Textplatzhalter 11">
            <a:extLst>
              <a:ext uri="{FF2B5EF4-FFF2-40B4-BE49-F238E27FC236}">
                <a16:creationId xmlns:a16="http://schemas.microsoft.com/office/drawing/2014/main" id="{3EB7C6F1-78D5-92E6-4631-85D17A7843B0}"/>
              </a:ext>
            </a:extLst>
          </p:cNvPr>
          <p:cNvSpPr>
            <a:spLocks noGrp="1"/>
          </p:cNvSpPr>
          <p:nvPr>
            <p:ph type="body" sz="quarter" idx="21"/>
          </p:nvPr>
        </p:nvSpPr>
        <p:spPr/>
        <p:txBody>
          <a:bodyPr/>
          <a:lstStyle/>
          <a:p>
            <a:pPr marL="0" indent="0">
              <a:buNone/>
            </a:pPr>
            <a:r>
              <a:rPr lang="de-DE" dirty="0"/>
              <a:t>Lorem ipsum dolor sit amet, consectetur adipiscing elit. Integer nec odio. Praesent libero. Sed cursus ante dapibus diam. Sed nisi. Nulla quis sem at nibh elementum imperdiet.</a:t>
            </a:r>
          </a:p>
          <a:p>
            <a:pPr marL="0" indent="0">
              <a:buNone/>
            </a:pPr>
            <a:endParaRPr lang="de-DE" dirty="0"/>
          </a:p>
        </p:txBody>
      </p:sp>
      <p:sp>
        <p:nvSpPr>
          <p:cNvPr id="13" name="Textplatzhalter 12">
            <a:extLst>
              <a:ext uri="{FF2B5EF4-FFF2-40B4-BE49-F238E27FC236}">
                <a16:creationId xmlns:a16="http://schemas.microsoft.com/office/drawing/2014/main" id="{154106E0-EA98-C411-EDBC-A4752B2D41DE}"/>
              </a:ext>
            </a:extLst>
          </p:cNvPr>
          <p:cNvSpPr>
            <a:spLocks noGrp="1"/>
          </p:cNvSpPr>
          <p:nvPr>
            <p:ph type="body" sz="quarter" idx="23"/>
          </p:nvPr>
        </p:nvSpPr>
        <p:spPr/>
        <p:txBody>
          <a:bodyPr/>
          <a:lstStyle/>
          <a:p>
            <a:pPr marL="0" indent="0">
              <a:buNone/>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a:t>
            </a:r>
          </a:p>
          <a:p>
            <a:pPr marL="0" indent="0">
              <a:buNone/>
            </a:pPr>
            <a:endParaRPr lang="de-DE" dirty="0"/>
          </a:p>
        </p:txBody>
      </p:sp>
      <p:sp>
        <p:nvSpPr>
          <p:cNvPr id="14" name="Textplatzhalter 13">
            <a:extLst>
              <a:ext uri="{FF2B5EF4-FFF2-40B4-BE49-F238E27FC236}">
                <a16:creationId xmlns:a16="http://schemas.microsoft.com/office/drawing/2014/main" id="{7F0EB4C6-4105-39A5-A0C2-7028640A9FF4}"/>
              </a:ext>
            </a:extLst>
          </p:cNvPr>
          <p:cNvSpPr>
            <a:spLocks noGrp="1"/>
          </p:cNvSpPr>
          <p:nvPr>
            <p:ph type="body" sz="quarter" idx="25"/>
          </p:nvPr>
        </p:nvSpPr>
        <p:spPr/>
        <p:txBody>
          <a:bodyPr/>
          <a:lstStyle/>
          <a:p>
            <a:pPr marL="0" indent="0">
              <a:buNone/>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a:t>
            </a:r>
          </a:p>
          <a:p>
            <a:pPr marL="0" indent="0">
              <a:buNone/>
            </a:pPr>
            <a:endParaRPr lang="de-DE" dirty="0"/>
          </a:p>
        </p:txBody>
      </p:sp>
      <p:sp>
        <p:nvSpPr>
          <p:cNvPr id="15" name="Textplatzhalter 14">
            <a:extLst>
              <a:ext uri="{FF2B5EF4-FFF2-40B4-BE49-F238E27FC236}">
                <a16:creationId xmlns:a16="http://schemas.microsoft.com/office/drawing/2014/main" id="{B1506BFF-27CA-3311-4B72-89721E637D3F}"/>
              </a:ext>
            </a:extLst>
          </p:cNvPr>
          <p:cNvSpPr>
            <a:spLocks noGrp="1"/>
          </p:cNvSpPr>
          <p:nvPr>
            <p:ph type="body" sz="quarter" idx="27"/>
          </p:nvPr>
        </p:nvSpPr>
        <p:spPr/>
        <p:txBody>
          <a:bodyPr/>
          <a:lstStyle/>
          <a:p>
            <a:pPr marL="0" indent="0">
              <a:buNone/>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a:t>
            </a:r>
          </a:p>
          <a:p>
            <a:pPr marL="0" indent="0">
              <a:buNone/>
            </a:pPr>
            <a:endParaRPr lang="de-DE" dirty="0"/>
          </a:p>
        </p:txBody>
      </p:sp>
      <p:sp>
        <p:nvSpPr>
          <p:cNvPr id="16" name="Textplatzhalter 15">
            <a:extLst>
              <a:ext uri="{FF2B5EF4-FFF2-40B4-BE49-F238E27FC236}">
                <a16:creationId xmlns:a16="http://schemas.microsoft.com/office/drawing/2014/main" id="{3DF27790-87DE-5516-92AF-E8F641216809}"/>
              </a:ext>
            </a:extLst>
          </p:cNvPr>
          <p:cNvSpPr>
            <a:spLocks noGrp="1"/>
          </p:cNvSpPr>
          <p:nvPr>
            <p:ph type="body" sz="quarter" idx="29"/>
          </p:nvPr>
        </p:nvSpPr>
        <p:spPr/>
        <p:txBody>
          <a:bodyPr/>
          <a:lstStyle/>
          <a:p>
            <a:pPr marL="0" indent="0">
              <a:buNone/>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a:t>
            </a:r>
          </a:p>
          <a:p>
            <a:pPr marL="0" indent="0">
              <a:buNone/>
            </a:pPr>
            <a:endParaRPr lang="de-DE" dirty="0"/>
          </a:p>
        </p:txBody>
      </p:sp>
      <p:sp>
        <p:nvSpPr>
          <p:cNvPr id="4" name="Textplatzhalter 3">
            <a:extLst>
              <a:ext uri="{FF2B5EF4-FFF2-40B4-BE49-F238E27FC236}">
                <a16:creationId xmlns:a16="http://schemas.microsoft.com/office/drawing/2014/main" id="{C5935824-DB12-DDD4-B7D1-E81B970C98A1}"/>
              </a:ext>
            </a:extLst>
          </p:cNvPr>
          <p:cNvSpPr>
            <a:spLocks noGrp="1"/>
          </p:cNvSpPr>
          <p:nvPr>
            <p:ph type="body" sz="quarter" idx="10"/>
          </p:nvPr>
        </p:nvSpPr>
        <p:spPr/>
        <p:txBody>
          <a:bodyPr/>
          <a:lstStyle/>
          <a:p>
            <a:r>
              <a:rPr lang="de-DE" dirty="0"/>
              <a:t>Titel der Folie</a:t>
            </a:r>
          </a:p>
        </p:txBody>
      </p:sp>
      <p:sp>
        <p:nvSpPr>
          <p:cNvPr id="5" name="Textplatzhalter 4">
            <a:extLst>
              <a:ext uri="{FF2B5EF4-FFF2-40B4-BE49-F238E27FC236}">
                <a16:creationId xmlns:a16="http://schemas.microsoft.com/office/drawing/2014/main" id="{D6F62656-3FE1-E9FE-BF4A-FD9C2F57178D}"/>
              </a:ext>
            </a:extLst>
          </p:cNvPr>
          <p:cNvSpPr>
            <a:spLocks noGrp="1"/>
          </p:cNvSpPr>
          <p:nvPr>
            <p:ph type="body" sz="quarter" idx="12"/>
          </p:nvPr>
        </p:nvSpPr>
        <p:spPr/>
        <p:txBody>
          <a:bodyPr/>
          <a:lstStyle/>
          <a:p>
            <a:r>
              <a:rPr lang="de-DE" dirty="0"/>
              <a:t>Untertitel 01</a:t>
            </a:r>
          </a:p>
        </p:txBody>
      </p:sp>
      <p:sp>
        <p:nvSpPr>
          <p:cNvPr id="6" name="Textplatzhalter 5">
            <a:extLst>
              <a:ext uri="{FF2B5EF4-FFF2-40B4-BE49-F238E27FC236}">
                <a16:creationId xmlns:a16="http://schemas.microsoft.com/office/drawing/2014/main" id="{B4DF100A-DD97-EA93-0224-548F611C841E}"/>
              </a:ext>
            </a:extLst>
          </p:cNvPr>
          <p:cNvSpPr>
            <a:spLocks noGrp="1"/>
          </p:cNvSpPr>
          <p:nvPr>
            <p:ph type="body" sz="quarter" idx="13"/>
          </p:nvPr>
        </p:nvSpPr>
        <p:spPr/>
        <p:txBody>
          <a:bodyPr/>
          <a:lstStyle/>
          <a:p>
            <a:r>
              <a:rPr lang="de-DE" dirty="0"/>
              <a:t>Untertitel 02</a:t>
            </a:r>
          </a:p>
        </p:txBody>
      </p:sp>
      <p:sp>
        <p:nvSpPr>
          <p:cNvPr id="7" name="Textplatzhalter 6">
            <a:extLst>
              <a:ext uri="{FF2B5EF4-FFF2-40B4-BE49-F238E27FC236}">
                <a16:creationId xmlns:a16="http://schemas.microsoft.com/office/drawing/2014/main" id="{86BE7433-FC71-43AA-88DB-8192F3991CBF}"/>
              </a:ext>
            </a:extLst>
          </p:cNvPr>
          <p:cNvSpPr>
            <a:spLocks noGrp="1"/>
          </p:cNvSpPr>
          <p:nvPr>
            <p:ph type="body" sz="quarter" idx="14"/>
          </p:nvPr>
        </p:nvSpPr>
        <p:spPr/>
        <p:txBody>
          <a:bodyPr/>
          <a:lstStyle/>
          <a:p>
            <a:r>
              <a:rPr lang="de-DE" dirty="0"/>
              <a:t>Untertitel 03</a:t>
            </a:r>
          </a:p>
        </p:txBody>
      </p:sp>
      <p:sp>
        <p:nvSpPr>
          <p:cNvPr id="8" name="Textplatzhalter 7">
            <a:extLst>
              <a:ext uri="{FF2B5EF4-FFF2-40B4-BE49-F238E27FC236}">
                <a16:creationId xmlns:a16="http://schemas.microsoft.com/office/drawing/2014/main" id="{CBF1DDD3-87CE-6DAA-8323-2EEA838463A2}"/>
              </a:ext>
            </a:extLst>
          </p:cNvPr>
          <p:cNvSpPr>
            <a:spLocks noGrp="1"/>
          </p:cNvSpPr>
          <p:nvPr>
            <p:ph type="body" sz="quarter" idx="15"/>
          </p:nvPr>
        </p:nvSpPr>
        <p:spPr/>
        <p:txBody>
          <a:bodyPr/>
          <a:lstStyle/>
          <a:p>
            <a:r>
              <a:rPr lang="de-DE" dirty="0"/>
              <a:t>Untertitel 04</a:t>
            </a:r>
          </a:p>
        </p:txBody>
      </p:sp>
      <p:sp>
        <p:nvSpPr>
          <p:cNvPr id="9" name="Textplatzhalter 8">
            <a:extLst>
              <a:ext uri="{FF2B5EF4-FFF2-40B4-BE49-F238E27FC236}">
                <a16:creationId xmlns:a16="http://schemas.microsoft.com/office/drawing/2014/main" id="{AD875F86-1E3F-4DF8-7242-45BB92940F98}"/>
              </a:ext>
            </a:extLst>
          </p:cNvPr>
          <p:cNvSpPr>
            <a:spLocks noGrp="1"/>
          </p:cNvSpPr>
          <p:nvPr>
            <p:ph type="body" sz="quarter" idx="16"/>
          </p:nvPr>
        </p:nvSpPr>
        <p:spPr/>
        <p:txBody>
          <a:bodyPr/>
          <a:lstStyle/>
          <a:p>
            <a:r>
              <a:rPr lang="de-DE" dirty="0"/>
              <a:t>Untertitel 05</a:t>
            </a:r>
          </a:p>
        </p:txBody>
      </p:sp>
      <p:sp>
        <p:nvSpPr>
          <p:cNvPr id="10" name="Textplatzhalter 9">
            <a:extLst>
              <a:ext uri="{FF2B5EF4-FFF2-40B4-BE49-F238E27FC236}">
                <a16:creationId xmlns:a16="http://schemas.microsoft.com/office/drawing/2014/main" id="{7494F89D-8DD0-769B-847B-2D0D261A14C2}"/>
              </a:ext>
            </a:extLst>
          </p:cNvPr>
          <p:cNvSpPr>
            <a:spLocks noGrp="1"/>
          </p:cNvSpPr>
          <p:nvPr>
            <p:ph type="body" sz="quarter" idx="17"/>
          </p:nvPr>
        </p:nvSpPr>
        <p:spPr/>
        <p:txBody>
          <a:bodyPr/>
          <a:lstStyle/>
          <a:p>
            <a:r>
              <a:rPr lang="de-DE" dirty="0"/>
              <a:t>Untertitel 06</a:t>
            </a:r>
          </a:p>
        </p:txBody>
      </p:sp>
      <p:pic>
        <p:nvPicPr>
          <p:cNvPr id="25" name="Bildplatzhalter 24" descr="Ein Bild, das Kleidung, Person, Menschliches Gesicht, Wand enthält.&#10;&#10;KI-generierte Inhalte können fehlerhaft sein.">
            <a:extLst>
              <a:ext uri="{FF2B5EF4-FFF2-40B4-BE49-F238E27FC236}">
                <a16:creationId xmlns:a16="http://schemas.microsoft.com/office/drawing/2014/main" id="{76D751BD-0C90-5282-7FBB-5D2252402F68}"/>
              </a:ext>
            </a:extLst>
          </p:cNvPr>
          <p:cNvPicPr>
            <a:picLocks noGrp="1" noChangeAspect="1"/>
          </p:cNvPicPr>
          <p:nvPr>
            <p:ph type="pic" sz="quarter" idx="30"/>
          </p:nvPr>
        </p:nvPicPr>
        <p:blipFill>
          <a:blip r:embed="rId6">
            <a:extLst>
              <a:ext uri="{28A0092B-C50C-407E-A947-70E740481C1C}">
                <a14:useLocalDpi xmlns:a14="http://schemas.microsoft.com/office/drawing/2010/main" val="0"/>
              </a:ext>
            </a:extLst>
          </a:blip>
          <a:srcRect t="26033" b="26033"/>
          <a:stretch>
            <a:fillRect/>
          </a:stretch>
        </p:blipFill>
        <p:spPr/>
      </p:pic>
      <p:pic>
        <p:nvPicPr>
          <p:cNvPr id="27" name="Bildplatzhalter 26" descr="Ein Bild, das Person, Kleidung, Mann, Im Haus enthält.&#10;&#10;KI-generierte Inhalte können fehlerhaft sein.">
            <a:extLst>
              <a:ext uri="{FF2B5EF4-FFF2-40B4-BE49-F238E27FC236}">
                <a16:creationId xmlns:a16="http://schemas.microsoft.com/office/drawing/2014/main" id="{D3921D5E-7BA8-30E6-62E3-DFC8E146ECC5}"/>
              </a:ext>
            </a:extLst>
          </p:cNvPr>
          <p:cNvPicPr>
            <a:picLocks noGrp="1" noChangeAspect="1"/>
          </p:cNvPicPr>
          <p:nvPr>
            <p:ph type="pic" sz="quarter" idx="31"/>
          </p:nvPr>
        </p:nvPicPr>
        <p:blipFill>
          <a:blip r:embed="rId7">
            <a:extLst>
              <a:ext uri="{28A0092B-C50C-407E-A947-70E740481C1C}">
                <a14:useLocalDpi xmlns:a14="http://schemas.microsoft.com/office/drawing/2010/main" val="0"/>
              </a:ext>
            </a:extLst>
          </a:blip>
          <a:srcRect l="3616" r="3616"/>
          <a:stretch>
            <a:fillRect/>
          </a:stretch>
        </p:blipFill>
        <p:spPr/>
      </p:pic>
      <p:pic>
        <p:nvPicPr>
          <p:cNvPr id="29" name="Bildplatzhalter 28" descr="Ein Bild, das Kleidung, Boden, Schlitten, Menschen enthält.&#10;&#10;KI-generierte Inhalte können fehlerhaft sein.">
            <a:extLst>
              <a:ext uri="{FF2B5EF4-FFF2-40B4-BE49-F238E27FC236}">
                <a16:creationId xmlns:a16="http://schemas.microsoft.com/office/drawing/2014/main" id="{CF46B41B-47A6-CEC8-ADDA-623D0B91B4BA}"/>
              </a:ext>
            </a:extLst>
          </p:cNvPr>
          <p:cNvPicPr>
            <a:picLocks noGrp="1" noChangeAspect="1"/>
          </p:cNvPicPr>
          <p:nvPr>
            <p:ph type="pic" sz="quarter" idx="32"/>
          </p:nvPr>
        </p:nvPicPr>
        <p:blipFill>
          <a:blip r:embed="rId8">
            <a:extLst>
              <a:ext uri="{28A0092B-C50C-407E-A947-70E740481C1C}">
                <a14:useLocalDpi xmlns:a14="http://schemas.microsoft.com/office/drawing/2010/main" val="0"/>
              </a:ext>
            </a:extLst>
          </a:blip>
          <a:srcRect l="22825" r="22825"/>
          <a:stretch>
            <a:fillRect/>
          </a:stretch>
        </p:blipFill>
        <p:spPr/>
      </p:pic>
      <p:pic>
        <p:nvPicPr>
          <p:cNvPr id="31" name="Bildplatzhalter 30" descr="Ein Bild, das Kleidung, Person, Industrie, Bautechnik enthält.&#10;&#10;KI-generierte Inhalte können fehlerhaft sein.">
            <a:extLst>
              <a:ext uri="{FF2B5EF4-FFF2-40B4-BE49-F238E27FC236}">
                <a16:creationId xmlns:a16="http://schemas.microsoft.com/office/drawing/2014/main" id="{C0509C06-FFA8-6C7E-1980-2A6965556096}"/>
              </a:ext>
            </a:extLst>
          </p:cNvPr>
          <p:cNvPicPr>
            <a:picLocks noGrp="1" noChangeAspect="1"/>
          </p:cNvPicPr>
          <p:nvPr>
            <p:ph type="pic" sz="quarter" idx="33"/>
          </p:nvPr>
        </p:nvPicPr>
        <p:blipFill>
          <a:blip r:embed="rId9">
            <a:extLst>
              <a:ext uri="{28A0092B-C50C-407E-A947-70E740481C1C}">
                <a14:useLocalDpi xmlns:a14="http://schemas.microsoft.com/office/drawing/2010/main" val="0"/>
              </a:ext>
            </a:extLst>
          </a:blip>
          <a:srcRect l="3585" r="3585"/>
          <a:stretch>
            <a:fillRect/>
          </a:stretch>
        </p:blipFill>
        <p:spPr/>
      </p:pic>
      <p:pic>
        <p:nvPicPr>
          <p:cNvPr id="33" name="Bildplatzhalter 32">
            <a:extLst>
              <a:ext uri="{FF2B5EF4-FFF2-40B4-BE49-F238E27FC236}">
                <a16:creationId xmlns:a16="http://schemas.microsoft.com/office/drawing/2014/main" id="{CE3F541C-6876-DB6D-5D5E-3CD4A56D1030}"/>
              </a:ext>
            </a:extLst>
          </p:cNvPr>
          <p:cNvPicPr>
            <a:picLocks noGrp="1" noChangeAspect="1"/>
          </p:cNvPicPr>
          <p:nvPr>
            <p:ph type="pic" sz="quarter" idx="34"/>
          </p:nvPr>
        </p:nvPicPr>
        <p:blipFill>
          <a:blip r:embed="rId10">
            <a:extLst>
              <a:ext uri="{28A0092B-C50C-407E-A947-70E740481C1C}">
                <a14:useLocalDpi xmlns:a14="http://schemas.microsoft.com/office/drawing/2010/main" val="0"/>
              </a:ext>
            </a:extLst>
          </a:blip>
          <a:srcRect l="10854" r="10854"/>
          <a:stretch/>
        </p:blipFill>
        <p:spPr/>
      </p:pic>
      <p:pic>
        <p:nvPicPr>
          <p:cNvPr id="35" name="Bildplatzhalter 34" descr="Ein Bild, das Kleidung, Techniker, Bautechnik, Maschine enthält.&#10;&#10;KI-generierte Inhalte können fehlerhaft sein.">
            <a:extLst>
              <a:ext uri="{FF2B5EF4-FFF2-40B4-BE49-F238E27FC236}">
                <a16:creationId xmlns:a16="http://schemas.microsoft.com/office/drawing/2014/main" id="{5CB7D149-56A1-F08E-0718-1868CDDE2140}"/>
              </a:ext>
            </a:extLst>
          </p:cNvPr>
          <p:cNvPicPr>
            <a:picLocks noGrp="1" noChangeAspect="1"/>
          </p:cNvPicPr>
          <p:nvPr>
            <p:ph type="pic" sz="quarter" idx="35"/>
          </p:nvPr>
        </p:nvPicPr>
        <p:blipFill>
          <a:blip r:embed="rId11">
            <a:extLst>
              <a:ext uri="{28A0092B-C50C-407E-A947-70E740481C1C}">
                <a14:useLocalDpi xmlns:a14="http://schemas.microsoft.com/office/drawing/2010/main" val="0"/>
              </a:ext>
            </a:extLst>
          </a:blip>
          <a:srcRect l="501" t="14703" r="30129" b="10566"/>
          <a:stretch>
            <a:fillRect/>
          </a:stretch>
        </p:blipFill>
        <p:spPr>
          <a:xfrm>
            <a:off x="10036525" y="1906704"/>
            <a:ext cx="1719263" cy="1235075"/>
          </a:xfrm>
        </p:spPr>
      </p:pic>
      <p:sp>
        <p:nvSpPr>
          <p:cNvPr id="23" name="Textplatzhalter 22">
            <a:extLst>
              <a:ext uri="{FF2B5EF4-FFF2-40B4-BE49-F238E27FC236}">
                <a16:creationId xmlns:a16="http://schemas.microsoft.com/office/drawing/2014/main" id="{2BBAB5F7-FAC4-8B45-517A-623E912980C4}"/>
              </a:ext>
            </a:extLst>
          </p:cNvPr>
          <p:cNvSpPr>
            <a:spLocks noGrp="1"/>
          </p:cNvSpPr>
          <p:nvPr>
            <p:ph type="body" sz="quarter" idx="36"/>
          </p:nvPr>
        </p:nvSpPr>
        <p:spPr/>
        <p:txBody>
          <a:bodyPr/>
          <a:lstStyle/>
          <a:p>
            <a:r>
              <a:rPr lang="de-DE" dirty="0"/>
              <a:t>Kapitel</a:t>
            </a:r>
          </a:p>
        </p:txBody>
      </p:sp>
      <p:sp>
        <p:nvSpPr>
          <p:cNvPr id="24" name="Footer Placeholder 6">
            <a:extLst>
              <a:ext uri="{FF2B5EF4-FFF2-40B4-BE49-F238E27FC236}">
                <a16:creationId xmlns:a16="http://schemas.microsoft.com/office/drawing/2014/main" id="{2C7C3971-FC5C-284D-87A7-5C2FCEB3973C}"/>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lstStyle>
            <a:lvl1pPr algn="l">
              <a:defRPr sz="900">
                <a:solidFill>
                  <a:schemeClr val="tx1">
                    <a:tint val="82000"/>
                  </a:schemeClr>
                </a:solidFill>
              </a:defRPr>
            </a:lvl1pPr>
          </a:lstStyle>
          <a:p>
            <a:endParaRPr lang="en-GB"/>
          </a:p>
        </p:txBody>
      </p:sp>
    </p:spTree>
    <p:extLst>
      <p:ext uri="{BB962C8B-B14F-4D97-AF65-F5344CB8AC3E}">
        <p14:creationId xmlns:p14="http://schemas.microsoft.com/office/powerpoint/2010/main" val="702813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4937-C954-902F-52A8-A7383AC8D55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91AB35B-F91D-F077-26CE-566D3527E8A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F91AB35B-F91D-F077-26CE-566D3527E8A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platzhalter 1">
            <a:extLst>
              <a:ext uri="{FF2B5EF4-FFF2-40B4-BE49-F238E27FC236}">
                <a16:creationId xmlns:a16="http://schemas.microsoft.com/office/drawing/2014/main" id="{73287B49-A9A4-15C6-B82C-ACBF0486D59A}"/>
              </a:ext>
            </a:extLst>
          </p:cNvPr>
          <p:cNvSpPr>
            <a:spLocks noGrp="1"/>
          </p:cNvSpPr>
          <p:nvPr>
            <p:ph type="body" sz="quarter" idx="10"/>
          </p:nvPr>
        </p:nvSpPr>
        <p:spPr>
          <a:xfrm>
            <a:off x="690605" y="3242373"/>
            <a:ext cx="4714789" cy="603883"/>
          </a:xfrm>
        </p:spPr>
        <p:txBody>
          <a:bodyPr/>
          <a:lstStyle/>
          <a:p>
            <a:r>
              <a:rPr lang="de-DE" dirty="0"/>
              <a:t>Kapitel 02</a:t>
            </a:r>
          </a:p>
        </p:txBody>
      </p:sp>
      <p:sp>
        <p:nvSpPr>
          <p:cNvPr id="3" name="Textplatzhalter 2">
            <a:extLst>
              <a:ext uri="{FF2B5EF4-FFF2-40B4-BE49-F238E27FC236}">
                <a16:creationId xmlns:a16="http://schemas.microsoft.com/office/drawing/2014/main" id="{92CCABCC-75D1-9569-7DF3-F6CCA3880989}"/>
              </a:ext>
            </a:extLst>
          </p:cNvPr>
          <p:cNvSpPr>
            <a:spLocks noGrp="1"/>
          </p:cNvSpPr>
          <p:nvPr>
            <p:ph type="body" sz="quarter" idx="11"/>
          </p:nvPr>
        </p:nvSpPr>
        <p:spPr/>
        <p:txBody>
          <a:bodyPr/>
          <a:lstStyle/>
          <a:p>
            <a:endParaRPr lang="de-DE"/>
          </a:p>
        </p:txBody>
      </p:sp>
      <p:pic>
        <p:nvPicPr>
          <p:cNvPr id="10" name="Bildplatzhalter 9">
            <a:extLst>
              <a:ext uri="{FF2B5EF4-FFF2-40B4-BE49-F238E27FC236}">
                <a16:creationId xmlns:a16="http://schemas.microsoft.com/office/drawing/2014/main" id="{2974427A-85F7-4D9F-95A2-C7E00FD45F2E}"/>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13850" r="36156"/>
          <a:stretch>
            <a:fillRect/>
          </a:stretch>
        </p:blipFill>
        <p:spPr>
          <a:xfrm>
            <a:off x="6095998" y="-1"/>
            <a:ext cx="6096001" cy="6858000"/>
          </a:xfrm>
        </p:spPr>
      </p:pic>
      <p:pic>
        <p:nvPicPr>
          <p:cNvPr id="21" name="Picture Placeholder 20" descr="A white text on a black background&#10;&#10;AI-generated content may be incorrect.">
            <a:extLst>
              <a:ext uri="{FF2B5EF4-FFF2-40B4-BE49-F238E27FC236}">
                <a16:creationId xmlns:a16="http://schemas.microsoft.com/office/drawing/2014/main" id="{646E94EE-D8C5-21F7-9ABA-4B3193988BF0}"/>
              </a:ext>
            </a:extLst>
          </p:cNvPr>
          <p:cNvPicPr>
            <a:picLocks noGrp="1" noChangeAspect="1"/>
          </p:cNvPicPr>
          <p:nvPr>
            <p:ph type="pic" sz="quarter" idx="12"/>
          </p:nvPr>
        </p:nvPicPr>
        <p:blipFill>
          <a:blip r:embed="rId7">
            <a:extLst>
              <a:ext uri="{28A0092B-C50C-407E-A947-70E740481C1C}">
                <a14:useLocalDpi xmlns:a14="http://schemas.microsoft.com/office/drawing/2010/main" val="0"/>
              </a:ext>
            </a:extLst>
          </a:blip>
          <a:srcRect l="-207" t="2" r="-141" b="9203"/>
          <a:stretch/>
        </p:blipFill>
        <p:spPr>
          <a:xfrm>
            <a:off x="522516" y="1559993"/>
            <a:ext cx="2444619" cy="397191"/>
          </a:xfrm>
        </p:spPr>
      </p:pic>
    </p:spTree>
    <p:extLst>
      <p:ext uri="{BB962C8B-B14F-4D97-AF65-F5344CB8AC3E}">
        <p14:creationId xmlns:p14="http://schemas.microsoft.com/office/powerpoint/2010/main" val="1015941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0087-F3C1-5B74-B5B5-10FF657C81D7}"/>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2D582D0-79BA-C7FE-B6BA-DBAF799FCBC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22D582D0-79BA-C7FE-B6BA-DBAF799FCBC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 name="Textplatzhalter 25">
            <a:extLst>
              <a:ext uri="{FF2B5EF4-FFF2-40B4-BE49-F238E27FC236}">
                <a16:creationId xmlns:a16="http://schemas.microsoft.com/office/drawing/2014/main" id="{14DBA9BD-D080-05E7-B72D-E45A9CB589A5}"/>
              </a:ext>
            </a:extLst>
          </p:cNvPr>
          <p:cNvSpPr>
            <a:spLocks noGrp="1"/>
          </p:cNvSpPr>
          <p:nvPr>
            <p:ph type="body" sz="quarter" idx="19"/>
          </p:nvPr>
        </p:nvSpPr>
        <p:spPr/>
        <p:txBody>
          <a:bodyPr/>
          <a:lstStyle/>
          <a:p>
            <a:r>
              <a:rPr lang="de-DE" dirty="0"/>
              <a:t>Lorem ipsum dolor sit amet, consectetur adipiscing elit. Integer nec odio. Praesent libero. Sed cursus ante dapibus diam. Sed nisi. Nulla quis sem at nibh elementum imperdiet.</a:t>
            </a:r>
          </a:p>
          <a:p>
            <a:r>
              <a:rPr lang="de-DE" dirty="0"/>
              <a:t>Lorem ipsum dolor sit amet, consectetur adipiscing elit. Integer nec odio. Praesent libero. Sed cursus ante dapibus diam. Sed nisi. Nulla quis sem at nibh elementum imperdiet.</a:t>
            </a:r>
          </a:p>
          <a:p>
            <a:r>
              <a:rPr lang="de-DE" dirty="0"/>
              <a:t>Lorem ipsum dolor sit amet, consectetur adipiscing elit. Integer nec odio. Praesent libero. Sed cursus ante dapibus diam. Sed nisi. Nulla quis sem at nibh elementum imperdiet.</a:t>
            </a:r>
          </a:p>
          <a:p>
            <a:r>
              <a:rPr lang="de-DE" dirty="0"/>
              <a:t>Lorem ipsum dolor sit amet, consectetur adipiscing elit. Integer nec odio. Praesent libero. Sed cursus ante dapibus diam. Sed nisi. Nulla quis sem at nibh elementum imperdiet.</a:t>
            </a:r>
          </a:p>
          <a:p>
            <a:r>
              <a:rPr lang="de-DE" dirty="0"/>
              <a:t>Lorem ipsum dolor sit amet, consectetur adipiscing elit. Integer nec odio. Praesent libero. Sed cursus ante dapibus diam. Sed nisi. Nulla quis sem at nibh elementum imperdiet.</a:t>
            </a:r>
          </a:p>
          <a:p>
            <a:endParaRPr lang="de-DE" dirty="0"/>
          </a:p>
        </p:txBody>
      </p:sp>
      <p:sp>
        <p:nvSpPr>
          <p:cNvPr id="29" name="Textplatzhalter 28">
            <a:extLst>
              <a:ext uri="{FF2B5EF4-FFF2-40B4-BE49-F238E27FC236}">
                <a16:creationId xmlns:a16="http://schemas.microsoft.com/office/drawing/2014/main" id="{A613DF39-366B-CB27-1E49-179DC0407FD3}"/>
              </a:ext>
            </a:extLst>
          </p:cNvPr>
          <p:cNvSpPr>
            <a:spLocks noGrp="1"/>
          </p:cNvSpPr>
          <p:nvPr>
            <p:ph type="body" sz="quarter" idx="47"/>
          </p:nvPr>
        </p:nvSpPr>
        <p:spPr/>
        <p:txBody>
          <a:bodyPr/>
          <a:lstStyle/>
          <a:p>
            <a:endParaRPr lang="de-DE"/>
          </a:p>
        </p:txBody>
      </p:sp>
      <p:sp>
        <p:nvSpPr>
          <p:cNvPr id="28" name="Textplatzhalter 27">
            <a:extLst>
              <a:ext uri="{FF2B5EF4-FFF2-40B4-BE49-F238E27FC236}">
                <a16:creationId xmlns:a16="http://schemas.microsoft.com/office/drawing/2014/main" id="{8FDF6C62-2B52-94B2-3D4C-E912DDECA2D4}"/>
              </a:ext>
            </a:extLst>
          </p:cNvPr>
          <p:cNvSpPr>
            <a:spLocks noGrp="1"/>
          </p:cNvSpPr>
          <p:nvPr>
            <p:ph type="body" sz="quarter" idx="46"/>
          </p:nvPr>
        </p:nvSpPr>
        <p:spPr/>
        <p:txBody>
          <a:bodyPr/>
          <a:lstStyle/>
          <a:p>
            <a:endParaRPr lang="de-DE" dirty="0"/>
          </a:p>
        </p:txBody>
      </p:sp>
      <p:sp>
        <p:nvSpPr>
          <p:cNvPr id="24" name="Textplatzhalter 23">
            <a:extLst>
              <a:ext uri="{FF2B5EF4-FFF2-40B4-BE49-F238E27FC236}">
                <a16:creationId xmlns:a16="http://schemas.microsoft.com/office/drawing/2014/main" id="{201F74D4-78C1-DFD8-93D1-652787913EEB}"/>
              </a:ext>
            </a:extLst>
          </p:cNvPr>
          <p:cNvSpPr>
            <a:spLocks noGrp="1"/>
          </p:cNvSpPr>
          <p:nvPr>
            <p:ph type="body" sz="quarter" idx="10"/>
          </p:nvPr>
        </p:nvSpPr>
        <p:spPr/>
        <p:txBody>
          <a:bodyPr/>
          <a:lstStyle/>
          <a:p>
            <a:r>
              <a:rPr lang="de-DE" dirty="0"/>
              <a:t>Titel der Folie</a:t>
            </a:r>
          </a:p>
        </p:txBody>
      </p:sp>
      <p:sp>
        <p:nvSpPr>
          <p:cNvPr id="49" name="Footer Placeholder 6">
            <a:extLst>
              <a:ext uri="{FF2B5EF4-FFF2-40B4-BE49-F238E27FC236}">
                <a16:creationId xmlns:a16="http://schemas.microsoft.com/office/drawing/2014/main" id="{D0C614E0-BE7C-6F31-CBD2-190B3D9256FD}"/>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27" name="Textplatzhalter 26">
            <a:extLst>
              <a:ext uri="{FF2B5EF4-FFF2-40B4-BE49-F238E27FC236}">
                <a16:creationId xmlns:a16="http://schemas.microsoft.com/office/drawing/2014/main" id="{BC8DA618-8CDB-DA32-99D4-317E9F5EAD26}"/>
              </a:ext>
            </a:extLst>
          </p:cNvPr>
          <p:cNvSpPr>
            <a:spLocks noGrp="1"/>
          </p:cNvSpPr>
          <p:nvPr>
            <p:ph type="body" sz="quarter" idx="28"/>
          </p:nvPr>
        </p:nvSpPr>
        <p:spPr/>
        <p:txBody>
          <a:bodyPr/>
          <a:lstStyle/>
          <a:p>
            <a:endParaRPr lang="de-DE" dirty="0"/>
          </a:p>
        </p:txBody>
      </p:sp>
      <p:sp>
        <p:nvSpPr>
          <p:cNvPr id="30" name="Textplatzhalter 29">
            <a:extLst>
              <a:ext uri="{FF2B5EF4-FFF2-40B4-BE49-F238E27FC236}">
                <a16:creationId xmlns:a16="http://schemas.microsoft.com/office/drawing/2014/main" id="{9D246836-ABF9-6596-1A85-9F852FC61A80}"/>
              </a:ext>
            </a:extLst>
          </p:cNvPr>
          <p:cNvSpPr>
            <a:spLocks noGrp="1"/>
          </p:cNvSpPr>
          <p:nvPr>
            <p:ph type="body" sz="quarter" idx="48"/>
          </p:nvPr>
        </p:nvSpPr>
        <p:spPr/>
        <p:txBody>
          <a:bodyPr/>
          <a:lstStyle/>
          <a:p>
            <a:endParaRPr lang="de-DE" dirty="0"/>
          </a:p>
        </p:txBody>
      </p:sp>
      <p:sp>
        <p:nvSpPr>
          <p:cNvPr id="31" name="Textplatzhalter 30">
            <a:extLst>
              <a:ext uri="{FF2B5EF4-FFF2-40B4-BE49-F238E27FC236}">
                <a16:creationId xmlns:a16="http://schemas.microsoft.com/office/drawing/2014/main" id="{7641FBF0-A273-9768-EF20-BB3B38B09D06}"/>
              </a:ext>
            </a:extLst>
          </p:cNvPr>
          <p:cNvSpPr>
            <a:spLocks noGrp="1"/>
          </p:cNvSpPr>
          <p:nvPr>
            <p:ph type="body" sz="quarter" idx="49"/>
          </p:nvPr>
        </p:nvSpPr>
        <p:spPr/>
        <p:txBody>
          <a:bodyPr/>
          <a:lstStyle/>
          <a:p>
            <a:endParaRPr lang="de-DE" dirty="0"/>
          </a:p>
        </p:txBody>
      </p:sp>
      <p:sp>
        <p:nvSpPr>
          <p:cNvPr id="32" name="Textplatzhalter 31">
            <a:extLst>
              <a:ext uri="{FF2B5EF4-FFF2-40B4-BE49-F238E27FC236}">
                <a16:creationId xmlns:a16="http://schemas.microsoft.com/office/drawing/2014/main" id="{06B59428-DC81-4F69-3334-D5A8DCB3B058}"/>
              </a:ext>
            </a:extLst>
          </p:cNvPr>
          <p:cNvSpPr>
            <a:spLocks noGrp="1"/>
          </p:cNvSpPr>
          <p:nvPr>
            <p:ph type="body" sz="quarter" idx="50"/>
          </p:nvPr>
        </p:nvSpPr>
        <p:spPr/>
        <p:txBody>
          <a:bodyPr/>
          <a:lstStyle/>
          <a:p>
            <a:endParaRPr lang="de-DE"/>
          </a:p>
        </p:txBody>
      </p:sp>
      <p:sp>
        <p:nvSpPr>
          <p:cNvPr id="33" name="Textplatzhalter 32">
            <a:extLst>
              <a:ext uri="{FF2B5EF4-FFF2-40B4-BE49-F238E27FC236}">
                <a16:creationId xmlns:a16="http://schemas.microsoft.com/office/drawing/2014/main" id="{835CCFC0-5AAA-10CC-A187-CFEC8BBB972F}"/>
              </a:ext>
            </a:extLst>
          </p:cNvPr>
          <p:cNvSpPr>
            <a:spLocks noGrp="1"/>
          </p:cNvSpPr>
          <p:nvPr>
            <p:ph type="body" sz="quarter" idx="51"/>
          </p:nvPr>
        </p:nvSpPr>
        <p:spPr/>
        <p:txBody>
          <a:bodyPr/>
          <a:lstStyle/>
          <a:p>
            <a:endParaRPr lang="de-DE"/>
          </a:p>
        </p:txBody>
      </p:sp>
      <p:sp>
        <p:nvSpPr>
          <p:cNvPr id="50" name="Textplatzhalter 49">
            <a:extLst>
              <a:ext uri="{FF2B5EF4-FFF2-40B4-BE49-F238E27FC236}">
                <a16:creationId xmlns:a16="http://schemas.microsoft.com/office/drawing/2014/main" id="{038CAED9-275D-A70E-94C7-79E4208DFDC3}"/>
              </a:ext>
            </a:extLst>
          </p:cNvPr>
          <p:cNvSpPr>
            <a:spLocks noGrp="1"/>
          </p:cNvSpPr>
          <p:nvPr>
            <p:ph type="body" sz="quarter" idx="52"/>
          </p:nvPr>
        </p:nvSpPr>
        <p:spPr/>
        <p:txBody>
          <a:bodyPr/>
          <a:lstStyle/>
          <a:p>
            <a:endParaRPr lang="de-DE" dirty="0"/>
          </a:p>
        </p:txBody>
      </p:sp>
      <p:sp>
        <p:nvSpPr>
          <p:cNvPr id="51" name="Textplatzhalter 50">
            <a:extLst>
              <a:ext uri="{FF2B5EF4-FFF2-40B4-BE49-F238E27FC236}">
                <a16:creationId xmlns:a16="http://schemas.microsoft.com/office/drawing/2014/main" id="{CEA7A0B2-2AB2-0206-F002-30946DB961FC}"/>
              </a:ext>
            </a:extLst>
          </p:cNvPr>
          <p:cNvSpPr>
            <a:spLocks noGrp="1"/>
          </p:cNvSpPr>
          <p:nvPr>
            <p:ph type="body" sz="quarter" idx="53"/>
          </p:nvPr>
        </p:nvSpPr>
        <p:spPr/>
        <p:txBody>
          <a:bodyPr/>
          <a:lstStyle/>
          <a:p>
            <a:endParaRPr lang="de-DE" dirty="0"/>
          </a:p>
        </p:txBody>
      </p:sp>
      <p:sp>
        <p:nvSpPr>
          <p:cNvPr id="52" name="Textplatzhalter 51">
            <a:extLst>
              <a:ext uri="{FF2B5EF4-FFF2-40B4-BE49-F238E27FC236}">
                <a16:creationId xmlns:a16="http://schemas.microsoft.com/office/drawing/2014/main" id="{258A61E1-6709-0233-AE2D-F319E0E1D1A0}"/>
              </a:ext>
            </a:extLst>
          </p:cNvPr>
          <p:cNvSpPr>
            <a:spLocks noGrp="1"/>
          </p:cNvSpPr>
          <p:nvPr>
            <p:ph type="body" sz="quarter" idx="54"/>
          </p:nvPr>
        </p:nvSpPr>
        <p:spPr/>
        <p:txBody>
          <a:bodyPr/>
          <a:lstStyle/>
          <a:p>
            <a:r>
              <a:rPr lang="de-DE" dirty="0"/>
              <a:t>Untertitel</a:t>
            </a:r>
          </a:p>
        </p:txBody>
      </p:sp>
      <p:sp>
        <p:nvSpPr>
          <p:cNvPr id="25" name="Textplatzhalter 24">
            <a:extLst>
              <a:ext uri="{FF2B5EF4-FFF2-40B4-BE49-F238E27FC236}">
                <a16:creationId xmlns:a16="http://schemas.microsoft.com/office/drawing/2014/main" id="{4578802F-B75F-4ECB-AA9F-40BAA5D90102}"/>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341307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3A3D-6006-0D1F-8638-426F99C9957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6468FC3-4226-E379-1F75-C3FE70B1036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36468FC3-4226-E379-1F75-C3FE70B1036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A05B61F3-1643-CC83-5D5B-C919F7FCDD32}"/>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1521BDCE-EAF2-3909-E58E-3257D4AC3D44}"/>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D60203B2-54DD-1BB6-11A2-86BBD077F161}"/>
              </a:ext>
            </a:extLst>
          </p:cNvPr>
          <p:cNvSpPr>
            <a:spLocks noGrp="1"/>
          </p:cNvSpPr>
          <p:nvPr>
            <p:ph type="body" sz="quarter" idx="19"/>
          </p:nvPr>
        </p:nvSpPr>
        <p:spPr/>
        <p:txBody>
          <a:bodyPr/>
          <a:lstStyle/>
          <a:p>
            <a:pPr marL="0" indent="0">
              <a:buNone/>
            </a:pPr>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pPr marL="0" indent="0">
              <a:buNone/>
            </a:pPr>
            <a:r>
              <a:rPr lang="de-DE" dirty="0"/>
              <a:t>Mauris ipsum. Nulla metus metus, ullamcorper vel, tincidunt sed, euismod in, nibh. Quisque volutpat condimentum velit. Class aptent taciti sociosqu ad litora torquent per conubia nostra, per inceptos himenaeos.</a:t>
            </a:r>
          </a:p>
          <a:p>
            <a:pPr marL="0" indent="0">
              <a:buNone/>
            </a:pPr>
            <a:r>
              <a:rPr lang="de-DE" dirty="0"/>
              <a:t>Curabitur sodales ligula in libero. Sed dignissim lacinia nunc. Curabitur tortor. Pellentesque nibh. Aenean quam. In scelerisque sem at dolor. Curabitur sodales ligula in libero. Sed dignissim lacinia nunc. Curabitur tortor. Pellentesque nibh. Aenean quam. In scelerisque sem at dolor.</a:t>
            </a:r>
          </a:p>
          <a:p>
            <a:pPr marL="0" indent="0">
              <a:buNone/>
            </a:pPr>
            <a:endParaRPr lang="de-DE" dirty="0"/>
          </a:p>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Mauris ipsum. Nulla metus metus, ullamcorper vel, tincidunt sed, euismod in, nibh. Quisque volutpat condimentum velit. Class aptent taciti sociosqu ad litora torquent per conubia nostra, per inceptos himenaeos.</a:t>
            </a:r>
          </a:p>
          <a:p>
            <a:r>
              <a:rPr lang="de-DE" dirty="0"/>
              <a:t>Curabitur sodales ligula in libero. Sed dignissim lacinia nunc. Curabitur tortor. Pellentesque nibh. Aenean quam. In scelerisque sem at dolor.</a:t>
            </a:r>
          </a:p>
          <a:p>
            <a:endParaRPr lang="de-DE" dirty="0"/>
          </a:p>
          <a:p>
            <a:pPr marL="0" indent="0">
              <a:buNone/>
            </a:pPr>
            <a:endParaRPr lang="de-DE" dirty="0"/>
          </a:p>
          <a:p>
            <a:pPr marL="0" indent="0">
              <a:buNone/>
            </a:pPr>
            <a:endParaRPr lang="de-DE" dirty="0"/>
          </a:p>
          <a:p>
            <a:pPr marL="0" indent="0">
              <a:buNone/>
            </a:pPr>
            <a:endParaRPr lang="de-DE" dirty="0"/>
          </a:p>
        </p:txBody>
      </p:sp>
      <p:sp>
        <p:nvSpPr>
          <p:cNvPr id="4" name="Textplatzhalter 3">
            <a:extLst>
              <a:ext uri="{FF2B5EF4-FFF2-40B4-BE49-F238E27FC236}">
                <a16:creationId xmlns:a16="http://schemas.microsoft.com/office/drawing/2014/main" id="{74052362-26E2-AB79-1145-DA26E4971BA7}"/>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3383778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CB6-B60D-91AB-31CC-662E8910106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3B88069-0402-68E0-D432-E032507873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83B88069-0402-68E0-D432-E032507873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B8733CC6-0BC4-B2C1-2664-894170323FCB}"/>
              </a:ext>
            </a:extLst>
          </p:cNvPr>
          <p:cNvSpPr>
            <a:spLocks noGrp="1"/>
          </p:cNvSpPr>
          <p:nvPr>
            <p:ph type="body" sz="quarter" idx="10"/>
          </p:nvPr>
        </p:nvSpPr>
        <p:spPr/>
        <p:txBody>
          <a:bodyPr/>
          <a:lstStyle/>
          <a:p>
            <a:r>
              <a:rPr lang="de-DE" dirty="0"/>
              <a:t>Pflichten des Arbeitgebers nach ArbSchG §4</a:t>
            </a:r>
          </a:p>
        </p:txBody>
      </p:sp>
      <p:sp>
        <p:nvSpPr>
          <p:cNvPr id="2" name="Footer Placeholder 6">
            <a:extLst>
              <a:ext uri="{FF2B5EF4-FFF2-40B4-BE49-F238E27FC236}">
                <a16:creationId xmlns:a16="http://schemas.microsoft.com/office/drawing/2014/main" id="{EF5F88AD-444D-5AC2-0579-1C53EF76D420}"/>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r>
              <a:rPr lang="de-DE" dirty="0"/>
              <a:t>Ausbildung zum/zur Sicherheitsbeauftragten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dirty="0">
              <a:ln>
                <a:noFill/>
              </a:ln>
              <a:solidFill>
                <a:srgbClr val="000000">
                  <a:tint val="82000"/>
                </a:srgbClr>
              </a:solidFill>
              <a:effectLst/>
              <a:uLnTx/>
              <a:uFillTx/>
              <a:latin typeface="Abadi"/>
              <a:ea typeface="+mn-ea"/>
              <a:cs typeface="+mn-cs"/>
            </a:endParaRPr>
          </a:p>
        </p:txBody>
      </p:sp>
      <p:sp>
        <p:nvSpPr>
          <p:cNvPr id="4" name="Textplatzhalter 3">
            <a:extLst>
              <a:ext uri="{FF2B5EF4-FFF2-40B4-BE49-F238E27FC236}">
                <a16:creationId xmlns:a16="http://schemas.microsoft.com/office/drawing/2014/main" id="{97B1E990-F378-3A9F-DA74-73D6406B4911}"/>
              </a:ext>
            </a:extLst>
          </p:cNvPr>
          <p:cNvSpPr>
            <a:spLocks noGrp="1"/>
          </p:cNvSpPr>
          <p:nvPr>
            <p:ph type="body" sz="quarter" idx="12"/>
          </p:nvPr>
        </p:nvSpPr>
        <p:spPr/>
        <p:txBody>
          <a:bodyPr/>
          <a:lstStyle/>
          <a:p>
            <a:r>
              <a:rPr lang="de-DE" dirty="0"/>
              <a:t>Rechtliche Grundlagen</a:t>
            </a:r>
          </a:p>
        </p:txBody>
      </p:sp>
      <p:sp>
        <p:nvSpPr>
          <p:cNvPr id="8" name="Textplatzhalter 7">
            <a:extLst>
              <a:ext uri="{FF2B5EF4-FFF2-40B4-BE49-F238E27FC236}">
                <a16:creationId xmlns:a16="http://schemas.microsoft.com/office/drawing/2014/main" id="{DAE5A420-94BF-E0E8-5BCC-34BE484CD936}"/>
              </a:ext>
            </a:extLst>
          </p:cNvPr>
          <p:cNvSpPr>
            <a:spLocks noGrp="1"/>
          </p:cNvSpPr>
          <p:nvPr>
            <p:ph type="body" sz="quarter" idx="19"/>
          </p:nvPr>
        </p:nvSpPr>
        <p:spPr>
          <a:xfrm>
            <a:off x="438151" y="1489075"/>
            <a:ext cx="11181630" cy="4654553"/>
          </a:xfrm>
        </p:spPr>
        <p:txBody>
          <a:bodyPr/>
          <a:lstStyle/>
          <a:p>
            <a:r>
              <a:rPr lang="de-DE" sz="1800" dirty="0"/>
              <a:t>Gefährdung für das Leben sowie für die physische und psychische Gesundheit vermeiden</a:t>
            </a:r>
          </a:p>
          <a:p>
            <a:r>
              <a:rPr lang="de-DE" sz="1800" dirty="0"/>
              <a:t>Gefahren sind an ihrer Quelle zu bekämpfen</a:t>
            </a:r>
          </a:p>
          <a:p>
            <a:r>
              <a:rPr lang="de-DE" sz="1800" dirty="0"/>
              <a:t>Stand der Technik, Arbeitsmedizin und sonstige gesicherte arbeitswissenschaftliche Erkenntnisse sind zu berücksichtigen</a:t>
            </a:r>
          </a:p>
          <a:p>
            <a:r>
              <a:rPr lang="de-DE" sz="1800" dirty="0"/>
              <a:t>Individuelle Schutzmaßnahmen sind nachrangig zu anderen Maßnahmen</a:t>
            </a:r>
          </a:p>
          <a:p>
            <a:r>
              <a:rPr lang="de-DE" sz="1800" dirty="0"/>
              <a:t>Spezielle Gefahren für besonders schutzbedürftige Beschäftigungsgruppen berücksichtigen</a:t>
            </a:r>
          </a:p>
          <a:p>
            <a:r>
              <a:rPr lang="de-DE" sz="1800" dirty="0"/>
              <a:t>Den Beschäftigten sind geeignete Anweisungen zu erteilen</a:t>
            </a:r>
          </a:p>
          <a:p>
            <a:r>
              <a:rPr lang="de-DE" sz="1800" dirty="0"/>
              <a:t>Geschlechtsspezifisch wirkende Regelungen sind nur zulässig,</a:t>
            </a:r>
            <a:br>
              <a:rPr lang="de-DE" sz="1800" dirty="0"/>
            </a:br>
            <a:r>
              <a:rPr lang="de-DE" sz="1800" dirty="0"/>
              <a:t>wenn zwingend geboten</a:t>
            </a:r>
          </a:p>
          <a:p>
            <a:r>
              <a:rPr lang="de-DE" sz="1800" dirty="0"/>
              <a:t>Kosten für alle Arbeitsschutzmaßnahmen tragen</a:t>
            </a:r>
          </a:p>
          <a:p>
            <a:endParaRPr lang="de-DE" dirty="0"/>
          </a:p>
        </p:txBody>
      </p:sp>
    </p:spTree>
    <p:extLst>
      <p:ext uri="{BB962C8B-B14F-4D97-AF65-F5344CB8AC3E}">
        <p14:creationId xmlns:p14="http://schemas.microsoft.com/office/powerpoint/2010/main" val="1339911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CB6-B60D-91AB-31CC-662E8910106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3B88069-0402-68E0-D432-E032507873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83B88069-0402-68E0-D432-E032507873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B8733CC6-0BC4-B2C1-2664-894170323FCB}"/>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EF5F88AD-444D-5AC2-0579-1C53EF76D420}"/>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4" name="Textplatzhalter 3">
            <a:extLst>
              <a:ext uri="{FF2B5EF4-FFF2-40B4-BE49-F238E27FC236}">
                <a16:creationId xmlns:a16="http://schemas.microsoft.com/office/drawing/2014/main" id="{97B1E990-F378-3A9F-DA74-73D6406B4911}"/>
              </a:ext>
            </a:extLst>
          </p:cNvPr>
          <p:cNvSpPr>
            <a:spLocks noGrp="1"/>
          </p:cNvSpPr>
          <p:nvPr>
            <p:ph type="body" sz="quarter" idx="12"/>
          </p:nvPr>
        </p:nvSpPr>
        <p:spPr/>
        <p:txBody>
          <a:bodyPr/>
          <a:lstStyle/>
          <a:p>
            <a:r>
              <a:rPr lang="de-DE" dirty="0"/>
              <a:t>Kapitel</a:t>
            </a:r>
          </a:p>
        </p:txBody>
      </p:sp>
      <p:sp>
        <p:nvSpPr>
          <p:cNvPr id="8" name="Textplatzhalter 7">
            <a:extLst>
              <a:ext uri="{FF2B5EF4-FFF2-40B4-BE49-F238E27FC236}">
                <a16:creationId xmlns:a16="http://schemas.microsoft.com/office/drawing/2014/main" id="{DAE5A420-94BF-E0E8-5BCC-34BE484CD936}"/>
              </a:ext>
            </a:extLst>
          </p:cNvPr>
          <p:cNvSpPr>
            <a:spLocks noGrp="1"/>
          </p:cNvSpPr>
          <p:nvPr>
            <p:ph type="body" sz="quarter" idx="19"/>
          </p:nvPr>
        </p:nvSpPr>
        <p:spPr>
          <a:xfrm>
            <a:off x="438151" y="1489075"/>
            <a:ext cx="11181630" cy="4654553"/>
          </a:xfrm>
        </p:spPr>
        <p:txBody>
          <a:bodyPr/>
          <a:lstStyle/>
          <a:p>
            <a:endParaRPr lang="de-DE" dirty="0"/>
          </a:p>
        </p:txBody>
      </p:sp>
    </p:spTree>
    <p:extLst>
      <p:ext uri="{BB962C8B-B14F-4D97-AF65-F5344CB8AC3E}">
        <p14:creationId xmlns:p14="http://schemas.microsoft.com/office/powerpoint/2010/main" val="1483382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5217-AFAA-51A2-582D-4EFF57026E7C}"/>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D8D2380-EEAE-7B77-AD10-987AFBE7E3D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8D8D2380-EEAE-7B77-AD10-987AFBE7E3D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platzhalter 7">
            <a:extLst>
              <a:ext uri="{FF2B5EF4-FFF2-40B4-BE49-F238E27FC236}">
                <a16:creationId xmlns:a16="http://schemas.microsoft.com/office/drawing/2014/main" id="{27BD9754-3B1F-3FFD-CBA3-9B11F61A379D}"/>
              </a:ext>
            </a:extLst>
          </p:cNvPr>
          <p:cNvSpPr>
            <a:spLocks noGrp="1"/>
          </p:cNvSpPr>
          <p:nvPr>
            <p:ph type="body" sz="quarter" idx="20"/>
          </p:nvPr>
        </p:nvSpPr>
        <p:spPr/>
        <p:txBody>
          <a:bodyPr>
            <a:noAutofit/>
          </a:bodyPr>
          <a:lstStyle/>
          <a:p>
            <a:pPr marL="0" indent="0">
              <a:buNone/>
            </a:pPr>
            <a:r>
              <a:rPr lang="de-DE" dirty="0"/>
              <a:t>Mauris ipsum. Nulla metus metus, ullamcorper vel, tincidunt sed, euismod in, nibh. Quisque volutpat condimentum velit. Class aptent taciti sociosqu ad litora torquent per conubia nostra, per inceptos himenaeos.</a:t>
            </a:r>
          </a:p>
        </p:txBody>
      </p:sp>
      <p:sp>
        <p:nvSpPr>
          <p:cNvPr id="9" name="Textplatzhalter 8">
            <a:extLst>
              <a:ext uri="{FF2B5EF4-FFF2-40B4-BE49-F238E27FC236}">
                <a16:creationId xmlns:a16="http://schemas.microsoft.com/office/drawing/2014/main" id="{C088A562-3706-7776-9BD2-AB7D5A13B456}"/>
              </a:ext>
            </a:extLst>
          </p:cNvPr>
          <p:cNvSpPr>
            <a:spLocks noGrp="1"/>
          </p:cNvSpPr>
          <p:nvPr>
            <p:ph type="body" sz="quarter" idx="21"/>
          </p:nvPr>
        </p:nvSpPr>
        <p:spPr/>
        <p:txBody>
          <a:bodyPr>
            <a:noAutofit/>
          </a:bodyPr>
          <a:lstStyle/>
          <a:p>
            <a:pPr marL="0" indent="0">
              <a:buNone/>
            </a:pPr>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p:txBody>
      </p:sp>
      <p:sp>
        <p:nvSpPr>
          <p:cNvPr id="10" name="Textplatzhalter 9">
            <a:extLst>
              <a:ext uri="{FF2B5EF4-FFF2-40B4-BE49-F238E27FC236}">
                <a16:creationId xmlns:a16="http://schemas.microsoft.com/office/drawing/2014/main" id="{B83B6A65-70D1-4A44-3D05-BD563FFE3A4F}"/>
              </a:ext>
            </a:extLst>
          </p:cNvPr>
          <p:cNvSpPr>
            <a:spLocks noGrp="1"/>
          </p:cNvSpPr>
          <p:nvPr>
            <p:ph type="body" sz="quarter" idx="22"/>
          </p:nvPr>
        </p:nvSpPr>
        <p:spPr/>
        <p:txBody>
          <a:bodyPr>
            <a:noAutofit/>
          </a:bodyPr>
          <a:lstStyle/>
          <a:p>
            <a:pPr marL="0" indent="0">
              <a:buNone/>
            </a:pPr>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p:txBody>
      </p:sp>
      <p:sp>
        <p:nvSpPr>
          <p:cNvPr id="18" name="Textplatzhalter 17">
            <a:extLst>
              <a:ext uri="{FF2B5EF4-FFF2-40B4-BE49-F238E27FC236}">
                <a16:creationId xmlns:a16="http://schemas.microsoft.com/office/drawing/2014/main" id="{DF2A1C98-92E5-6141-1A19-B82B8683231A}"/>
              </a:ext>
            </a:extLst>
          </p:cNvPr>
          <p:cNvSpPr>
            <a:spLocks noGrp="1"/>
          </p:cNvSpPr>
          <p:nvPr>
            <p:ph type="body" sz="quarter" idx="33"/>
          </p:nvPr>
        </p:nvSpPr>
        <p:spPr/>
        <p:txBody>
          <a:bodyPr>
            <a:noAutofit/>
          </a:bodyPr>
          <a:lstStyle/>
          <a:p>
            <a:r>
              <a:rPr lang="de-DE" dirty="0"/>
              <a:t>01</a:t>
            </a:r>
          </a:p>
        </p:txBody>
      </p:sp>
      <p:sp>
        <p:nvSpPr>
          <p:cNvPr id="19" name="Textplatzhalter 18">
            <a:extLst>
              <a:ext uri="{FF2B5EF4-FFF2-40B4-BE49-F238E27FC236}">
                <a16:creationId xmlns:a16="http://schemas.microsoft.com/office/drawing/2014/main" id="{773CAF98-4265-E5B3-E18F-7AA21A41CCAF}"/>
              </a:ext>
            </a:extLst>
          </p:cNvPr>
          <p:cNvSpPr>
            <a:spLocks noGrp="1"/>
          </p:cNvSpPr>
          <p:nvPr>
            <p:ph type="body" sz="quarter" idx="34"/>
          </p:nvPr>
        </p:nvSpPr>
        <p:spPr/>
        <p:txBody>
          <a:bodyPr>
            <a:noAutofit/>
          </a:bodyPr>
          <a:lstStyle/>
          <a:p>
            <a:r>
              <a:rPr lang="de-DE" dirty="0"/>
              <a:t>02</a:t>
            </a:r>
          </a:p>
        </p:txBody>
      </p:sp>
      <p:sp>
        <p:nvSpPr>
          <p:cNvPr id="20" name="Textplatzhalter 19">
            <a:extLst>
              <a:ext uri="{FF2B5EF4-FFF2-40B4-BE49-F238E27FC236}">
                <a16:creationId xmlns:a16="http://schemas.microsoft.com/office/drawing/2014/main" id="{198ADE9B-319A-69E9-563A-9DBF82BA3293}"/>
              </a:ext>
            </a:extLst>
          </p:cNvPr>
          <p:cNvSpPr>
            <a:spLocks noGrp="1"/>
          </p:cNvSpPr>
          <p:nvPr>
            <p:ph type="body" sz="quarter" idx="35"/>
          </p:nvPr>
        </p:nvSpPr>
        <p:spPr/>
        <p:txBody>
          <a:bodyPr>
            <a:noAutofit/>
          </a:bodyPr>
          <a:lstStyle/>
          <a:p>
            <a:r>
              <a:rPr lang="de-DE" dirty="0"/>
              <a:t>03</a:t>
            </a:r>
          </a:p>
        </p:txBody>
      </p:sp>
    </p:spTree>
    <p:extLst>
      <p:ext uri="{BB962C8B-B14F-4D97-AF65-F5344CB8AC3E}">
        <p14:creationId xmlns:p14="http://schemas.microsoft.com/office/powerpoint/2010/main" val="2017393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349E-FC31-E359-E6B2-C728C7C0806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67FBE81-7844-A47D-77C4-8A41416DC348}"/>
              </a:ext>
            </a:extLst>
          </p:cNvPr>
          <p:cNvGraphicFramePr>
            <a:graphicFrameLocks noChangeAspect="1"/>
          </p:cNvGraphicFramePr>
          <p:nvPr>
            <p:custDataLst>
              <p:tags r:id="rId1"/>
            </p:custDataLst>
            <p:extLst>
              <p:ext uri="{D42A27DB-BD31-4B8C-83A1-F6EECF244321}">
                <p14:modId xmlns:p14="http://schemas.microsoft.com/office/powerpoint/2010/main" val="3015762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B67FBE81-7844-A47D-77C4-8A41416DC3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49" name="Straight Connector 48">
            <a:extLst>
              <a:ext uri="{FF2B5EF4-FFF2-40B4-BE49-F238E27FC236}">
                <a16:creationId xmlns:a16="http://schemas.microsoft.com/office/drawing/2014/main" id="{2120CE77-3B99-13E1-4FF2-F3968CFA26CA}"/>
              </a:ext>
            </a:extLst>
          </p:cNvPr>
          <p:cNvCxnSpPr>
            <a:cxnSpLocks/>
          </p:cNvCxnSpPr>
          <p:nvPr/>
        </p:nvCxnSpPr>
        <p:spPr>
          <a:xfrm>
            <a:off x="881063" y="6143625"/>
            <a:ext cx="338819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58035BA-5785-4D57-C652-A5726E42DE6F}"/>
              </a:ext>
            </a:extLst>
          </p:cNvPr>
          <p:cNvCxnSpPr>
            <a:cxnSpLocks/>
          </p:cNvCxnSpPr>
          <p:nvPr/>
        </p:nvCxnSpPr>
        <p:spPr>
          <a:xfrm>
            <a:off x="657310" y="2238375"/>
            <a:ext cx="0" cy="369093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BD059DCB-A6B4-F10F-69F8-63D9B1BB5291}"/>
              </a:ext>
            </a:extLst>
          </p:cNvPr>
          <p:cNvSpPr/>
          <p:nvPr/>
        </p:nvSpPr>
        <p:spPr>
          <a:xfrm rot="10800000">
            <a:off x="657310" y="5685009"/>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grpSp>
        <p:nvGrpSpPr>
          <p:cNvPr id="54" name="Group 53">
            <a:extLst>
              <a:ext uri="{FF2B5EF4-FFF2-40B4-BE49-F238E27FC236}">
                <a16:creationId xmlns:a16="http://schemas.microsoft.com/office/drawing/2014/main" id="{A3928F12-E8D3-AE74-5D93-28887E19A735}"/>
              </a:ext>
            </a:extLst>
          </p:cNvPr>
          <p:cNvGrpSpPr/>
          <p:nvPr/>
        </p:nvGrpSpPr>
        <p:grpSpPr>
          <a:xfrm>
            <a:off x="4033783" y="1489077"/>
            <a:ext cx="917233" cy="4654548"/>
            <a:chOff x="4033783" y="1489077"/>
            <a:chExt cx="917233" cy="4654548"/>
          </a:xfrm>
        </p:grpSpPr>
        <p:cxnSp>
          <p:nvCxnSpPr>
            <p:cNvPr id="52" name="Straight Connector 51">
              <a:extLst>
                <a:ext uri="{FF2B5EF4-FFF2-40B4-BE49-F238E27FC236}">
                  <a16:creationId xmlns:a16="http://schemas.microsoft.com/office/drawing/2014/main" id="{24B9CF6D-C23A-003B-8BA4-A89876B71356}"/>
                </a:ext>
              </a:extLst>
            </p:cNvPr>
            <p:cNvCxnSpPr>
              <a:cxnSpLocks/>
            </p:cNvCxnSpPr>
            <p:nvPr userDrawn="1"/>
          </p:nvCxnSpPr>
          <p:spPr>
            <a:xfrm>
              <a:off x="4492400" y="1705232"/>
              <a:ext cx="0" cy="422408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FC715EF4-208B-7AB6-F80C-F5B43331178B}"/>
                </a:ext>
              </a:extLst>
            </p:cNvPr>
            <p:cNvSpPr/>
            <p:nvPr userDrawn="1"/>
          </p:nvSpPr>
          <p:spPr>
            <a:xfrm rot="10800000" flipH="1">
              <a:off x="4033783" y="5685009"/>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sp>
          <p:nvSpPr>
            <p:cNvPr id="55" name="Arc 54">
              <a:extLst>
                <a:ext uri="{FF2B5EF4-FFF2-40B4-BE49-F238E27FC236}">
                  <a16:creationId xmlns:a16="http://schemas.microsoft.com/office/drawing/2014/main" id="{A09C0E46-13EA-83A5-AC2F-027A5193C7BC}"/>
                </a:ext>
              </a:extLst>
            </p:cNvPr>
            <p:cNvSpPr/>
            <p:nvPr userDrawn="1"/>
          </p:nvSpPr>
          <p:spPr>
            <a:xfrm rot="10800000" flipV="1">
              <a:off x="4492400" y="1489077"/>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grpSp>
      <p:cxnSp>
        <p:nvCxnSpPr>
          <p:cNvPr id="56" name="Straight Connector 55">
            <a:extLst>
              <a:ext uri="{FF2B5EF4-FFF2-40B4-BE49-F238E27FC236}">
                <a16:creationId xmlns:a16="http://schemas.microsoft.com/office/drawing/2014/main" id="{5495878E-C21F-C89E-AB5F-D418D77A4756}"/>
              </a:ext>
            </a:extLst>
          </p:cNvPr>
          <p:cNvCxnSpPr>
            <a:cxnSpLocks/>
          </p:cNvCxnSpPr>
          <p:nvPr/>
        </p:nvCxnSpPr>
        <p:spPr>
          <a:xfrm>
            <a:off x="8327493" y="1705232"/>
            <a:ext cx="0" cy="422408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Arc 56">
            <a:extLst>
              <a:ext uri="{FF2B5EF4-FFF2-40B4-BE49-F238E27FC236}">
                <a16:creationId xmlns:a16="http://schemas.microsoft.com/office/drawing/2014/main" id="{A6D9E860-CBA8-AE9D-DBBF-A923E8058CAC}"/>
              </a:ext>
            </a:extLst>
          </p:cNvPr>
          <p:cNvSpPr/>
          <p:nvPr/>
        </p:nvSpPr>
        <p:spPr>
          <a:xfrm rot="10800000" flipH="1" flipV="1">
            <a:off x="7868877" y="1489077"/>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cxnSp>
        <p:nvCxnSpPr>
          <p:cNvPr id="58" name="Straight Connector 57">
            <a:extLst>
              <a:ext uri="{FF2B5EF4-FFF2-40B4-BE49-F238E27FC236}">
                <a16:creationId xmlns:a16="http://schemas.microsoft.com/office/drawing/2014/main" id="{A38E9BF1-2836-2275-C8A9-B3BAB5550A7E}"/>
              </a:ext>
            </a:extLst>
          </p:cNvPr>
          <p:cNvCxnSpPr>
            <a:cxnSpLocks/>
          </p:cNvCxnSpPr>
          <p:nvPr/>
        </p:nvCxnSpPr>
        <p:spPr>
          <a:xfrm>
            <a:off x="4717911" y="1489077"/>
            <a:ext cx="338819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Arc 58">
            <a:extLst>
              <a:ext uri="{FF2B5EF4-FFF2-40B4-BE49-F238E27FC236}">
                <a16:creationId xmlns:a16="http://schemas.microsoft.com/office/drawing/2014/main" id="{0F8904B3-9C77-361F-3401-A01BC385EB3D}"/>
              </a:ext>
            </a:extLst>
          </p:cNvPr>
          <p:cNvSpPr/>
          <p:nvPr/>
        </p:nvSpPr>
        <p:spPr>
          <a:xfrm rot="10800000">
            <a:off x="8327493" y="5685009"/>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cxnSp>
        <p:nvCxnSpPr>
          <p:cNvPr id="60" name="Straight Connector 59">
            <a:extLst>
              <a:ext uri="{FF2B5EF4-FFF2-40B4-BE49-F238E27FC236}">
                <a16:creationId xmlns:a16="http://schemas.microsoft.com/office/drawing/2014/main" id="{493EC968-CE57-A036-91B6-CDC0DEB95E04}"/>
              </a:ext>
            </a:extLst>
          </p:cNvPr>
          <p:cNvCxnSpPr>
            <a:cxnSpLocks/>
          </p:cNvCxnSpPr>
          <p:nvPr/>
        </p:nvCxnSpPr>
        <p:spPr>
          <a:xfrm>
            <a:off x="8557054" y="6143625"/>
            <a:ext cx="363494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platzhalter 19">
            <a:extLst>
              <a:ext uri="{FF2B5EF4-FFF2-40B4-BE49-F238E27FC236}">
                <a16:creationId xmlns:a16="http://schemas.microsoft.com/office/drawing/2014/main" id="{6DDDEC70-2379-972B-DF35-BD2975B5D827}"/>
              </a:ext>
            </a:extLst>
          </p:cNvPr>
          <p:cNvSpPr>
            <a:spLocks noGrp="1"/>
          </p:cNvSpPr>
          <p:nvPr>
            <p:ph type="body" sz="quarter" idx="22"/>
          </p:nvPr>
        </p:nvSpPr>
        <p:spPr>
          <a:xfrm>
            <a:off x="4814637" y="1748482"/>
            <a:ext cx="3104120" cy="1262340"/>
          </a:xfrm>
        </p:spPr>
        <p:txBody>
          <a:bodyPr>
            <a:noAutofit/>
          </a:bodyPr>
          <a:lstStyle/>
          <a:p>
            <a:pPr marL="0" indent="0">
              <a:buNone/>
            </a:pPr>
            <a:r>
              <a:rPr lang="de-DE" dirty="0"/>
              <a:t>Curabitur sodales ligula in libero. Sed dignissim lacinia nunc. Curabitur tortor. Pellentesque nibh. Aenean quam. In scelerisque sem at dolor. </a:t>
            </a:r>
          </a:p>
        </p:txBody>
      </p:sp>
      <p:sp>
        <p:nvSpPr>
          <p:cNvPr id="21" name="Textplatzhalter 20">
            <a:extLst>
              <a:ext uri="{FF2B5EF4-FFF2-40B4-BE49-F238E27FC236}">
                <a16:creationId xmlns:a16="http://schemas.microsoft.com/office/drawing/2014/main" id="{4227F7BC-5FF0-2F94-3A3A-A425000AEF76}"/>
              </a:ext>
            </a:extLst>
          </p:cNvPr>
          <p:cNvSpPr>
            <a:spLocks noGrp="1"/>
          </p:cNvSpPr>
          <p:nvPr>
            <p:ph type="body" sz="quarter" idx="23"/>
          </p:nvPr>
        </p:nvSpPr>
        <p:spPr>
          <a:xfrm>
            <a:off x="4814637" y="3185182"/>
            <a:ext cx="3104120" cy="1262340"/>
          </a:xfrm>
        </p:spPr>
        <p:txBody>
          <a:bodyPr>
            <a:noAutofit/>
          </a:bodyPr>
          <a:lstStyle/>
          <a:p>
            <a:pPr marL="0" indent="0">
              <a:buNone/>
            </a:pPr>
            <a:r>
              <a:rPr lang="de-DE" dirty="0"/>
              <a:t>Curabitur sodales ligula in libero. Sed dignissim lacinia nunc. Curabitur tortor. Pellentesque nibh. Aenean quam. In scelerisque sem at dolor. </a:t>
            </a:r>
          </a:p>
        </p:txBody>
      </p:sp>
      <p:sp>
        <p:nvSpPr>
          <p:cNvPr id="22" name="Textplatzhalter 21">
            <a:extLst>
              <a:ext uri="{FF2B5EF4-FFF2-40B4-BE49-F238E27FC236}">
                <a16:creationId xmlns:a16="http://schemas.microsoft.com/office/drawing/2014/main" id="{06126739-4B7B-CAF2-715D-286CCF6A9CAC}"/>
              </a:ext>
            </a:extLst>
          </p:cNvPr>
          <p:cNvSpPr>
            <a:spLocks noGrp="1"/>
          </p:cNvSpPr>
          <p:nvPr>
            <p:ph type="body" sz="quarter" idx="24"/>
          </p:nvPr>
        </p:nvSpPr>
        <p:spPr>
          <a:xfrm>
            <a:off x="4814637" y="4621882"/>
            <a:ext cx="3104120" cy="1262340"/>
          </a:xfrm>
        </p:spPr>
        <p:txBody>
          <a:bodyPr>
            <a:noAutofit/>
          </a:bodyPr>
          <a:lstStyle/>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p>
        </p:txBody>
      </p:sp>
      <p:sp>
        <p:nvSpPr>
          <p:cNvPr id="23" name="Textplatzhalter 22">
            <a:extLst>
              <a:ext uri="{FF2B5EF4-FFF2-40B4-BE49-F238E27FC236}">
                <a16:creationId xmlns:a16="http://schemas.microsoft.com/office/drawing/2014/main" id="{7C96C3CC-9836-DAD0-DF99-422E908783D8}"/>
              </a:ext>
            </a:extLst>
          </p:cNvPr>
          <p:cNvSpPr>
            <a:spLocks noGrp="1"/>
          </p:cNvSpPr>
          <p:nvPr>
            <p:ph type="body" sz="quarter" idx="25"/>
          </p:nvPr>
        </p:nvSpPr>
        <p:spPr>
          <a:xfrm>
            <a:off x="8649730" y="1748482"/>
            <a:ext cx="3104120" cy="1262340"/>
          </a:xfrm>
        </p:spPr>
        <p:txBody>
          <a:bodyPr>
            <a:noAutofit/>
          </a:bodyPr>
          <a:lstStyle/>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p>
        </p:txBody>
      </p:sp>
      <p:sp>
        <p:nvSpPr>
          <p:cNvPr id="24" name="Textplatzhalter 23">
            <a:extLst>
              <a:ext uri="{FF2B5EF4-FFF2-40B4-BE49-F238E27FC236}">
                <a16:creationId xmlns:a16="http://schemas.microsoft.com/office/drawing/2014/main" id="{4A021DF0-833A-19FA-6480-C491C2D089DF}"/>
              </a:ext>
            </a:extLst>
          </p:cNvPr>
          <p:cNvSpPr>
            <a:spLocks noGrp="1"/>
          </p:cNvSpPr>
          <p:nvPr>
            <p:ph type="body" sz="quarter" idx="26"/>
          </p:nvPr>
        </p:nvSpPr>
        <p:spPr>
          <a:xfrm>
            <a:off x="8649730" y="3185182"/>
            <a:ext cx="3104120" cy="1262340"/>
          </a:xfrm>
        </p:spPr>
        <p:txBody>
          <a:bodyPr>
            <a:noAutofit/>
          </a:bodyPr>
          <a:lstStyle/>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p>
        </p:txBody>
      </p:sp>
      <p:sp>
        <p:nvSpPr>
          <p:cNvPr id="25" name="Textplatzhalter 24">
            <a:extLst>
              <a:ext uri="{FF2B5EF4-FFF2-40B4-BE49-F238E27FC236}">
                <a16:creationId xmlns:a16="http://schemas.microsoft.com/office/drawing/2014/main" id="{8A69D9E4-FDF8-847F-E23E-E941E2032E58}"/>
              </a:ext>
            </a:extLst>
          </p:cNvPr>
          <p:cNvSpPr>
            <a:spLocks noGrp="1"/>
          </p:cNvSpPr>
          <p:nvPr>
            <p:ph type="body" sz="quarter" idx="27"/>
          </p:nvPr>
        </p:nvSpPr>
        <p:spPr>
          <a:xfrm>
            <a:off x="8649730" y="4621882"/>
            <a:ext cx="3104120" cy="1262340"/>
          </a:xfrm>
        </p:spPr>
        <p:txBody>
          <a:bodyPr>
            <a:noAutofit/>
          </a:bodyPr>
          <a:lstStyle/>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p>
        </p:txBody>
      </p:sp>
      <p:sp>
        <p:nvSpPr>
          <p:cNvPr id="5" name="Textplatzhalter 4">
            <a:extLst>
              <a:ext uri="{FF2B5EF4-FFF2-40B4-BE49-F238E27FC236}">
                <a16:creationId xmlns:a16="http://schemas.microsoft.com/office/drawing/2014/main" id="{043A36BC-F249-1CAD-BC3D-FE1D369BB658}"/>
              </a:ext>
            </a:extLst>
          </p:cNvPr>
          <p:cNvSpPr>
            <a:spLocks noGrp="1"/>
          </p:cNvSpPr>
          <p:nvPr>
            <p:ph type="body" sz="quarter" idx="19"/>
          </p:nvPr>
        </p:nvSpPr>
        <p:spPr>
          <a:xfrm>
            <a:off x="979547" y="1748482"/>
            <a:ext cx="3104120" cy="1262340"/>
          </a:xfrm>
        </p:spPr>
        <p:txBody>
          <a:bodyPr>
            <a:noAutofit/>
          </a:bodyPr>
          <a:lstStyle/>
          <a:p>
            <a:pPr marL="0" indent="0">
              <a:buNone/>
            </a:pPr>
            <a:r>
              <a:rPr lang="de-DE" dirty="0"/>
              <a:t>Curabitur sodales ligula in libero. Sed dignissim lacinia nunc. Curabitur tortor. Pellentesque nibh. Aenean quam. In scelerisque sem at dolor. </a:t>
            </a:r>
          </a:p>
        </p:txBody>
      </p:sp>
      <p:sp>
        <p:nvSpPr>
          <p:cNvPr id="18" name="Textplatzhalter 17">
            <a:extLst>
              <a:ext uri="{FF2B5EF4-FFF2-40B4-BE49-F238E27FC236}">
                <a16:creationId xmlns:a16="http://schemas.microsoft.com/office/drawing/2014/main" id="{5AE3CF26-41FA-A4EC-8044-56B062D81EA1}"/>
              </a:ext>
            </a:extLst>
          </p:cNvPr>
          <p:cNvSpPr>
            <a:spLocks noGrp="1"/>
          </p:cNvSpPr>
          <p:nvPr>
            <p:ph type="body" sz="quarter" idx="20"/>
          </p:nvPr>
        </p:nvSpPr>
        <p:spPr>
          <a:xfrm>
            <a:off x="979547" y="3185182"/>
            <a:ext cx="3104120" cy="1262340"/>
          </a:xfrm>
        </p:spPr>
        <p:txBody>
          <a:bodyPr>
            <a:noAutofit/>
          </a:bodyPr>
          <a:lstStyle/>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p>
        </p:txBody>
      </p:sp>
      <p:sp>
        <p:nvSpPr>
          <p:cNvPr id="19" name="Textplatzhalter 18">
            <a:extLst>
              <a:ext uri="{FF2B5EF4-FFF2-40B4-BE49-F238E27FC236}">
                <a16:creationId xmlns:a16="http://schemas.microsoft.com/office/drawing/2014/main" id="{9AD6A43F-7E10-05CE-F2A5-AD7D28AA93A0}"/>
              </a:ext>
            </a:extLst>
          </p:cNvPr>
          <p:cNvSpPr>
            <a:spLocks noGrp="1"/>
          </p:cNvSpPr>
          <p:nvPr>
            <p:ph type="body" sz="quarter" idx="21"/>
          </p:nvPr>
        </p:nvSpPr>
        <p:spPr>
          <a:xfrm>
            <a:off x="979488" y="4621213"/>
            <a:ext cx="3103562" cy="1263650"/>
          </a:xfrm>
        </p:spPr>
        <p:txBody>
          <a:bodyPr>
            <a:noAutofit/>
          </a:bodyPr>
          <a:lstStyle/>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p>
        </p:txBody>
      </p:sp>
      <p:sp>
        <p:nvSpPr>
          <p:cNvPr id="3" name="Textplatzhalter 2">
            <a:extLst>
              <a:ext uri="{FF2B5EF4-FFF2-40B4-BE49-F238E27FC236}">
                <a16:creationId xmlns:a16="http://schemas.microsoft.com/office/drawing/2014/main" id="{576BBA11-3B4A-ADE8-775D-84664C50F868}"/>
              </a:ext>
            </a:extLst>
          </p:cNvPr>
          <p:cNvSpPr>
            <a:spLocks noGrp="1"/>
          </p:cNvSpPr>
          <p:nvPr>
            <p:ph type="body" sz="quarter" idx="10"/>
          </p:nvPr>
        </p:nvSpPr>
        <p:spPr>
          <a:xfrm>
            <a:off x="431799" y="455313"/>
            <a:ext cx="9441249" cy="523220"/>
          </a:xfrm>
        </p:spPr>
        <p:txBody>
          <a:bodyPr>
            <a:noAutofit/>
          </a:bodyPr>
          <a:lstStyle/>
          <a:p>
            <a:r>
              <a:rPr lang="de-DE" dirty="0"/>
              <a:t>Titel der Folie</a:t>
            </a:r>
          </a:p>
        </p:txBody>
      </p:sp>
      <p:sp>
        <p:nvSpPr>
          <p:cNvPr id="2" name="Footer Placeholder 6">
            <a:extLst>
              <a:ext uri="{FF2B5EF4-FFF2-40B4-BE49-F238E27FC236}">
                <a16:creationId xmlns:a16="http://schemas.microsoft.com/office/drawing/2014/main" id="{FB07BAC2-DCE7-0348-1590-BAAC3C892F48}"/>
              </a:ext>
            </a:extLst>
          </p:cNvPr>
          <p:cNvSpPr>
            <a:spLocks noGrp="1"/>
          </p:cNvSpPr>
          <p:nvPr>
            <p:ph type="ftr" sz="quarter" idx="3"/>
          </p:nvPr>
        </p:nvSpPr>
        <p:spPr>
          <a:xfrm>
            <a:off x="431800" y="6318250"/>
            <a:ext cx="4114800" cy="365125"/>
          </a:xfr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4" name="Textplatzhalter 3">
            <a:extLst>
              <a:ext uri="{FF2B5EF4-FFF2-40B4-BE49-F238E27FC236}">
                <a16:creationId xmlns:a16="http://schemas.microsoft.com/office/drawing/2014/main" id="{BCB01E0D-AC1E-1D84-FA30-A4DA9A0FAB78}"/>
              </a:ext>
            </a:extLst>
          </p:cNvPr>
          <p:cNvSpPr>
            <a:spLocks noGrp="1"/>
          </p:cNvSpPr>
          <p:nvPr>
            <p:ph type="body" sz="quarter" idx="12"/>
          </p:nvPr>
        </p:nvSpPr>
        <p:spPr>
          <a:xfrm>
            <a:off x="431799" y="208228"/>
            <a:ext cx="9441249" cy="307777"/>
          </a:xfrm>
        </p:spPr>
        <p:txBody>
          <a:bodyPr>
            <a:noAutofit/>
          </a:bodyPr>
          <a:lstStyle/>
          <a:p>
            <a:r>
              <a:rPr lang="de-DE" dirty="0"/>
              <a:t>Kapitel</a:t>
            </a:r>
          </a:p>
        </p:txBody>
      </p:sp>
      <p:sp>
        <p:nvSpPr>
          <p:cNvPr id="29" name="Text Placeholder 28">
            <a:extLst>
              <a:ext uri="{FF2B5EF4-FFF2-40B4-BE49-F238E27FC236}">
                <a16:creationId xmlns:a16="http://schemas.microsoft.com/office/drawing/2014/main" id="{C2A54662-7C66-FB37-45B2-ECACBB78BE4B}"/>
              </a:ext>
            </a:extLst>
          </p:cNvPr>
          <p:cNvSpPr>
            <a:spLocks noGrp="1"/>
          </p:cNvSpPr>
          <p:nvPr>
            <p:ph type="body" sz="quarter" idx="36"/>
          </p:nvPr>
        </p:nvSpPr>
        <p:spPr/>
        <p:txBody>
          <a:bodyPr/>
          <a:lstStyle/>
          <a:p>
            <a:endParaRPr lang="en-US" dirty="0"/>
          </a:p>
        </p:txBody>
      </p:sp>
      <p:sp>
        <p:nvSpPr>
          <p:cNvPr id="30" name="Text Placeholder 29">
            <a:extLst>
              <a:ext uri="{FF2B5EF4-FFF2-40B4-BE49-F238E27FC236}">
                <a16:creationId xmlns:a16="http://schemas.microsoft.com/office/drawing/2014/main" id="{86A2B4EB-1B12-20C0-E41E-6D6F0437385E}"/>
              </a:ext>
            </a:extLst>
          </p:cNvPr>
          <p:cNvSpPr>
            <a:spLocks noGrp="1"/>
          </p:cNvSpPr>
          <p:nvPr>
            <p:ph type="body" sz="quarter" idx="37"/>
          </p:nvPr>
        </p:nvSpPr>
        <p:spPr>
          <a:xfrm>
            <a:off x="8101983" y="2154142"/>
            <a:ext cx="451021" cy="451021"/>
          </a:xfrm>
        </p:spPr>
        <p:txBody>
          <a:bodyPr/>
          <a:lstStyle/>
          <a:p>
            <a:endParaRPr lang="en-US"/>
          </a:p>
        </p:txBody>
      </p:sp>
      <p:sp>
        <p:nvSpPr>
          <p:cNvPr id="31" name="Text Placeholder 30">
            <a:extLst>
              <a:ext uri="{FF2B5EF4-FFF2-40B4-BE49-F238E27FC236}">
                <a16:creationId xmlns:a16="http://schemas.microsoft.com/office/drawing/2014/main" id="{430D57F4-3775-9720-A278-3560B1E7427B}"/>
              </a:ext>
            </a:extLst>
          </p:cNvPr>
          <p:cNvSpPr>
            <a:spLocks noGrp="1"/>
          </p:cNvSpPr>
          <p:nvPr>
            <p:ph type="body" sz="quarter" idx="38"/>
          </p:nvPr>
        </p:nvSpPr>
        <p:spPr/>
        <p:txBody>
          <a:bodyPr/>
          <a:lstStyle/>
          <a:p>
            <a:endParaRPr lang="en-US"/>
          </a:p>
        </p:txBody>
      </p:sp>
      <p:sp>
        <p:nvSpPr>
          <p:cNvPr id="32" name="Text Placeholder 31">
            <a:extLst>
              <a:ext uri="{FF2B5EF4-FFF2-40B4-BE49-F238E27FC236}">
                <a16:creationId xmlns:a16="http://schemas.microsoft.com/office/drawing/2014/main" id="{94A85B92-F2FC-B9CE-ACF1-01D8B167C189}"/>
              </a:ext>
            </a:extLst>
          </p:cNvPr>
          <p:cNvSpPr>
            <a:spLocks noGrp="1"/>
          </p:cNvSpPr>
          <p:nvPr>
            <p:ph type="body" sz="quarter" idx="39"/>
          </p:nvPr>
        </p:nvSpPr>
        <p:spPr>
          <a:xfrm>
            <a:off x="4266890" y="3590842"/>
            <a:ext cx="451021" cy="451021"/>
          </a:xfrm>
        </p:spPr>
        <p:txBody>
          <a:bodyPr/>
          <a:lstStyle/>
          <a:p>
            <a:endParaRPr lang="en-US"/>
          </a:p>
        </p:txBody>
      </p:sp>
      <p:sp>
        <p:nvSpPr>
          <p:cNvPr id="33" name="Text Placeholder 32">
            <a:extLst>
              <a:ext uri="{FF2B5EF4-FFF2-40B4-BE49-F238E27FC236}">
                <a16:creationId xmlns:a16="http://schemas.microsoft.com/office/drawing/2014/main" id="{258FC1A4-EAC4-017D-5BC0-55BC59F670FB}"/>
              </a:ext>
            </a:extLst>
          </p:cNvPr>
          <p:cNvSpPr>
            <a:spLocks noGrp="1"/>
          </p:cNvSpPr>
          <p:nvPr>
            <p:ph type="body" sz="quarter" idx="40"/>
          </p:nvPr>
        </p:nvSpPr>
        <p:spPr/>
        <p:txBody>
          <a:bodyPr/>
          <a:lstStyle/>
          <a:p>
            <a:endParaRPr lang="en-US"/>
          </a:p>
        </p:txBody>
      </p:sp>
      <p:sp>
        <p:nvSpPr>
          <p:cNvPr id="34" name="Text Placeholder 33">
            <a:extLst>
              <a:ext uri="{FF2B5EF4-FFF2-40B4-BE49-F238E27FC236}">
                <a16:creationId xmlns:a16="http://schemas.microsoft.com/office/drawing/2014/main" id="{DE6CE50E-2EAB-7BEB-264F-EFFAD8F228B4}"/>
              </a:ext>
            </a:extLst>
          </p:cNvPr>
          <p:cNvSpPr>
            <a:spLocks noGrp="1"/>
          </p:cNvSpPr>
          <p:nvPr>
            <p:ph type="body" sz="quarter" idx="41"/>
          </p:nvPr>
        </p:nvSpPr>
        <p:spPr/>
        <p:txBody>
          <a:bodyPr/>
          <a:lstStyle/>
          <a:p>
            <a:endParaRPr lang="en-US"/>
          </a:p>
        </p:txBody>
      </p:sp>
      <p:sp>
        <p:nvSpPr>
          <p:cNvPr id="35" name="Text Placeholder 34">
            <a:extLst>
              <a:ext uri="{FF2B5EF4-FFF2-40B4-BE49-F238E27FC236}">
                <a16:creationId xmlns:a16="http://schemas.microsoft.com/office/drawing/2014/main" id="{2DEE54DF-B0C8-9E78-0E1A-C30B781CBB59}"/>
              </a:ext>
            </a:extLst>
          </p:cNvPr>
          <p:cNvSpPr>
            <a:spLocks noGrp="1"/>
          </p:cNvSpPr>
          <p:nvPr>
            <p:ph type="body" sz="quarter" idx="42"/>
          </p:nvPr>
        </p:nvSpPr>
        <p:spPr/>
        <p:txBody>
          <a:bodyPr/>
          <a:lstStyle/>
          <a:p>
            <a:endParaRPr lang="en-US"/>
          </a:p>
        </p:txBody>
      </p:sp>
      <p:sp>
        <p:nvSpPr>
          <p:cNvPr id="36" name="Text Placeholder 35">
            <a:extLst>
              <a:ext uri="{FF2B5EF4-FFF2-40B4-BE49-F238E27FC236}">
                <a16:creationId xmlns:a16="http://schemas.microsoft.com/office/drawing/2014/main" id="{83E6920B-B185-D1B7-74BA-19F7C1692187}"/>
              </a:ext>
            </a:extLst>
          </p:cNvPr>
          <p:cNvSpPr>
            <a:spLocks noGrp="1"/>
          </p:cNvSpPr>
          <p:nvPr>
            <p:ph type="body" sz="quarter" idx="43"/>
          </p:nvPr>
        </p:nvSpPr>
        <p:spPr/>
        <p:txBody>
          <a:bodyPr/>
          <a:lstStyle/>
          <a:p>
            <a:endParaRPr lang="en-US"/>
          </a:p>
        </p:txBody>
      </p:sp>
      <p:sp>
        <p:nvSpPr>
          <p:cNvPr id="37" name="Text Placeholder 36">
            <a:extLst>
              <a:ext uri="{FF2B5EF4-FFF2-40B4-BE49-F238E27FC236}">
                <a16:creationId xmlns:a16="http://schemas.microsoft.com/office/drawing/2014/main" id="{52872BD1-8FA0-62A9-E93F-D051A7A2D10B}"/>
              </a:ext>
            </a:extLst>
          </p:cNvPr>
          <p:cNvSpPr>
            <a:spLocks noGrp="1"/>
          </p:cNvSpPr>
          <p:nvPr>
            <p:ph type="body" sz="quarter" idx="35"/>
          </p:nvPr>
        </p:nvSpPr>
        <p:spPr>
          <a:xfrm>
            <a:off x="431800" y="2154238"/>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lvl="0" algn="ctr"/>
            <a:r>
              <a:rPr lang="en-GB" b="0" dirty="0">
                <a:solidFill>
                  <a:schemeClr val="bg1"/>
                </a:solidFill>
              </a:rPr>
              <a:t>1</a:t>
            </a:r>
          </a:p>
        </p:txBody>
      </p:sp>
      <p:sp>
        <p:nvSpPr>
          <p:cNvPr id="38" name="Text Placeholder 36">
            <a:extLst>
              <a:ext uri="{FF2B5EF4-FFF2-40B4-BE49-F238E27FC236}">
                <a16:creationId xmlns:a16="http://schemas.microsoft.com/office/drawing/2014/main" id="{ED7141E2-F00E-3E4E-9429-3CB416166FCD}"/>
              </a:ext>
            </a:extLst>
          </p:cNvPr>
          <p:cNvSpPr txBox="1">
            <a:spLocks/>
          </p:cNvSpPr>
          <p:nvPr/>
        </p:nvSpPr>
        <p:spPr>
          <a:xfrm>
            <a:off x="431800" y="3590926"/>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2</a:t>
            </a:r>
          </a:p>
        </p:txBody>
      </p:sp>
      <p:sp>
        <p:nvSpPr>
          <p:cNvPr id="39" name="Text Placeholder 36">
            <a:extLst>
              <a:ext uri="{FF2B5EF4-FFF2-40B4-BE49-F238E27FC236}">
                <a16:creationId xmlns:a16="http://schemas.microsoft.com/office/drawing/2014/main" id="{CF11F099-F9DE-3071-0DDE-99311020B06A}"/>
              </a:ext>
            </a:extLst>
          </p:cNvPr>
          <p:cNvSpPr txBox="1">
            <a:spLocks/>
          </p:cNvSpPr>
          <p:nvPr/>
        </p:nvSpPr>
        <p:spPr>
          <a:xfrm>
            <a:off x="431800" y="5027613"/>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3</a:t>
            </a:r>
          </a:p>
        </p:txBody>
      </p:sp>
      <p:sp>
        <p:nvSpPr>
          <p:cNvPr id="40" name="Text Placeholder 36">
            <a:extLst>
              <a:ext uri="{FF2B5EF4-FFF2-40B4-BE49-F238E27FC236}">
                <a16:creationId xmlns:a16="http://schemas.microsoft.com/office/drawing/2014/main" id="{5261CCBE-66BA-D04B-69B8-540056542ADC}"/>
              </a:ext>
            </a:extLst>
          </p:cNvPr>
          <p:cNvSpPr txBox="1">
            <a:spLocks/>
          </p:cNvSpPr>
          <p:nvPr/>
        </p:nvSpPr>
        <p:spPr>
          <a:xfrm>
            <a:off x="4267061" y="2154238"/>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6</a:t>
            </a:r>
            <a:endParaRPr lang="en-GB" dirty="0"/>
          </a:p>
        </p:txBody>
      </p:sp>
      <p:sp>
        <p:nvSpPr>
          <p:cNvPr id="41" name="Text Placeholder 36">
            <a:extLst>
              <a:ext uri="{FF2B5EF4-FFF2-40B4-BE49-F238E27FC236}">
                <a16:creationId xmlns:a16="http://schemas.microsoft.com/office/drawing/2014/main" id="{DC9C7998-C396-5D67-E424-AB52C7361411}"/>
              </a:ext>
            </a:extLst>
          </p:cNvPr>
          <p:cNvSpPr txBox="1">
            <a:spLocks/>
          </p:cNvSpPr>
          <p:nvPr/>
        </p:nvSpPr>
        <p:spPr>
          <a:xfrm>
            <a:off x="4267061" y="3590926"/>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5</a:t>
            </a:r>
          </a:p>
        </p:txBody>
      </p:sp>
      <p:sp>
        <p:nvSpPr>
          <p:cNvPr id="42" name="Text Placeholder 36">
            <a:extLst>
              <a:ext uri="{FF2B5EF4-FFF2-40B4-BE49-F238E27FC236}">
                <a16:creationId xmlns:a16="http://schemas.microsoft.com/office/drawing/2014/main" id="{DA73D233-1381-EC49-55EF-00016BFB65A9}"/>
              </a:ext>
            </a:extLst>
          </p:cNvPr>
          <p:cNvSpPr txBox="1">
            <a:spLocks/>
          </p:cNvSpPr>
          <p:nvPr/>
        </p:nvSpPr>
        <p:spPr>
          <a:xfrm>
            <a:off x="4267061" y="5027613"/>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4</a:t>
            </a:r>
          </a:p>
        </p:txBody>
      </p:sp>
      <p:sp>
        <p:nvSpPr>
          <p:cNvPr id="46" name="Text Placeholder 36">
            <a:extLst>
              <a:ext uri="{FF2B5EF4-FFF2-40B4-BE49-F238E27FC236}">
                <a16:creationId xmlns:a16="http://schemas.microsoft.com/office/drawing/2014/main" id="{24B3611E-948C-5542-3AA5-A5A11EE481F7}"/>
              </a:ext>
            </a:extLst>
          </p:cNvPr>
          <p:cNvSpPr txBox="1">
            <a:spLocks/>
          </p:cNvSpPr>
          <p:nvPr/>
        </p:nvSpPr>
        <p:spPr>
          <a:xfrm>
            <a:off x="8102154" y="2154238"/>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7</a:t>
            </a:r>
          </a:p>
        </p:txBody>
      </p:sp>
      <p:sp>
        <p:nvSpPr>
          <p:cNvPr id="47" name="Text Placeholder 36">
            <a:extLst>
              <a:ext uri="{FF2B5EF4-FFF2-40B4-BE49-F238E27FC236}">
                <a16:creationId xmlns:a16="http://schemas.microsoft.com/office/drawing/2014/main" id="{7248DB09-6710-D390-D957-B49547BF374A}"/>
              </a:ext>
            </a:extLst>
          </p:cNvPr>
          <p:cNvSpPr txBox="1">
            <a:spLocks/>
          </p:cNvSpPr>
          <p:nvPr/>
        </p:nvSpPr>
        <p:spPr>
          <a:xfrm>
            <a:off x="8102154" y="3590926"/>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8</a:t>
            </a:r>
          </a:p>
        </p:txBody>
      </p:sp>
      <p:sp>
        <p:nvSpPr>
          <p:cNvPr id="48" name="Text Placeholder 36">
            <a:extLst>
              <a:ext uri="{FF2B5EF4-FFF2-40B4-BE49-F238E27FC236}">
                <a16:creationId xmlns:a16="http://schemas.microsoft.com/office/drawing/2014/main" id="{1052A5F3-2EC5-6EAC-9000-B51B74B8B83E}"/>
              </a:ext>
            </a:extLst>
          </p:cNvPr>
          <p:cNvSpPr txBox="1">
            <a:spLocks/>
          </p:cNvSpPr>
          <p:nvPr/>
        </p:nvSpPr>
        <p:spPr>
          <a:xfrm>
            <a:off x="8102154" y="5027613"/>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9</a:t>
            </a:r>
          </a:p>
        </p:txBody>
      </p:sp>
    </p:spTree>
    <p:extLst>
      <p:ext uri="{BB962C8B-B14F-4D97-AF65-F5344CB8AC3E}">
        <p14:creationId xmlns:p14="http://schemas.microsoft.com/office/powerpoint/2010/main" val="2115351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8CC62-24C2-A87D-79DE-17E36925449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68DDF914-A508-E71E-47CF-8F40086118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9" name="think-cell data - do not delete" hidden="1">
                        <a:extLst>
                          <a:ext uri="{FF2B5EF4-FFF2-40B4-BE49-F238E27FC236}">
                            <a16:creationId xmlns:a16="http://schemas.microsoft.com/office/drawing/2014/main" id="{68DDF914-A508-E71E-47CF-8F40086118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Text Placeholder 17">
            <a:extLst>
              <a:ext uri="{FF2B5EF4-FFF2-40B4-BE49-F238E27FC236}">
                <a16:creationId xmlns:a16="http://schemas.microsoft.com/office/drawing/2014/main" id="{5F68D4B9-8968-3C3C-B38A-E6E72D88438C}"/>
              </a:ext>
            </a:extLst>
          </p:cNvPr>
          <p:cNvSpPr>
            <a:spLocks noGrp="1"/>
          </p:cNvSpPr>
          <p:nvPr>
            <p:ph type="body" sz="quarter" idx="23"/>
          </p:nvPr>
        </p:nvSpPr>
        <p:spPr/>
        <p:txBody>
          <a:bodyPr/>
          <a:lstStyle/>
          <a:p>
            <a:endParaRPr lang="en-US"/>
          </a:p>
        </p:txBody>
      </p:sp>
      <p:sp>
        <p:nvSpPr>
          <p:cNvPr id="5" name="Textplatzhalter 4">
            <a:extLst>
              <a:ext uri="{FF2B5EF4-FFF2-40B4-BE49-F238E27FC236}">
                <a16:creationId xmlns:a16="http://schemas.microsoft.com/office/drawing/2014/main" id="{DA5C25F7-F8C5-39EC-768A-041130573327}"/>
              </a:ext>
            </a:extLst>
          </p:cNvPr>
          <p:cNvSpPr>
            <a:spLocks noGrp="1"/>
          </p:cNvSpPr>
          <p:nvPr>
            <p:ph type="body" sz="quarter" idx="19"/>
          </p:nvPr>
        </p:nvSpPr>
        <p:spPr>
          <a:xfrm>
            <a:off x="431799" y="1489075"/>
            <a:ext cx="5569485" cy="2236214"/>
          </a:xfrm>
        </p:spPr>
        <p:txBody>
          <a:bodyPr>
            <a:noAutofit/>
          </a:bodyPr>
          <a:lstStyle/>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Mauris ipsum. Nulla metus metus, ullamcorper vel, tincidunt sed, euismod in, nibh. Quisque volutpat condimentum velit. Class aptent taciti sociosqu ad litora torquent per conubia nostra, per inceptos himenaeos.</a:t>
            </a:r>
          </a:p>
        </p:txBody>
      </p:sp>
      <p:sp>
        <p:nvSpPr>
          <p:cNvPr id="3" name="Textplatzhalter 2">
            <a:extLst>
              <a:ext uri="{FF2B5EF4-FFF2-40B4-BE49-F238E27FC236}">
                <a16:creationId xmlns:a16="http://schemas.microsoft.com/office/drawing/2014/main" id="{9212E391-2B49-E168-61F1-14779F0AA3B5}"/>
              </a:ext>
            </a:extLst>
          </p:cNvPr>
          <p:cNvSpPr>
            <a:spLocks noGrp="1"/>
          </p:cNvSpPr>
          <p:nvPr>
            <p:ph type="body" sz="quarter" idx="10"/>
          </p:nvPr>
        </p:nvSpPr>
        <p:spPr>
          <a:xfrm>
            <a:off x="431799" y="455313"/>
            <a:ext cx="9441249" cy="523220"/>
          </a:xfrm>
        </p:spPr>
        <p:txBody>
          <a:bodyPr>
            <a:noAutofit/>
          </a:bodyPr>
          <a:lstStyle/>
          <a:p>
            <a:r>
              <a:rPr lang="de-DE" dirty="0"/>
              <a:t>Titel der Folie</a:t>
            </a:r>
          </a:p>
        </p:txBody>
      </p:sp>
      <p:sp>
        <p:nvSpPr>
          <p:cNvPr id="2" name="Footer Placeholder 6">
            <a:extLst>
              <a:ext uri="{FF2B5EF4-FFF2-40B4-BE49-F238E27FC236}">
                <a16:creationId xmlns:a16="http://schemas.microsoft.com/office/drawing/2014/main" id="{CDCFA2B8-1FF3-B875-CA1D-288422107C64}"/>
              </a:ext>
            </a:extLst>
          </p:cNvPr>
          <p:cNvSpPr>
            <a:spLocks noGrp="1"/>
          </p:cNvSpPr>
          <p:nvPr>
            <p:ph type="ftr" sz="quarter" idx="3"/>
          </p:nvPr>
        </p:nvSpPr>
        <p:spPr>
          <a:xfrm>
            <a:off x="431800" y="6318250"/>
            <a:ext cx="4114800" cy="365125"/>
          </a:xfr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6" name="Textplatzhalter 5">
            <a:extLst>
              <a:ext uri="{FF2B5EF4-FFF2-40B4-BE49-F238E27FC236}">
                <a16:creationId xmlns:a16="http://schemas.microsoft.com/office/drawing/2014/main" id="{2BF35144-316B-96B1-C1C6-EE0B9140571C}"/>
              </a:ext>
            </a:extLst>
          </p:cNvPr>
          <p:cNvSpPr>
            <a:spLocks noGrp="1"/>
          </p:cNvSpPr>
          <p:nvPr>
            <p:ph type="body" sz="quarter" idx="20"/>
          </p:nvPr>
        </p:nvSpPr>
        <p:spPr>
          <a:xfrm>
            <a:off x="431799" y="3907411"/>
            <a:ext cx="5569485" cy="2236214"/>
          </a:xfrm>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p:txBody>
      </p:sp>
      <p:sp>
        <p:nvSpPr>
          <p:cNvPr id="7" name="Textplatzhalter 6">
            <a:extLst>
              <a:ext uri="{FF2B5EF4-FFF2-40B4-BE49-F238E27FC236}">
                <a16:creationId xmlns:a16="http://schemas.microsoft.com/office/drawing/2014/main" id="{AC0C9C7D-E2E3-85FA-AB95-6C0E8486454A}"/>
              </a:ext>
            </a:extLst>
          </p:cNvPr>
          <p:cNvSpPr>
            <a:spLocks noGrp="1"/>
          </p:cNvSpPr>
          <p:nvPr>
            <p:ph type="body" sz="quarter" idx="21"/>
          </p:nvPr>
        </p:nvSpPr>
        <p:spPr>
          <a:xfrm>
            <a:off x="6184364" y="1489076"/>
            <a:ext cx="5569485" cy="2121913"/>
          </a:xfrm>
        </p:spPr>
        <p:txBody>
          <a:bodyPr>
            <a:noAutofit/>
          </a:bodyPr>
          <a:lstStyle/>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p:txBody>
      </p:sp>
      <p:sp>
        <p:nvSpPr>
          <p:cNvPr id="8" name="Textplatzhalter 7">
            <a:extLst>
              <a:ext uri="{FF2B5EF4-FFF2-40B4-BE49-F238E27FC236}">
                <a16:creationId xmlns:a16="http://schemas.microsoft.com/office/drawing/2014/main" id="{D1BCC8C5-6F7D-378D-8202-DA76B966D9F1}"/>
              </a:ext>
            </a:extLst>
          </p:cNvPr>
          <p:cNvSpPr>
            <a:spLocks noGrp="1"/>
          </p:cNvSpPr>
          <p:nvPr>
            <p:ph type="body" sz="quarter" idx="22"/>
          </p:nvPr>
        </p:nvSpPr>
        <p:spPr>
          <a:xfrm>
            <a:off x="6184364" y="3907411"/>
            <a:ext cx="5569485" cy="2236214"/>
          </a:xfrm>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p:txBody>
      </p:sp>
      <p:sp>
        <p:nvSpPr>
          <p:cNvPr id="4" name="Textplatzhalter 3">
            <a:extLst>
              <a:ext uri="{FF2B5EF4-FFF2-40B4-BE49-F238E27FC236}">
                <a16:creationId xmlns:a16="http://schemas.microsoft.com/office/drawing/2014/main" id="{B6B6BDBE-FE8F-049A-EFA2-C2BE95DBEF6D}"/>
              </a:ext>
            </a:extLst>
          </p:cNvPr>
          <p:cNvSpPr>
            <a:spLocks noGrp="1"/>
          </p:cNvSpPr>
          <p:nvPr>
            <p:ph type="body" sz="quarter" idx="12"/>
          </p:nvPr>
        </p:nvSpPr>
        <p:spPr>
          <a:xfrm>
            <a:off x="431799" y="208228"/>
            <a:ext cx="9441249" cy="307777"/>
          </a:xfrm>
        </p:spPr>
        <p:txBody>
          <a:bodyPr>
            <a:noAutofit/>
          </a:bodyPr>
          <a:lstStyle/>
          <a:p>
            <a:r>
              <a:rPr lang="de-DE" dirty="0"/>
              <a:t>Kapitel</a:t>
            </a:r>
          </a:p>
        </p:txBody>
      </p:sp>
    </p:spTree>
    <p:extLst>
      <p:ext uri="{BB962C8B-B14F-4D97-AF65-F5344CB8AC3E}">
        <p14:creationId xmlns:p14="http://schemas.microsoft.com/office/powerpoint/2010/main" val="1781835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9BB5-21E3-3ECD-F8CE-563767887B0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17978B2-3786-ABAD-4F27-2EC703B205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9" name="think-cell data - do not delete" hidden="1">
                        <a:extLst>
                          <a:ext uri="{FF2B5EF4-FFF2-40B4-BE49-F238E27FC236}">
                            <a16:creationId xmlns:a16="http://schemas.microsoft.com/office/drawing/2014/main" id="{A17978B2-3786-ABAD-4F27-2EC703B205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2B46BFF7-288D-FD62-9046-80CC26CF9EE9}"/>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20D8964A-2124-1C88-6DA1-B71B3D82C13D}"/>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6" name="Textplatzhalter 5">
            <a:extLst>
              <a:ext uri="{FF2B5EF4-FFF2-40B4-BE49-F238E27FC236}">
                <a16:creationId xmlns:a16="http://schemas.microsoft.com/office/drawing/2014/main" id="{0EC745E6-A2E6-6985-1C60-E2A382C9B819}"/>
              </a:ext>
            </a:extLst>
          </p:cNvPr>
          <p:cNvSpPr>
            <a:spLocks noGrp="1"/>
          </p:cNvSpPr>
          <p:nvPr>
            <p:ph type="body" sz="quarter" idx="19"/>
          </p:nvPr>
        </p:nvSpPr>
        <p:spPr/>
        <p:txBody>
          <a:bodyPr>
            <a:noAutofit/>
          </a:bodyPr>
          <a:lstStyle/>
          <a:p>
            <a:r>
              <a:rPr lang="de-DE" dirty="0"/>
              <a:t>Lorem ipsum dolor sit amet, consectetur adipiscing elit. Integer nec odio. Praesent libero. Sed cursus ante dapibus diam. Sed</a:t>
            </a:r>
          </a:p>
        </p:txBody>
      </p:sp>
      <p:sp>
        <p:nvSpPr>
          <p:cNvPr id="7" name="Textplatzhalter 6">
            <a:extLst>
              <a:ext uri="{FF2B5EF4-FFF2-40B4-BE49-F238E27FC236}">
                <a16:creationId xmlns:a16="http://schemas.microsoft.com/office/drawing/2014/main" id="{8968275F-EF69-F3F3-E7CE-55387BC2F417}"/>
              </a:ext>
            </a:extLst>
          </p:cNvPr>
          <p:cNvSpPr>
            <a:spLocks noGrp="1"/>
          </p:cNvSpPr>
          <p:nvPr>
            <p:ph type="body" sz="quarter" idx="20"/>
          </p:nvPr>
        </p:nvSpPr>
        <p:spPr/>
        <p:txBody>
          <a:bodyPr>
            <a:noAutofit/>
          </a:bodyPr>
          <a:lstStyle/>
          <a:p>
            <a:r>
              <a:rPr lang="de-DE" dirty="0"/>
              <a:t>Lorem ipsum dolor sit amet, consectetur adipiscing elit. Integer nec odio. Praesent libero. Sed cursus ante dapibus diam. Sed</a:t>
            </a:r>
          </a:p>
        </p:txBody>
      </p:sp>
      <p:sp>
        <p:nvSpPr>
          <p:cNvPr id="8" name="Textplatzhalter 7">
            <a:extLst>
              <a:ext uri="{FF2B5EF4-FFF2-40B4-BE49-F238E27FC236}">
                <a16:creationId xmlns:a16="http://schemas.microsoft.com/office/drawing/2014/main" id="{96CD2368-E5E3-5174-FEA1-2DE081CCA275}"/>
              </a:ext>
            </a:extLst>
          </p:cNvPr>
          <p:cNvSpPr>
            <a:spLocks noGrp="1"/>
          </p:cNvSpPr>
          <p:nvPr>
            <p:ph type="body" sz="quarter" idx="21"/>
          </p:nvPr>
        </p:nvSpPr>
        <p:spPr/>
        <p:txBody>
          <a:bodyPr>
            <a:noAutofit/>
          </a:bodyPr>
          <a:lstStyle/>
          <a:p>
            <a:r>
              <a:rPr lang="de-DE" dirty="0"/>
              <a:t>Lorem ipsum dolor sit amet, consectetur adipiscing elit. Integer nec odio. Praesent libero. Sed cursus ante dapibus diam. Sed</a:t>
            </a:r>
          </a:p>
        </p:txBody>
      </p:sp>
      <p:graphicFrame>
        <p:nvGraphicFramePr>
          <p:cNvPr id="10" name="Diagrammplatzhalter 9">
            <a:extLst>
              <a:ext uri="{FF2B5EF4-FFF2-40B4-BE49-F238E27FC236}">
                <a16:creationId xmlns:a16="http://schemas.microsoft.com/office/drawing/2014/main" id="{0953364A-A5ED-BA7B-0373-1F21BD263632}"/>
              </a:ext>
            </a:extLst>
          </p:cNvPr>
          <p:cNvGraphicFramePr>
            <a:graphicFrameLocks noGrp="1"/>
          </p:cNvGraphicFramePr>
          <p:nvPr>
            <p:ph type="chart" sz="quarter" idx="14"/>
            <p:extLst>
              <p:ext uri="{D42A27DB-BD31-4B8C-83A1-F6EECF244321}">
                <p14:modId xmlns:p14="http://schemas.microsoft.com/office/powerpoint/2010/main" val="3849613901"/>
              </p:ext>
            </p:extLst>
          </p:nvPr>
        </p:nvGraphicFramePr>
        <p:xfrm>
          <a:off x="431800" y="1489075"/>
          <a:ext cx="3659188" cy="3597275"/>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cx1="http://schemas.microsoft.com/office/drawing/2015/9/8/chartex">
        <mc:Choice Requires="cx1">
          <p:graphicFrame>
            <p:nvGraphicFramePr>
              <p:cNvPr id="11" name="Diagrammplatzhalter 10">
                <a:extLst>
                  <a:ext uri="{FF2B5EF4-FFF2-40B4-BE49-F238E27FC236}">
                    <a16:creationId xmlns:a16="http://schemas.microsoft.com/office/drawing/2014/main" id="{1E4E0EE7-7272-809C-024D-B717877C8E07}"/>
                  </a:ext>
                </a:extLst>
              </p:cNvPr>
              <p:cNvGraphicFramePr>
                <a:graphicFrameLocks noGrp="1"/>
              </p:cNvGraphicFramePr>
              <p:nvPr>
                <p:ph type="chart" sz="quarter" idx="22"/>
                <p:extLst>
                  <p:ext uri="{D42A27DB-BD31-4B8C-83A1-F6EECF244321}">
                    <p14:modId xmlns:p14="http://schemas.microsoft.com/office/powerpoint/2010/main" val="828472603"/>
                  </p:ext>
                </p:extLst>
              </p:nvPr>
            </p:nvGraphicFramePr>
            <p:xfrm>
              <a:off x="4265613" y="1489075"/>
              <a:ext cx="3660775" cy="3597275"/>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11" name="Diagrammplatzhalter 10">
                <a:extLst>
                  <a:ext uri="{FF2B5EF4-FFF2-40B4-BE49-F238E27FC236}">
                    <a16:creationId xmlns:a16="http://schemas.microsoft.com/office/drawing/2014/main" id="{1E4E0EE7-7272-809C-024D-B717877C8E07}"/>
                  </a:ext>
                </a:extLst>
              </p:cNvPr>
              <p:cNvPicPr>
                <a:picLocks noGrp="1" noRot="1" noChangeAspect="1" noMove="1" noResize="1" noEditPoints="1" noAdjustHandles="1" noChangeArrowheads="1" noChangeShapeType="1"/>
              </p:cNvPicPr>
              <p:nvPr/>
            </p:nvPicPr>
            <p:blipFill>
              <a:blip r:embed="rId8"/>
              <a:stretch>
                <a:fillRect/>
              </a:stretch>
            </p:blipFill>
            <p:spPr>
              <a:xfrm>
                <a:off x="4265613" y="1489075"/>
                <a:ext cx="3660775" cy="3597275"/>
              </a:xfrm>
              <a:prstGeom prst="rect">
                <a:avLst/>
              </a:prstGeom>
            </p:spPr>
          </p:pic>
        </mc:Fallback>
      </mc:AlternateContent>
      <p:graphicFrame>
        <p:nvGraphicFramePr>
          <p:cNvPr id="12" name="Diagrammplatzhalter 11">
            <a:extLst>
              <a:ext uri="{FF2B5EF4-FFF2-40B4-BE49-F238E27FC236}">
                <a16:creationId xmlns:a16="http://schemas.microsoft.com/office/drawing/2014/main" id="{66892D2B-42A7-42B8-9454-0531BF3784C6}"/>
              </a:ext>
            </a:extLst>
          </p:cNvPr>
          <p:cNvGraphicFramePr>
            <a:graphicFrameLocks noGrp="1"/>
          </p:cNvGraphicFramePr>
          <p:nvPr>
            <p:ph type="chart" sz="quarter" idx="23"/>
            <p:extLst>
              <p:ext uri="{D42A27DB-BD31-4B8C-83A1-F6EECF244321}">
                <p14:modId xmlns:p14="http://schemas.microsoft.com/office/powerpoint/2010/main" val="2649165919"/>
              </p:ext>
            </p:extLst>
          </p:nvPr>
        </p:nvGraphicFramePr>
        <p:xfrm>
          <a:off x="8094663" y="1489075"/>
          <a:ext cx="3659187" cy="3597275"/>
        </p:xfrm>
        <a:graphic>
          <a:graphicData uri="http://schemas.openxmlformats.org/drawingml/2006/chart">
            <c:chart xmlns:c="http://schemas.openxmlformats.org/drawingml/2006/chart" xmlns:r="http://schemas.openxmlformats.org/officeDocument/2006/relationships" r:id="rId9"/>
          </a:graphicData>
        </a:graphic>
      </p:graphicFrame>
      <p:sp>
        <p:nvSpPr>
          <p:cNvPr id="4" name="Textplatzhalter 3">
            <a:extLst>
              <a:ext uri="{FF2B5EF4-FFF2-40B4-BE49-F238E27FC236}">
                <a16:creationId xmlns:a16="http://schemas.microsoft.com/office/drawing/2014/main" id="{7EC97697-E299-0D67-3A3C-F292C3254FC6}"/>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2572373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5816-7B60-70C0-AED8-60DB9C809CA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5D3021C-6611-9FB1-1061-FE40DB57A10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75D3021C-6611-9FB1-1061-FE40DB57A10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9" name="Textplatzhalter 98">
            <a:extLst>
              <a:ext uri="{FF2B5EF4-FFF2-40B4-BE49-F238E27FC236}">
                <a16:creationId xmlns:a16="http://schemas.microsoft.com/office/drawing/2014/main" id="{8106E8A5-3EC8-F8EA-020C-A2B366A6D842}"/>
              </a:ext>
            </a:extLst>
          </p:cNvPr>
          <p:cNvSpPr>
            <a:spLocks noGrp="1"/>
          </p:cNvSpPr>
          <p:nvPr>
            <p:ph type="body" sz="quarter" idx="19"/>
          </p:nvPr>
        </p:nvSpPr>
        <p:spPr/>
        <p:txBody>
          <a:bodyPr/>
          <a:lstStyle/>
          <a:p>
            <a:r>
              <a:rPr lang="de-DE" dirty="0"/>
              <a:t>Text</a:t>
            </a:r>
          </a:p>
        </p:txBody>
      </p:sp>
      <p:sp>
        <p:nvSpPr>
          <p:cNvPr id="100" name="Textplatzhalter 99">
            <a:extLst>
              <a:ext uri="{FF2B5EF4-FFF2-40B4-BE49-F238E27FC236}">
                <a16:creationId xmlns:a16="http://schemas.microsoft.com/office/drawing/2014/main" id="{5ECC3B7A-30B9-639A-9058-9D99B7C81695}"/>
              </a:ext>
            </a:extLst>
          </p:cNvPr>
          <p:cNvSpPr>
            <a:spLocks noGrp="1"/>
          </p:cNvSpPr>
          <p:nvPr>
            <p:ph type="body" sz="quarter" idx="20"/>
          </p:nvPr>
        </p:nvSpPr>
        <p:spPr/>
        <p:txBody>
          <a:bodyPr/>
          <a:lstStyle/>
          <a:p>
            <a:r>
              <a:rPr lang="de-DE" dirty="0"/>
              <a:t>Text</a:t>
            </a:r>
          </a:p>
        </p:txBody>
      </p:sp>
      <p:sp>
        <p:nvSpPr>
          <p:cNvPr id="101" name="Textplatzhalter 100">
            <a:extLst>
              <a:ext uri="{FF2B5EF4-FFF2-40B4-BE49-F238E27FC236}">
                <a16:creationId xmlns:a16="http://schemas.microsoft.com/office/drawing/2014/main" id="{C5C94407-0541-5711-55D8-5E9CAF38531F}"/>
              </a:ext>
            </a:extLst>
          </p:cNvPr>
          <p:cNvSpPr>
            <a:spLocks noGrp="1"/>
          </p:cNvSpPr>
          <p:nvPr>
            <p:ph type="body" sz="quarter" idx="21"/>
          </p:nvPr>
        </p:nvSpPr>
        <p:spPr/>
        <p:txBody>
          <a:bodyPr/>
          <a:lstStyle/>
          <a:p>
            <a:r>
              <a:rPr lang="de-DE" dirty="0"/>
              <a:t>Text</a:t>
            </a:r>
          </a:p>
        </p:txBody>
      </p:sp>
      <p:sp>
        <p:nvSpPr>
          <p:cNvPr id="102" name="Textplatzhalter 101">
            <a:extLst>
              <a:ext uri="{FF2B5EF4-FFF2-40B4-BE49-F238E27FC236}">
                <a16:creationId xmlns:a16="http://schemas.microsoft.com/office/drawing/2014/main" id="{D984E19E-9A4A-1466-C35C-D0D0D3BAEB98}"/>
              </a:ext>
            </a:extLst>
          </p:cNvPr>
          <p:cNvSpPr>
            <a:spLocks noGrp="1"/>
          </p:cNvSpPr>
          <p:nvPr>
            <p:ph type="body" sz="quarter" idx="22"/>
          </p:nvPr>
        </p:nvSpPr>
        <p:spPr/>
        <p:txBody>
          <a:bodyPr/>
          <a:lstStyle/>
          <a:p>
            <a:r>
              <a:rPr lang="de-DE" dirty="0"/>
              <a:t>Text</a:t>
            </a:r>
          </a:p>
        </p:txBody>
      </p:sp>
      <p:sp>
        <p:nvSpPr>
          <p:cNvPr id="103" name="Textplatzhalter 102">
            <a:extLst>
              <a:ext uri="{FF2B5EF4-FFF2-40B4-BE49-F238E27FC236}">
                <a16:creationId xmlns:a16="http://schemas.microsoft.com/office/drawing/2014/main" id="{E97FEE89-0203-1506-66ED-81A56C7D13A6}"/>
              </a:ext>
            </a:extLst>
          </p:cNvPr>
          <p:cNvSpPr>
            <a:spLocks noGrp="1"/>
          </p:cNvSpPr>
          <p:nvPr>
            <p:ph type="body" sz="quarter" idx="23"/>
          </p:nvPr>
        </p:nvSpPr>
        <p:spPr/>
        <p:txBody>
          <a:bodyPr/>
          <a:lstStyle/>
          <a:p>
            <a:r>
              <a:rPr lang="de-DE" dirty="0"/>
              <a:t>Text</a:t>
            </a:r>
          </a:p>
        </p:txBody>
      </p:sp>
      <p:sp>
        <p:nvSpPr>
          <p:cNvPr id="104" name="Textplatzhalter 103">
            <a:extLst>
              <a:ext uri="{FF2B5EF4-FFF2-40B4-BE49-F238E27FC236}">
                <a16:creationId xmlns:a16="http://schemas.microsoft.com/office/drawing/2014/main" id="{C7AE84A7-66F5-CC3E-8D28-03DB9B55FF31}"/>
              </a:ext>
            </a:extLst>
          </p:cNvPr>
          <p:cNvSpPr>
            <a:spLocks noGrp="1"/>
          </p:cNvSpPr>
          <p:nvPr>
            <p:ph type="body" sz="quarter" idx="24"/>
          </p:nvPr>
        </p:nvSpPr>
        <p:spPr/>
        <p:txBody>
          <a:bodyPr/>
          <a:lstStyle/>
          <a:p>
            <a:r>
              <a:rPr lang="de-DE" dirty="0"/>
              <a:t>Text</a:t>
            </a:r>
          </a:p>
        </p:txBody>
      </p:sp>
      <p:sp>
        <p:nvSpPr>
          <p:cNvPr id="93" name="Textplatzhalter 92">
            <a:extLst>
              <a:ext uri="{FF2B5EF4-FFF2-40B4-BE49-F238E27FC236}">
                <a16:creationId xmlns:a16="http://schemas.microsoft.com/office/drawing/2014/main" id="{679783B3-4318-691E-13A0-C325D9826524}"/>
              </a:ext>
            </a:extLst>
          </p:cNvPr>
          <p:cNvSpPr>
            <a:spLocks noGrp="1"/>
          </p:cNvSpPr>
          <p:nvPr>
            <p:ph type="body" sz="quarter" idx="10"/>
          </p:nvPr>
        </p:nvSpPr>
        <p:spPr/>
        <p:txBody>
          <a:bodyPr/>
          <a:lstStyle/>
          <a:p>
            <a:r>
              <a:rPr lang="de-DE" dirty="0"/>
              <a:t>Titel der Folie</a:t>
            </a:r>
          </a:p>
        </p:txBody>
      </p:sp>
      <p:sp>
        <p:nvSpPr>
          <p:cNvPr id="6" name="Footer Placeholder 6">
            <a:extLst>
              <a:ext uri="{FF2B5EF4-FFF2-40B4-BE49-F238E27FC236}">
                <a16:creationId xmlns:a16="http://schemas.microsoft.com/office/drawing/2014/main" id="{44F5E1C5-B9FE-0A9E-B955-50ADB273661A}"/>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sp>
        <p:nvSpPr>
          <p:cNvPr id="105" name="Textplatzhalter 104">
            <a:extLst>
              <a:ext uri="{FF2B5EF4-FFF2-40B4-BE49-F238E27FC236}">
                <a16:creationId xmlns:a16="http://schemas.microsoft.com/office/drawing/2014/main" id="{9B23BF3D-2373-DCC9-F3D3-E3B82F7C9358}"/>
              </a:ext>
            </a:extLst>
          </p:cNvPr>
          <p:cNvSpPr>
            <a:spLocks noGrp="1"/>
          </p:cNvSpPr>
          <p:nvPr>
            <p:ph type="body" sz="quarter" idx="25"/>
          </p:nvPr>
        </p:nvSpPr>
        <p:spPr/>
        <p:txBody>
          <a:bodyPr/>
          <a:lstStyle/>
          <a:p>
            <a:r>
              <a:rPr lang="de-DE" dirty="0"/>
              <a:t>Text</a:t>
            </a:r>
          </a:p>
        </p:txBody>
      </p:sp>
      <p:sp>
        <p:nvSpPr>
          <p:cNvPr id="106" name="Textplatzhalter 105">
            <a:extLst>
              <a:ext uri="{FF2B5EF4-FFF2-40B4-BE49-F238E27FC236}">
                <a16:creationId xmlns:a16="http://schemas.microsoft.com/office/drawing/2014/main" id="{F045DB3E-CB3D-F2B9-1D7E-F3013AA01DF3}"/>
              </a:ext>
            </a:extLst>
          </p:cNvPr>
          <p:cNvSpPr>
            <a:spLocks noGrp="1"/>
          </p:cNvSpPr>
          <p:nvPr>
            <p:ph type="body" sz="quarter" idx="26"/>
          </p:nvPr>
        </p:nvSpPr>
        <p:spPr/>
        <p:txBody>
          <a:bodyPr/>
          <a:lstStyle/>
          <a:p>
            <a:r>
              <a:rPr lang="de-DE" dirty="0"/>
              <a:t>Text</a:t>
            </a:r>
          </a:p>
        </p:txBody>
      </p:sp>
      <p:sp>
        <p:nvSpPr>
          <p:cNvPr id="107" name="Textplatzhalter 106">
            <a:extLst>
              <a:ext uri="{FF2B5EF4-FFF2-40B4-BE49-F238E27FC236}">
                <a16:creationId xmlns:a16="http://schemas.microsoft.com/office/drawing/2014/main" id="{BEE51D90-131A-1643-BAE8-97CC7E1986C6}"/>
              </a:ext>
            </a:extLst>
          </p:cNvPr>
          <p:cNvSpPr>
            <a:spLocks noGrp="1"/>
          </p:cNvSpPr>
          <p:nvPr>
            <p:ph type="body" sz="quarter" idx="27"/>
          </p:nvPr>
        </p:nvSpPr>
        <p:spPr/>
        <p:txBody>
          <a:bodyPr/>
          <a:lstStyle/>
          <a:p>
            <a:r>
              <a:rPr lang="de-DE" dirty="0"/>
              <a:t>Text</a:t>
            </a:r>
          </a:p>
        </p:txBody>
      </p:sp>
      <p:sp>
        <p:nvSpPr>
          <p:cNvPr id="108" name="Textplatzhalter 107">
            <a:extLst>
              <a:ext uri="{FF2B5EF4-FFF2-40B4-BE49-F238E27FC236}">
                <a16:creationId xmlns:a16="http://schemas.microsoft.com/office/drawing/2014/main" id="{32327FE9-5244-38D4-36F1-CE7785655496}"/>
              </a:ext>
            </a:extLst>
          </p:cNvPr>
          <p:cNvSpPr>
            <a:spLocks noGrp="1"/>
          </p:cNvSpPr>
          <p:nvPr>
            <p:ph type="body" sz="quarter" idx="28"/>
          </p:nvPr>
        </p:nvSpPr>
        <p:spPr/>
        <p:txBody>
          <a:bodyPr/>
          <a:lstStyle/>
          <a:p>
            <a:r>
              <a:rPr lang="de-DE" dirty="0"/>
              <a:t>Text</a:t>
            </a:r>
          </a:p>
        </p:txBody>
      </p:sp>
      <p:sp>
        <p:nvSpPr>
          <p:cNvPr id="109" name="Textplatzhalter 108">
            <a:extLst>
              <a:ext uri="{FF2B5EF4-FFF2-40B4-BE49-F238E27FC236}">
                <a16:creationId xmlns:a16="http://schemas.microsoft.com/office/drawing/2014/main" id="{63CBA59C-5709-E16A-036F-58F8E34EE5FA}"/>
              </a:ext>
            </a:extLst>
          </p:cNvPr>
          <p:cNvSpPr>
            <a:spLocks noGrp="1"/>
          </p:cNvSpPr>
          <p:nvPr>
            <p:ph type="body" sz="quarter" idx="29"/>
          </p:nvPr>
        </p:nvSpPr>
        <p:spPr/>
        <p:txBody>
          <a:bodyPr/>
          <a:lstStyle/>
          <a:p>
            <a:r>
              <a:rPr lang="de-DE" dirty="0"/>
              <a:t>Text</a:t>
            </a:r>
          </a:p>
        </p:txBody>
      </p:sp>
      <p:sp>
        <p:nvSpPr>
          <p:cNvPr id="110" name="Textplatzhalter 109">
            <a:extLst>
              <a:ext uri="{FF2B5EF4-FFF2-40B4-BE49-F238E27FC236}">
                <a16:creationId xmlns:a16="http://schemas.microsoft.com/office/drawing/2014/main" id="{1B54801C-2ACF-0EF7-0088-D1A7F7D80D1F}"/>
              </a:ext>
            </a:extLst>
          </p:cNvPr>
          <p:cNvSpPr>
            <a:spLocks noGrp="1"/>
          </p:cNvSpPr>
          <p:nvPr>
            <p:ph type="body" sz="quarter" idx="30"/>
          </p:nvPr>
        </p:nvSpPr>
        <p:spPr/>
        <p:txBody>
          <a:bodyPr/>
          <a:lstStyle/>
          <a:p>
            <a:pPr marL="0" indent="0" algn="ctr">
              <a:buNone/>
            </a:pPr>
            <a:r>
              <a:rPr lang="de-DE" dirty="0"/>
              <a:t>Text</a:t>
            </a:r>
          </a:p>
        </p:txBody>
      </p:sp>
      <p:sp>
        <p:nvSpPr>
          <p:cNvPr id="111" name="Textplatzhalter 110">
            <a:extLst>
              <a:ext uri="{FF2B5EF4-FFF2-40B4-BE49-F238E27FC236}">
                <a16:creationId xmlns:a16="http://schemas.microsoft.com/office/drawing/2014/main" id="{CE995E1D-D1D3-BEF0-4E70-36E1585FB60A}"/>
              </a:ext>
            </a:extLst>
          </p:cNvPr>
          <p:cNvSpPr>
            <a:spLocks noGrp="1"/>
          </p:cNvSpPr>
          <p:nvPr>
            <p:ph type="body" sz="quarter" idx="31"/>
          </p:nvPr>
        </p:nvSpPr>
        <p:spPr/>
        <p:txBody>
          <a:bodyPr/>
          <a:lstStyle/>
          <a:p>
            <a:r>
              <a:rPr lang="de-DE" dirty="0"/>
              <a:t>Text</a:t>
            </a:r>
          </a:p>
        </p:txBody>
      </p:sp>
      <p:sp>
        <p:nvSpPr>
          <p:cNvPr id="112" name="Textplatzhalter 111">
            <a:extLst>
              <a:ext uri="{FF2B5EF4-FFF2-40B4-BE49-F238E27FC236}">
                <a16:creationId xmlns:a16="http://schemas.microsoft.com/office/drawing/2014/main" id="{DB3117DB-05CC-4190-2276-3C5894D1E205}"/>
              </a:ext>
            </a:extLst>
          </p:cNvPr>
          <p:cNvSpPr>
            <a:spLocks noGrp="1"/>
          </p:cNvSpPr>
          <p:nvPr>
            <p:ph type="body" sz="quarter" idx="32"/>
          </p:nvPr>
        </p:nvSpPr>
        <p:spPr/>
        <p:txBody>
          <a:bodyPr/>
          <a:lstStyle/>
          <a:p>
            <a:r>
              <a:rPr lang="de-DE" dirty="0"/>
              <a:t>Text</a:t>
            </a:r>
          </a:p>
        </p:txBody>
      </p:sp>
      <p:sp>
        <p:nvSpPr>
          <p:cNvPr id="113" name="Textplatzhalter 112">
            <a:extLst>
              <a:ext uri="{FF2B5EF4-FFF2-40B4-BE49-F238E27FC236}">
                <a16:creationId xmlns:a16="http://schemas.microsoft.com/office/drawing/2014/main" id="{E61DC5EF-A301-1EEF-8D4E-C470A814823E}"/>
              </a:ext>
            </a:extLst>
          </p:cNvPr>
          <p:cNvSpPr>
            <a:spLocks noGrp="1"/>
          </p:cNvSpPr>
          <p:nvPr>
            <p:ph type="body" sz="quarter" idx="33"/>
          </p:nvPr>
        </p:nvSpPr>
        <p:spPr/>
        <p:txBody>
          <a:bodyPr/>
          <a:lstStyle/>
          <a:p>
            <a:r>
              <a:rPr lang="de-DE" dirty="0"/>
              <a:t>Text</a:t>
            </a:r>
          </a:p>
        </p:txBody>
      </p:sp>
      <p:sp>
        <p:nvSpPr>
          <p:cNvPr id="114" name="Textplatzhalter 113">
            <a:extLst>
              <a:ext uri="{FF2B5EF4-FFF2-40B4-BE49-F238E27FC236}">
                <a16:creationId xmlns:a16="http://schemas.microsoft.com/office/drawing/2014/main" id="{2381F707-8F04-4C49-480B-7AA6D23BECF7}"/>
              </a:ext>
            </a:extLst>
          </p:cNvPr>
          <p:cNvSpPr>
            <a:spLocks noGrp="1"/>
          </p:cNvSpPr>
          <p:nvPr>
            <p:ph type="body" sz="quarter" idx="34"/>
          </p:nvPr>
        </p:nvSpPr>
        <p:spPr/>
        <p:txBody>
          <a:bodyPr/>
          <a:lstStyle/>
          <a:p>
            <a:r>
              <a:rPr lang="de-DE" dirty="0"/>
              <a:t>Text</a:t>
            </a:r>
          </a:p>
        </p:txBody>
      </p:sp>
      <p:sp>
        <p:nvSpPr>
          <p:cNvPr id="115" name="Textplatzhalter 114">
            <a:extLst>
              <a:ext uri="{FF2B5EF4-FFF2-40B4-BE49-F238E27FC236}">
                <a16:creationId xmlns:a16="http://schemas.microsoft.com/office/drawing/2014/main" id="{12FAB0E0-F156-4FDA-DD92-DC3C0FB16A5E}"/>
              </a:ext>
            </a:extLst>
          </p:cNvPr>
          <p:cNvSpPr>
            <a:spLocks noGrp="1"/>
          </p:cNvSpPr>
          <p:nvPr>
            <p:ph type="body" sz="quarter" idx="35"/>
          </p:nvPr>
        </p:nvSpPr>
        <p:spPr/>
        <p:txBody>
          <a:bodyPr/>
          <a:lstStyle/>
          <a:p>
            <a:r>
              <a:rPr lang="de-DE" dirty="0"/>
              <a:t>Text</a:t>
            </a:r>
          </a:p>
        </p:txBody>
      </p:sp>
      <p:sp>
        <p:nvSpPr>
          <p:cNvPr id="116" name="Textplatzhalter 115">
            <a:extLst>
              <a:ext uri="{FF2B5EF4-FFF2-40B4-BE49-F238E27FC236}">
                <a16:creationId xmlns:a16="http://schemas.microsoft.com/office/drawing/2014/main" id="{F6B09C3D-501F-F951-AA5C-B2F10DF4DAFA}"/>
              </a:ext>
            </a:extLst>
          </p:cNvPr>
          <p:cNvSpPr>
            <a:spLocks noGrp="1"/>
          </p:cNvSpPr>
          <p:nvPr>
            <p:ph type="body" sz="quarter" idx="36"/>
          </p:nvPr>
        </p:nvSpPr>
        <p:spPr/>
        <p:txBody>
          <a:bodyPr/>
          <a:lstStyle/>
          <a:p>
            <a:pPr marL="0" indent="0" algn="ctr">
              <a:buNone/>
            </a:pPr>
            <a:r>
              <a:rPr lang="de-DE" dirty="0"/>
              <a:t>Text</a:t>
            </a:r>
          </a:p>
        </p:txBody>
      </p:sp>
      <p:sp>
        <p:nvSpPr>
          <p:cNvPr id="117" name="Textplatzhalter 116">
            <a:extLst>
              <a:ext uri="{FF2B5EF4-FFF2-40B4-BE49-F238E27FC236}">
                <a16:creationId xmlns:a16="http://schemas.microsoft.com/office/drawing/2014/main" id="{60847014-CCD1-72EB-4C89-D7B4FBEDDEC1}"/>
              </a:ext>
            </a:extLst>
          </p:cNvPr>
          <p:cNvSpPr>
            <a:spLocks noGrp="1"/>
          </p:cNvSpPr>
          <p:nvPr>
            <p:ph type="body" sz="quarter" idx="37"/>
          </p:nvPr>
        </p:nvSpPr>
        <p:spPr/>
        <p:txBody>
          <a:bodyPr/>
          <a:lstStyle/>
          <a:p>
            <a:r>
              <a:rPr lang="de-DE" dirty="0"/>
              <a:t>Text</a:t>
            </a:r>
          </a:p>
        </p:txBody>
      </p:sp>
      <p:sp>
        <p:nvSpPr>
          <p:cNvPr id="118" name="Textplatzhalter 117">
            <a:extLst>
              <a:ext uri="{FF2B5EF4-FFF2-40B4-BE49-F238E27FC236}">
                <a16:creationId xmlns:a16="http://schemas.microsoft.com/office/drawing/2014/main" id="{E6EEB8DE-760C-93E5-BA93-CD8714E25809}"/>
              </a:ext>
            </a:extLst>
          </p:cNvPr>
          <p:cNvSpPr>
            <a:spLocks noGrp="1"/>
          </p:cNvSpPr>
          <p:nvPr>
            <p:ph type="body" sz="quarter" idx="38"/>
          </p:nvPr>
        </p:nvSpPr>
        <p:spPr/>
        <p:txBody>
          <a:bodyPr/>
          <a:lstStyle/>
          <a:p>
            <a:r>
              <a:rPr lang="de-DE" dirty="0"/>
              <a:t>Text</a:t>
            </a:r>
          </a:p>
        </p:txBody>
      </p:sp>
      <p:sp>
        <p:nvSpPr>
          <p:cNvPr id="119" name="Textplatzhalter 118">
            <a:extLst>
              <a:ext uri="{FF2B5EF4-FFF2-40B4-BE49-F238E27FC236}">
                <a16:creationId xmlns:a16="http://schemas.microsoft.com/office/drawing/2014/main" id="{5CE4AE27-2160-2F88-0307-E18737E32128}"/>
              </a:ext>
            </a:extLst>
          </p:cNvPr>
          <p:cNvSpPr>
            <a:spLocks noGrp="1"/>
          </p:cNvSpPr>
          <p:nvPr>
            <p:ph type="body" sz="quarter" idx="39"/>
          </p:nvPr>
        </p:nvSpPr>
        <p:spPr/>
        <p:txBody>
          <a:bodyPr/>
          <a:lstStyle/>
          <a:p>
            <a:r>
              <a:rPr lang="de-DE" dirty="0"/>
              <a:t>Text</a:t>
            </a:r>
          </a:p>
        </p:txBody>
      </p:sp>
      <p:sp>
        <p:nvSpPr>
          <p:cNvPr id="120" name="Textplatzhalter 119">
            <a:extLst>
              <a:ext uri="{FF2B5EF4-FFF2-40B4-BE49-F238E27FC236}">
                <a16:creationId xmlns:a16="http://schemas.microsoft.com/office/drawing/2014/main" id="{0BC69504-978A-4722-474D-9E0B91714D87}"/>
              </a:ext>
            </a:extLst>
          </p:cNvPr>
          <p:cNvSpPr>
            <a:spLocks noGrp="1"/>
          </p:cNvSpPr>
          <p:nvPr>
            <p:ph type="body" sz="quarter" idx="40"/>
          </p:nvPr>
        </p:nvSpPr>
        <p:spPr/>
        <p:txBody>
          <a:bodyPr/>
          <a:lstStyle/>
          <a:p>
            <a:r>
              <a:rPr lang="de-DE" dirty="0"/>
              <a:t>Text</a:t>
            </a:r>
          </a:p>
        </p:txBody>
      </p:sp>
      <p:sp>
        <p:nvSpPr>
          <p:cNvPr id="121" name="Textplatzhalter 120">
            <a:extLst>
              <a:ext uri="{FF2B5EF4-FFF2-40B4-BE49-F238E27FC236}">
                <a16:creationId xmlns:a16="http://schemas.microsoft.com/office/drawing/2014/main" id="{9CE5DF61-6912-FD7D-8441-962B09BDE12E}"/>
              </a:ext>
            </a:extLst>
          </p:cNvPr>
          <p:cNvSpPr>
            <a:spLocks noGrp="1"/>
          </p:cNvSpPr>
          <p:nvPr>
            <p:ph type="body" sz="quarter" idx="41"/>
          </p:nvPr>
        </p:nvSpPr>
        <p:spPr/>
        <p:txBody>
          <a:bodyPr/>
          <a:lstStyle/>
          <a:p>
            <a:r>
              <a:rPr lang="de-DE" dirty="0"/>
              <a:t>Text</a:t>
            </a:r>
          </a:p>
        </p:txBody>
      </p:sp>
      <p:sp>
        <p:nvSpPr>
          <p:cNvPr id="122" name="Textplatzhalter 121">
            <a:extLst>
              <a:ext uri="{FF2B5EF4-FFF2-40B4-BE49-F238E27FC236}">
                <a16:creationId xmlns:a16="http://schemas.microsoft.com/office/drawing/2014/main" id="{047E4061-FCCC-2F88-5441-619BEB9A0923}"/>
              </a:ext>
            </a:extLst>
          </p:cNvPr>
          <p:cNvSpPr>
            <a:spLocks noGrp="1"/>
          </p:cNvSpPr>
          <p:nvPr>
            <p:ph type="body" sz="quarter" idx="42"/>
          </p:nvPr>
        </p:nvSpPr>
        <p:spPr/>
        <p:txBody>
          <a:bodyPr/>
          <a:lstStyle/>
          <a:p>
            <a:pPr marL="0" indent="0" algn="ctr">
              <a:buNone/>
            </a:pPr>
            <a:r>
              <a:rPr lang="de-DE" dirty="0"/>
              <a:t>Text</a:t>
            </a:r>
          </a:p>
        </p:txBody>
      </p:sp>
      <p:sp>
        <p:nvSpPr>
          <p:cNvPr id="95" name="Textplatzhalter 94">
            <a:extLst>
              <a:ext uri="{FF2B5EF4-FFF2-40B4-BE49-F238E27FC236}">
                <a16:creationId xmlns:a16="http://schemas.microsoft.com/office/drawing/2014/main" id="{9F0DB197-729F-2BD9-616A-39AB1B5B4043}"/>
              </a:ext>
            </a:extLst>
          </p:cNvPr>
          <p:cNvSpPr>
            <a:spLocks noGrp="1"/>
          </p:cNvSpPr>
          <p:nvPr>
            <p:ph type="body" sz="quarter" idx="14"/>
          </p:nvPr>
        </p:nvSpPr>
        <p:spPr/>
        <p:txBody>
          <a:bodyPr/>
          <a:lstStyle/>
          <a:p>
            <a:r>
              <a:rPr lang="de-DE" dirty="0"/>
              <a:t>Kategorie 01</a:t>
            </a:r>
          </a:p>
        </p:txBody>
      </p:sp>
      <p:sp>
        <p:nvSpPr>
          <p:cNvPr id="96" name="Textplatzhalter 95">
            <a:extLst>
              <a:ext uri="{FF2B5EF4-FFF2-40B4-BE49-F238E27FC236}">
                <a16:creationId xmlns:a16="http://schemas.microsoft.com/office/drawing/2014/main" id="{21398300-B203-0697-8573-AE451C9E252B}"/>
              </a:ext>
            </a:extLst>
          </p:cNvPr>
          <p:cNvSpPr>
            <a:spLocks noGrp="1"/>
          </p:cNvSpPr>
          <p:nvPr>
            <p:ph type="body" sz="quarter" idx="15"/>
          </p:nvPr>
        </p:nvSpPr>
        <p:spPr/>
        <p:txBody>
          <a:bodyPr/>
          <a:lstStyle/>
          <a:p>
            <a:r>
              <a:rPr lang="de-DE" dirty="0"/>
              <a:t>Kategorie 02</a:t>
            </a:r>
          </a:p>
        </p:txBody>
      </p:sp>
      <p:sp>
        <p:nvSpPr>
          <p:cNvPr id="97" name="Textplatzhalter 96">
            <a:extLst>
              <a:ext uri="{FF2B5EF4-FFF2-40B4-BE49-F238E27FC236}">
                <a16:creationId xmlns:a16="http://schemas.microsoft.com/office/drawing/2014/main" id="{4A15ECD9-1769-B4F0-BDD4-A47302A616DA}"/>
              </a:ext>
            </a:extLst>
          </p:cNvPr>
          <p:cNvSpPr>
            <a:spLocks noGrp="1"/>
          </p:cNvSpPr>
          <p:nvPr>
            <p:ph type="body" sz="quarter" idx="16"/>
          </p:nvPr>
        </p:nvSpPr>
        <p:spPr/>
        <p:txBody>
          <a:bodyPr/>
          <a:lstStyle/>
          <a:p>
            <a:r>
              <a:rPr lang="de-DE" dirty="0"/>
              <a:t>Kategorie 03</a:t>
            </a:r>
          </a:p>
        </p:txBody>
      </p:sp>
      <p:sp>
        <p:nvSpPr>
          <p:cNvPr id="98" name="Textplatzhalter 97">
            <a:extLst>
              <a:ext uri="{FF2B5EF4-FFF2-40B4-BE49-F238E27FC236}">
                <a16:creationId xmlns:a16="http://schemas.microsoft.com/office/drawing/2014/main" id="{6F44CB54-797B-AC12-955E-9B2AD895F083}"/>
              </a:ext>
            </a:extLst>
          </p:cNvPr>
          <p:cNvSpPr>
            <a:spLocks noGrp="1"/>
          </p:cNvSpPr>
          <p:nvPr>
            <p:ph type="body" sz="quarter" idx="17"/>
          </p:nvPr>
        </p:nvSpPr>
        <p:spPr/>
        <p:txBody>
          <a:bodyPr/>
          <a:lstStyle/>
          <a:p>
            <a:r>
              <a:rPr lang="de-DE" dirty="0"/>
              <a:t>Kategorie 04</a:t>
            </a:r>
          </a:p>
        </p:txBody>
      </p:sp>
      <p:sp>
        <p:nvSpPr>
          <p:cNvPr id="94" name="Textplatzhalter 93">
            <a:extLst>
              <a:ext uri="{FF2B5EF4-FFF2-40B4-BE49-F238E27FC236}">
                <a16:creationId xmlns:a16="http://schemas.microsoft.com/office/drawing/2014/main" id="{26F2C869-F9D3-65FE-FBE1-13BB220004F4}"/>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4114111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8F0E-CE85-BB04-470A-369AB630C8A3}"/>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6FD860D-5459-04F7-9290-AC067ED368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E6FD860D-5459-04F7-9290-AC067ED368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7" name="Text Placeholder 96">
            <a:extLst>
              <a:ext uri="{FF2B5EF4-FFF2-40B4-BE49-F238E27FC236}">
                <a16:creationId xmlns:a16="http://schemas.microsoft.com/office/drawing/2014/main" id="{BAAFD0AF-7060-7590-1298-3A76F0B6E7F9}"/>
              </a:ext>
            </a:extLst>
          </p:cNvPr>
          <p:cNvSpPr>
            <a:spLocks noGrp="1"/>
          </p:cNvSpPr>
          <p:nvPr>
            <p:ph type="body" sz="quarter" idx="10"/>
          </p:nvPr>
        </p:nvSpPr>
        <p:spPr/>
        <p:txBody>
          <a:bodyPr/>
          <a:lstStyle/>
          <a:p>
            <a:r>
              <a:rPr lang="en-US" dirty="0"/>
              <a:t>Titel der Folie </a:t>
            </a:r>
          </a:p>
        </p:txBody>
      </p:sp>
      <p:sp>
        <p:nvSpPr>
          <p:cNvPr id="113" name="Text Placeholder 112">
            <a:extLst>
              <a:ext uri="{FF2B5EF4-FFF2-40B4-BE49-F238E27FC236}">
                <a16:creationId xmlns:a16="http://schemas.microsoft.com/office/drawing/2014/main" id="{8EED37FA-51D3-241C-B313-E50DD75E933E}"/>
              </a:ext>
            </a:extLst>
          </p:cNvPr>
          <p:cNvSpPr>
            <a:spLocks noGrp="1"/>
          </p:cNvSpPr>
          <p:nvPr>
            <p:ph type="body" sz="quarter" idx="41"/>
          </p:nvPr>
        </p:nvSpPr>
        <p:spPr/>
        <p:txBody>
          <a:bodyPr/>
          <a:lstStyle/>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endParaRPr lang="de-DE" dirty="0"/>
          </a:p>
        </p:txBody>
      </p:sp>
      <p:sp>
        <p:nvSpPr>
          <p:cNvPr id="103" name="Text Placeholder 102">
            <a:extLst>
              <a:ext uri="{FF2B5EF4-FFF2-40B4-BE49-F238E27FC236}">
                <a16:creationId xmlns:a16="http://schemas.microsoft.com/office/drawing/2014/main" id="{DC60347C-E6B9-B6C5-82A1-3DC2525436AA}"/>
              </a:ext>
            </a:extLst>
          </p:cNvPr>
          <p:cNvSpPr>
            <a:spLocks noGrp="1"/>
          </p:cNvSpPr>
          <p:nvPr>
            <p:ph type="body" sz="quarter" idx="19"/>
          </p:nvPr>
        </p:nvSpPr>
        <p:spPr/>
        <p:txBody>
          <a:bodyPr/>
          <a:lstStyle/>
          <a:p>
            <a:r>
              <a:rPr lang="de-DE" dirty="0"/>
              <a:t>Text</a:t>
            </a:r>
          </a:p>
        </p:txBody>
      </p:sp>
      <p:sp>
        <p:nvSpPr>
          <p:cNvPr id="104" name="Text Placeholder 103">
            <a:extLst>
              <a:ext uri="{FF2B5EF4-FFF2-40B4-BE49-F238E27FC236}">
                <a16:creationId xmlns:a16="http://schemas.microsoft.com/office/drawing/2014/main" id="{DACB0248-D982-24C2-F2BF-80345D036672}"/>
              </a:ext>
            </a:extLst>
          </p:cNvPr>
          <p:cNvSpPr>
            <a:spLocks noGrp="1"/>
          </p:cNvSpPr>
          <p:nvPr>
            <p:ph type="body" sz="quarter" idx="20"/>
          </p:nvPr>
        </p:nvSpPr>
        <p:spPr/>
        <p:txBody>
          <a:bodyPr/>
          <a:lstStyle/>
          <a:p>
            <a:r>
              <a:rPr lang="de-DE" dirty="0"/>
              <a:t>Text</a:t>
            </a:r>
          </a:p>
        </p:txBody>
      </p:sp>
      <p:sp>
        <p:nvSpPr>
          <p:cNvPr id="105" name="Text Placeholder 104">
            <a:extLst>
              <a:ext uri="{FF2B5EF4-FFF2-40B4-BE49-F238E27FC236}">
                <a16:creationId xmlns:a16="http://schemas.microsoft.com/office/drawing/2014/main" id="{84E69DD7-A60D-D8D8-FF51-8B9C3F5F61C2}"/>
              </a:ext>
            </a:extLst>
          </p:cNvPr>
          <p:cNvSpPr>
            <a:spLocks noGrp="1"/>
          </p:cNvSpPr>
          <p:nvPr>
            <p:ph type="body" sz="quarter" idx="21"/>
          </p:nvPr>
        </p:nvSpPr>
        <p:spPr/>
        <p:txBody>
          <a:bodyPr/>
          <a:lstStyle/>
          <a:p>
            <a:r>
              <a:rPr lang="de-DE" dirty="0"/>
              <a:t>Text</a:t>
            </a:r>
          </a:p>
        </p:txBody>
      </p:sp>
      <p:sp>
        <p:nvSpPr>
          <p:cNvPr id="106" name="Text Placeholder 105">
            <a:extLst>
              <a:ext uri="{FF2B5EF4-FFF2-40B4-BE49-F238E27FC236}">
                <a16:creationId xmlns:a16="http://schemas.microsoft.com/office/drawing/2014/main" id="{DF72D828-135C-A1E5-C346-0262DFCF8B1A}"/>
              </a:ext>
            </a:extLst>
          </p:cNvPr>
          <p:cNvSpPr>
            <a:spLocks noGrp="1"/>
          </p:cNvSpPr>
          <p:nvPr>
            <p:ph type="body" sz="quarter" idx="22"/>
          </p:nvPr>
        </p:nvSpPr>
        <p:spPr/>
        <p:txBody>
          <a:bodyPr/>
          <a:lstStyle/>
          <a:p>
            <a:r>
              <a:rPr lang="de-DE" dirty="0"/>
              <a:t>Text</a:t>
            </a:r>
          </a:p>
        </p:txBody>
      </p:sp>
      <p:sp>
        <p:nvSpPr>
          <p:cNvPr id="107" name="Text Placeholder 106">
            <a:extLst>
              <a:ext uri="{FF2B5EF4-FFF2-40B4-BE49-F238E27FC236}">
                <a16:creationId xmlns:a16="http://schemas.microsoft.com/office/drawing/2014/main" id="{C08678DA-93BD-E55E-B957-9E6FD091BFF7}"/>
              </a:ext>
            </a:extLst>
          </p:cNvPr>
          <p:cNvSpPr>
            <a:spLocks noGrp="1"/>
          </p:cNvSpPr>
          <p:nvPr>
            <p:ph type="body" sz="quarter" idx="23"/>
          </p:nvPr>
        </p:nvSpPr>
        <p:spPr/>
        <p:txBody>
          <a:bodyPr/>
          <a:lstStyle/>
          <a:p>
            <a:r>
              <a:rPr lang="de-DE" dirty="0"/>
              <a:t>Text</a:t>
            </a:r>
          </a:p>
        </p:txBody>
      </p:sp>
      <p:sp>
        <p:nvSpPr>
          <p:cNvPr id="108" name="Text Placeholder 107">
            <a:extLst>
              <a:ext uri="{FF2B5EF4-FFF2-40B4-BE49-F238E27FC236}">
                <a16:creationId xmlns:a16="http://schemas.microsoft.com/office/drawing/2014/main" id="{B8681D0E-5F54-BF27-CCC9-7786DA4AFCD1}"/>
              </a:ext>
            </a:extLst>
          </p:cNvPr>
          <p:cNvSpPr>
            <a:spLocks noGrp="1"/>
          </p:cNvSpPr>
          <p:nvPr>
            <p:ph type="body" sz="quarter" idx="25"/>
          </p:nvPr>
        </p:nvSpPr>
        <p:spPr/>
        <p:txBody>
          <a:bodyPr/>
          <a:lstStyle/>
          <a:p>
            <a:r>
              <a:rPr lang="de-DE" dirty="0"/>
              <a:t>Text</a:t>
            </a:r>
          </a:p>
        </p:txBody>
      </p:sp>
      <p:sp>
        <p:nvSpPr>
          <p:cNvPr id="109" name="Text Placeholder 108">
            <a:extLst>
              <a:ext uri="{FF2B5EF4-FFF2-40B4-BE49-F238E27FC236}">
                <a16:creationId xmlns:a16="http://schemas.microsoft.com/office/drawing/2014/main" id="{837CB3ED-8923-9CAD-7D60-17922F8D350D}"/>
              </a:ext>
            </a:extLst>
          </p:cNvPr>
          <p:cNvSpPr>
            <a:spLocks noGrp="1"/>
          </p:cNvSpPr>
          <p:nvPr>
            <p:ph type="body" sz="quarter" idx="26"/>
          </p:nvPr>
        </p:nvSpPr>
        <p:spPr/>
        <p:txBody>
          <a:bodyPr/>
          <a:lstStyle/>
          <a:p>
            <a:r>
              <a:rPr lang="de-DE" dirty="0"/>
              <a:t>Text</a:t>
            </a:r>
          </a:p>
        </p:txBody>
      </p:sp>
      <p:sp>
        <p:nvSpPr>
          <p:cNvPr id="110" name="Text Placeholder 109">
            <a:extLst>
              <a:ext uri="{FF2B5EF4-FFF2-40B4-BE49-F238E27FC236}">
                <a16:creationId xmlns:a16="http://schemas.microsoft.com/office/drawing/2014/main" id="{F7973A93-775B-7911-BA85-0B1E9DBE8F7C}"/>
              </a:ext>
            </a:extLst>
          </p:cNvPr>
          <p:cNvSpPr>
            <a:spLocks noGrp="1"/>
          </p:cNvSpPr>
          <p:nvPr>
            <p:ph type="body" sz="quarter" idx="27"/>
          </p:nvPr>
        </p:nvSpPr>
        <p:spPr/>
        <p:txBody>
          <a:bodyPr/>
          <a:lstStyle/>
          <a:p>
            <a:r>
              <a:rPr lang="de-DE" dirty="0"/>
              <a:t>Text</a:t>
            </a:r>
          </a:p>
        </p:txBody>
      </p:sp>
      <p:sp>
        <p:nvSpPr>
          <p:cNvPr id="111" name="Text Placeholder 110">
            <a:extLst>
              <a:ext uri="{FF2B5EF4-FFF2-40B4-BE49-F238E27FC236}">
                <a16:creationId xmlns:a16="http://schemas.microsoft.com/office/drawing/2014/main" id="{B79B041B-A026-6D67-DBBA-4623A6FC6DB3}"/>
              </a:ext>
            </a:extLst>
          </p:cNvPr>
          <p:cNvSpPr>
            <a:spLocks noGrp="1"/>
          </p:cNvSpPr>
          <p:nvPr>
            <p:ph type="body" sz="quarter" idx="28"/>
          </p:nvPr>
        </p:nvSpPr>
        <p:spPr/>
        <p:txBody>
          <a:bodyPr/>
          <a:lstStyle/>
          <a:p>
            <a:r>
              <a:rPr lang="de-DE" dirty="0"/>
              <a:t>Text</a:t>
            </a:r>
          </a:p>
        </p:txBody>
      </p:sp>
      <p:sp>
        <p:nvSpPr>
          <p:cNvPr id="112" name="Text Placeholder 111">
            <a:extLst>
              <a:ext uri="{FF2B5EF4-FFF2-40B4-BE49-F238E27FC236}">
                <a16:creationId xmlns:a16="http://schemas.microsoft.com/office/drawing/2014/main" id="{4E825EA2-1990-04FF-BD9D-69719F7250DE}"/>
              </a:ext>
            </a:extLst>
          </p:cNvPr>
          <p:cNvSpPr>
            <a:spLocks noGrp="1"/>
          </p:cNvSpPr>
          <p:nvPr>
            <p:ph type="body" sz="quarter" idx="29"/>
          </p:nvPr>
        </p:nvSpPr>
        <p:spPr/>
        <p:txBody>
          <a:bodyPr/>
          <a:lstStyle/>
          <a:p>
            <a:r>
              <a:rPr lang="de-DE" dirty="0"/>
              <a:t>Text</a:t>
            </a:r>
          </a:p>
        </p:txBody>
      </p:sp>
      <p:sp>
        <p:nvSpPr>
          <p:cNvPr id="114" name="Text Placeholder 113">
            <a:extLst>
              <a:ext uri="{FF2B5EF4-FFF2-40B4-BE49-F238E27FC236}">
                <a16:creationId xmlns:a16="http://schemas.microsoft.com/office/drawing/2014/main" id="{FC2DA80D-B6A1-2FA5-673C-303196E74266}"/>
              </a:ext>
            </a:extLst>
          </p:cNvPr>
          <p:cNvSpPr>
            <a:spLocks noGrp="1"/>
          </p:cNvSpPr>
          <p:nvPr>
            <p:ph type="body" sz="quarter" idx="42"/>
          </p:nvPr>
        </p:nvSpPr>
        <p:spPr/>
        <p:txBody>
          <a:bodyPr/>
          <a:lstStyle/>
          <a:p>
            <a:r>
              <a:rPr lang="de-DE" dirty="0"/>
              <a:t>Text</a:t>
            </a:r>
          </a:p>
        </p:txBody>
      </p:sp>
      <p:sp>
        <p:nvSpPr>
          <p:cNvPr id="115" name="Text Placeholder 114">
            <a:extLst>
              <a:ext uri="{FF2B5EF4-FFF2-40B4-BE49-F238E27FC236}">
                <a16:creationId xmlns:a16="http://schemas.microsoft.com/office/drawing/2014/main" id="{8450B039-9F3F-8639-FA6E-56ED44B69170}"/>
              </a:ext>
            </a:extLst>
          </p:cNvPr>
          <p:cNvSpPr>
            <a:spLocks noGrp="1"/>
          </p:cNvSpPr>
          <p:nvPr>
            <p:ph type="body" sz="quarter" idx="43"/>
          </p:nvPr>
        </p:nvSpPr>
        <p:spPr/>
        <p:txBody>
          <a:bodyPr/>
          <a:lstStyle/>
          <a:p>
            <a:r>
              <a:rPr lang="de-DE" dirty="0"/>
              <a:t>Text</a:t>
            </a:r>
          </a:p>
        </p:txBody>
      </p:sp>
      <p:sp>
        <p:nvSpPr>
          <p:cNvPr id="116" name="Text Placeholder 115">
            <a:extLst>
              <a:ext uri="{FF2B5EF4-FFF2-40B4-BE49-F238E27FC236}">
                <a16:creationId xmlns:a16="http://schemas.microsoft.com/office/drawing/2014/main" id="{37C7AFBE-E4C5-59CE-2F37-5DD89B89F5A9}"/>
              </a:ext>
            </a:extLst>
          </p:cNvPr>
          <p:cNvSpPr>
            <a:spLocks noGrp="1"/>
          </p:cNvSpPr>
          <p:nvPr>
            <p:ph type="body" sz="quarter" idx="44"/>
          </p:nvPr>
        </p:nvSpPr>
        <p:spPr/>
        <p:txBody>
          <a:bodyPr/>
          <a:lstStyle/>
          <a:p>
            <a:r>
              <a:rPr lang="de-DE" dirty="0"/>
              <a:t>Text</a:t>
            </a:r>
          </a:p>
        </p:txBody>
      </p:sp>
      <p:sp>
        <p:nvSpPr>
          <p:cNvPr id="117" name="Text Placeholder 116">
            <a:extLst>
              <a:ext uri="{FF2B5EF4-FFF2-40B4-BE49-F238E27FC236}">
                <a16:creationId xmlns:a16="http://schemas.microsoft.com/office/drawing/2014/main" id="{EDAFD973-F4EE-EDAD-5DD4-64D45E47004E}"/>
              </a:ext>
            </a:extLst>
          </p:cNvPr>
          <p:cNvSpPr>
            <a:spLocks noGrp="1"/>
          </p:cNvSpPr>
          <p:nvPr>
            <p:ph type="body" sz="quarter" idx="45"/>
          </p:nvPr>
        </p:nvSpPr>
        <p:spPr/>
        <p:txBody>
          <a:bodyPr/>
          <a:lstStyle/>
          <a:p>
            <a:r>
              <a:rPr lang="de-DE" dirty="0"/>
              <a:t>Text</a:t>
            </a:r>
          </a:p>
        </p:txBody>
      </p:sp>
      <p:sp>
        <p:nvSpPr>
          <p:cNvPr id="118" name="Text Placeholder 117">
            <a:extLst>
              <a:ext uri="{FF2B5EF4-FFF2-40B4-BE49-F238E27FC236}">
                <a16:creationId xmlns:a16="http://schemas.microsoft.com/office/drawing/2014/main" id="{9E731DF7-712B-6125-0553-A8B35708D863}"/>
              </a:ext>
            </a:extLst>
          </p:cNvPr>
          <p:cNvSpPr>
            <a:spLocks noGrp="1"/>
          </p:cNvSpPr>
          <p:nvPr>
            <p:ph type="body" sz="quarter" idx="46"/>
          </p:nvPr>
        </p:nvSpPr>
        <p:spPr/>
        <p:txBody>
          <a:bodyPr/>
          <a:lstStyle/>
          <a:p>
            <a:r>
              <a:rPr lang="de-DE" dirty="0"/>
              <a:t>Text</a:t>
            </a:r>
          </a:p>
        </p:txBody>
      </p:sp>
      <p:sp>
        <p:nvSpPr>
          <p:cNvPr id="119" name="Text Placeholder 118">
            <a:extLst>
              <a:ext uri="{FF2B5EF4-FFF2-40B4-BE49-F238E27FC236}">
                <a16:creationId xmlns:a16="http://schemas.microsoft.com/office/drawing/2014/main" id="{465C790A-407C-1CB4-42A4-8B62238D64A2}"/>
              </a:ext>
            </a:extLst>
          </p:cNvPr>
          <p:cNvSpPr>
            <a:spLocks noGrp="1"/>
          </p:cNvSpPr>
          <p:nvPr>
            <p:ph type="body" sz="quarter" idx="48"/>
          </p:nvPr>
        </p:nvSpPr>
        <p:spPr/>
        <p:txBody>
          <a:bodyPr/>
          <a:lstStyle/>
          <a:p>
            <a:r>
              <a:rPr lang="de-DE" dirty="0"/>
              <a:t>Text</a:t>
            </a:r>
          </a:p>
        </p:txBody>
      </p:sp>
      <p:sp>
        <p:nvSpPr>
          <p:cNvPr id="120" name="Text Placeholder 119">
            <a:extLst>
              <a:ext uri="{FF2B5EF4-FFF2-40B4-BE49-F238E27FC236}">
                <a16:creationId xmlns:a16="http://schemas.microsoft.com/office/drawing/2014/main" id="{E5493DBB-D698-33F4-2BB0-EFAE5CA5A08E}"/>
              </a:ext>
            </a:extLst>
          </p:cNvPr>
          <p:cNvSpPr>
            <a:spLocks noGrp="1"/>
          </p:cNvSpPr>
          <p:nvPr>
            <p:ph type="body" sz="quarter" idx="49"/>
          </p:nvPr>
        </p:nvSpPr>
        <p:spPr/>
        <p:txBody>
          <a:bodyPr/>
          <a:lstStyle/>
          <a:p>
            <a:r>
              <a:rPr lang="de-DE" dirty="0"/>
              <a:t>Text</a:t>
            </a:r>
          </a:p>
        </p:txBody>
      </p:sp>
      <p:sp>
        <p:nvSpPr>
          <p:cNvPr id="121" name="Text Placeholder 120">
            <a:extLst>
              <a:ext uri="{FF2B5EF4-FFF2-40B4-BE49-F238E27FC236}">
                <a16:creationId xmlns:a16="http://schemas.microsoft.com/office/drawing/2014/main" id="{AF06CA66-0811-8682-69CE-0D9B20ED6328}"/>
              </a:ext>
            </a:extLst>
          </p:cNvPr>
          <p:cNvSpPr>
            <a:spLocks noGrp="1"/>
          </p:cNvSpPr>
          <p:nvPr>
            <p:ph type="body" sz="quarter" idx="50"/>
          </p:nvPr>
        </p:nvSpPr>
        <p:spPr/>
        <p:txBody>
          <a:bodyPr/>
          <a:lstStyle/>
          <a:p>
            <a:r>
              <a:rPr lang="de-DE" dirty="0"/>
              <a:t>Text</a:t>
            </a:r>
          </a:p>
        </p:txBody>
      </p:sp>
      <p:sp>
        <p:nvSpPr>
          <p:cNvPr id="122" name="Text Placeholder 121">
            <a:extLst>
              <a:ext uri="{FF2B5EF4-FFF2-40B4-BE49-F238E27FC236}">
                <a16:creationId xmlns:a16="http://schemas.microsoft.com/office/drawing/2014/main" id="{31B1C5F3-BAB2-BC5A-2895-884CA5F52A14}"/>
              </a:ext>
            </a:extLst>
          </p:cNvPr>
          <p:cNvSpPr>
            <a:spLocks noGrp="1"/>
          </p:cNvSpPr>
          <p:nvPr>
            <p:ph type="body" sz="quarter" idx="51"/>
          </p:nvPr>
        </p:nvSpPr>
        <p:spPr/>
        <p:txBody>
          <a:bodyPr/>
          <a:lstStyle/>
          <a:p>
            <a:r>
              <a:rPr lang="de-DE" dirty="0"/>
              <a:t>Text</a:t>
            </a:r>
          </a:p>
        </p:txBody>
      </p:sp>
      <p:sp>
        <p:nvSpPr>
          <p:cNvPr id="123" name="Text Placeholder 122">
            <a:extLst>
              <a:ext uri="{FF2B5EF4-FFF2-40B4-BE49-F238E27FC236}">
                <a16:creationId xmlns:a16="http://schemas.microsoft.com/office/drawing/2014/main" id="{C60137C7-F0A2-C5F0-8C14-C1D34F99FABB}"/>
              </a:ext>
            </a:extLst>
          </p:cNvPr>
          <p:cNvSpPr>
            <a:spLocks noGrp="1"/>
          </p:cNvSpPr>
          <p:nvPr>
            <p:ph type="body" sz="quarter" idx="52"/>
          </p:nvPr>
        </p:nvSpPr>
        <p:spPr/>
        <p:txBody>
          <a:bodyPr/>
          <a:lstStyle/>
          <a:p>
            <a:r>
              <a:rPr lang="de-DE" dirty="0"/>
              <a:t>Text</a:t>
            </a:r>
          </a:p>
        </p:txBody>
      </p:sp>
      <p:sp>
        <p:nvSpPr>
          <p:cNvPr id="99" name="Text Placeholder 98">
            <a:extLst>
              <a:ext uri="{FF2B5EF4-FFF2-40B4-BE49-F238E27FC236}">
                <a16:creationId xmlns:a16="http://schemas.microsoft.com/office/drawing/2014/main" id="{06F39E3F-F461-65D5-7A50-AF639B0104AF}"/>
              </a:ext>
            </a:extLst>
          </p:cNvPr>
          <p:cNvSpPr>
            <a:spLocks noGrp="1"/>
          </p:cNvSpPr>
          <p:nvPr>
            <p:ph type="body" sz="quarter" idx="14"/>
          </p:nvPr>
        </p:nvSpPr>
        <p:spPr/>
        <p:txBody>
          <a:bodyPr/>
          <a:lstStyle/>
          <a:p>
            <a:r>
              <a:rPr lang="en-US" dirty="0" err="1"/>
              <a:t>Kategorie</a:t>
            </a:r>
            <a:r>
              <a:rPr lang="en-US" dirty="0"/>
              <a:t> 01</a:t>
            </a:r>
          </a:p>
        </p:txBody>
      </p:sp>
      <p:sp>
        <p:nvSpPr>
          <p:cNvPr id="100" name="Text Placeholder 99">
            <a:extLst>
              <a:ext uri="{FF2B5EF4-FFF2-40B4-BE49-F238E27FC236}">
                <a16:creationId xmlns:a16="http://schemas.microsoft.com/office/drawing/2014/main" id="{43D2D8AC-6C6B-FE52-91CA-C9ED0451E17A}"/>
              </a:ext>
            </a:extLst>
          </p:cNvPr>
          <p:cNvSpPr>
            <a:spLocks noGrp="1"/>
          </p:cNvSpPr>
          <p:nvPr>
            <p:ph type="body" sz="quarter" idx="15"/>
          </p:nvPr>
        </p:nvSpPr>
        <p:spPr/>
        <p:txBody>
          <a:bodyPr/>
          <a:lstStyle/>
          <a:p>
            <a:r>
              <a:rPr lang="en-US" dirty="0" err="1"/>
              <a:t>Kategorie</a:t>
            </a:r>
            <a:r>
              <a:rPr lang="en-US" dirty="0"/>
              <a:t> 02</a:t>
            </a:r>
          </a:p>
        </p:txBody>
      </p:sp>
      <p:sp>
        <p:nvSpPr>
          <p:cNvPr id="101" name="Text Placeholder 100">
            <a:extLst>
              <a:ext uri="{FF2B5EF4-FFF2-40B4-BE49-F238E27FC236}">
                <a16:creationId xmlns:a16="http://schemas.microsoft.com/office/drawing/2014/main" id="{F0F409BC-80C0-88DE-3473-BA3560A27DC0}"/>
              </a:ext>
            </a:extLst>
          </p:cNvPr>
          <p:cNvSpPr>
            <a:spLocks noGrp="1"/>
          </p:cNvSpPr>
          <p:nvPr>
            <p:ph type="body" sz="quarter" idx="16"/>
          </p:nvPr>
        </p:nvSpPr>
        <p:spPr/>
        <p:txBody>
          <a:bodyPr/>
          <a:lstStyle/>
          <a:p>
            <a:r>
              <a:rPr lang="en-US" dirty="0" err="1"/>
              <a:t>Kategorie</a:t>
            </a:r>
            <a:r>
              <a:rPr lang="en-US" dirty="0"/>
              <a:t> 03</a:t>
            </a:r>
          </a:p>
        </p:txBody>
      </p:sp>
      <p:sp>
        <p:nvSpPr>
          <p:cNvPr id="102" name="Text Placeholder 101">
            <a:extLst>
              <a:ext uri="{FF2B5EF4-FFF2-40B4-BE49-F238E27FC236}">
                <a16:creationId xmlns:a16="http://schemas.microsoft.com/office/drawing/2014/main" id="{3DC37381-5DAB-5620-FCBF-6C29FA92F511}"/>
              </a:ext>
            </a:extLst>
          </p:cNvPr>
          <p:cNvSpPr>
            <a:spLocks noGrp="1"/>
          </p:cNvSpPr>
          <p:nvPr>
            <p:ph type="body" sz="quarter" idx="17"/>
          </p:nvPr>
        </p:nvSpPr>
        <p:spPr/>
        <p:txBody>
          <a:bodyPr/>
          <a:lstStyle/>
          <a:p>
            <a:r>
              <a:rPr lang="en-US" dirty="0" err="1"/>
              <a:t>Kategorie</a:t>
            </a:r>
            <a:r>
              <a:rPr lang="en-US" dirty="0"/>
              <a:t> 04</a:t>
            </a:r>
          </a:p>
        </p:txBody>
      </p:sp>
      <p:sp>
        <p:nvSpPr>
          <p:cNvPr id="124" name="Text Placeholder 123">
            <a:extLst>
              <a:ext uri="{FF2B5EF4-FFF2-40B4-BE49-F238E27FC236}">
                <a16:creationId xmlns:a16="http://schemas.microsoft.com/office/drawing/2014/main" id="{91B2891E-FDC0-ABDE-B2A9-0AF86EA79C78}"/>
              </a:ext>
            </a:extLst>
          </p:cNvPr>
          <p:cNvSpPr>
            <a:spLocks noGrp="1"/>
          </p:cNvSpPr>
          <p:nvPr>
            <p:ph type="body" sz="quarter" idx="54"/>
          </p:nvPr>
        </p:nvSpPr>
        <p:spPr/>
        <p:txBody>
          <a:bodyPr/>
          <a:lstStyle/>
          <a:p>
            <a:r>
              <a:rPr lang="de-DE" dirty="0"/>
              <a:t>Text</a:t>
            </a:r>
          </a:p>
        </p:txBody>
      </p:sp>
      <p:sp>
        <p:nvSpPr>
          <p:cNvPr id="98" name="Text Placeholder 97">
            <a:extLst>
              <a:ext uri="{FF2B5EF4-FFF2-40B4-BE49-F238E27FC236}">
                <a16:creationId xmlns:a16="http://schemas.microsoft.com/office/drawing/2014/main" id="{8738B142-D5D9-4F78-6FBA-EC7A399CB4D5}"/>
              </a:ext>
            </a:extLst>
          </p:cNvPr>
          <p:cNvSpPr>
            <a:spLocks noGrp="1"/>
          </p:cNvSpPr>
          <p:nvPr>
            <p:ph type="body" sz="quarter" idx="12"/>
          </p:nvPr>
        </p:nvSpPr>
        <p:spPr/>
        <p:txBody>
          <a:bodyPr/>
          <a:lstStyle/>
          <a:p>
            <a:r>
              <a:rPr lang="en-US" dirty="0" err="1"/>
              <a:t>Kapitel</a:t>
            </a:r>
            <a:endParaRPr lang="en-US" dirty="0"/>
          </a:p>
        </p:txBody>
      </p:sp>
      <p:sp>
        <p:nvSpPr>
          <p:cNvPr id="125" name="Text Placeholder 124">
            <a:extLst>
              <a:ext uri="{FF2B5EF4-FFF2-40B4-BE49-F238E27FC236}">
                <a16:creationId xmlns:a16="http://schemas.microsoft.com/office/drawing/2014/main" id="{04CFA0C3-04F4-DC88-116E-EF6AED577B21}"/>
              </a:ext>
            </a:extLst>
          </p:cNvPr>
          <p:cNvSpPr>
            <a:spLocks noGrp="1"/>
          </p:cNvSpPr>
          <p:nvPr>
            <p:ph type="body" sz="quarter" idx="55"/>
          </p:nvPr>
        </p:nvSpPr>
        <p:spPr/>
        <p:txBody>
          <a:bodyPr/>
          <a:lstStyle/>
          <a:p>
            <a:r>
              <a:rPr lang="de-DE" dirty="0"/>
              <a:t>Text</a:t>
            </a:r>
          </a:p>
        </p:txBody>
      </p:sp>
      <p:sp>
        <p:nvSpPr>
          <p:cNvPr id="126" name="Text Placeholder 125">
            <a:extLst>
              <a:ext uri="{FF2B5EF4-FFF2-40B4-BE49-F238E27FC236}">
                <a16:creationId xmlns:a16="http://schemas.microsoft.com/office/drawing/2014/main" id="{C5AC2161-C72E-DDD7-E9BE-EFB14EB9F1FE}"/>
              </a:ext>
            </a:extLst>
          </p:cNvPr>
          <p:cNvSpPr>
            <a:spLocks noGrp="1"/>
          </p:cNvSpPr>
          <p:nvPr>
            <p:ph type="body" sz="quarter" idx="56"/>
          </p:nvPr>
        </p:nvSpPr>
        <p:spPr/>
        <p:txBody>
          <a:bodyPr/>
          <a:lstStyle/>
          <a:p>
            <a:r>
              <a:rPr lang="de-DE" dirty="0"/>
              <a:t>Text</a:t>
            </a:r>
          </a:p>
        </p:txBody>
      </p:sp>
      <p:sp>
        <p:nvSpPr>
          <p:cNvPr id="127" name="Text Placeholder 126">
            <a:extLst>
              <a:ext uri="{FF2B5EF4-FFF2-40B4-BE49-F238E27FC236}">
                <a16:creationId xmlns:a16="http://schemas.microsoft.com/office/drawing/2014/main" id="{CF6AF929-1555-4BB2-7583-0042D0775887}"/>
              </a:ext>
            </a:extLst>
          </p:cNvPr>
          <p:cNvSpPr>
            <a:spLocks noGrp="1"/>
          </p:cNvSpPr>
          <p:nvPr>
            <p:ph type="body" sz="quarter" idx="57"/>
          </p:nvPr>
        </p:nvSpPr>
        <p:spPr/>
        <p:txBody>
          <a:bodyPr/>
          <a:lstStyle/>
          <a:p>
            <a:r>
              <a:rPr lang="de-DE" dirty="0"/>
              <a:t>Text</a:t>
            </a:r>
          </a:p>
        </p:txBody>
      </p:sp>
    </p:spTree>
    <p:extLst>
      <p:ext uri="{BB962C8B-B14F-4D97-AF65-F5344CB8AC3E}">
        <p14:creationId xmlns:p14="http://schemas.microsoft.com/office/powerpoint/2010/main" val="3061171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3AE4E-97D5-B31F-B964-EC00AF5374C5}"/>
            </a:ext>
          </a:extLst>
        </p:cNvPr>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46946AFE-6B30-17E4-7CE5-15E521AF70E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9" name="think-cell data - do not delete" hidden="1">
                        <a:extLst>
                          <a:ext uri="{FF2B5EF4-FFF2-40B4-BE49-F238E27FC236}">
                            <a16:creationId xmlns:a16="http://schemas.microsoft.com/office/drawing/2014/main" id="{46946AFE-6B30-17E4-7CE5-15E521AF70E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FB8BC121-D196-F0FE-6CF3-D07858AC5BEF}"/>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4CD88B06-3F36-E188-FC30-99F468E56E1E}"/>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4793D032-E903-CE5F-FE23-CA0CAE66E645}"/>
              </a:ext>
            </a:extLst>
          </p:cNvPr>
          <p:cNvSpPr>
            <a:spLocks noGrp="1"/>
          </p:cNvSpPr>
          <p:nvPr>
            <p:ph type="body" sz="quarter" idx="13"/>
          </p:nvPr>
        </p:nvSpPr>
        <p:spPr/>
        <p:txBody>
          <a:bodyPr/>
          <a:lstStyle/>
          <a:p>
            <a:r>
              <a:rPr lang="de-DE" dirty="0"/>
              <a:t>Nr.</a:t>
            </a:r>
          </a:p>
        </p:txBody>
      </p:sp>
      <p:sp>
        <p:nvSpPr>
          <p:cNvPr id="6" name="Textplatzhalter 5">
            <a:extLst>
              <a:ext uri="{FF2B5EF4-FFF2-40B4-BE49-F238E27FC236}">
                <a16:creationId xmlns:a16="http://schemas.microsoft.com/office/drawing/2014/main" id="{17AFE00A-634A-F7F6-1F90-6C9E4A3EE55C}"/>
              </a:ext>
            </a:extLst>
          </p:cNvPr>
          <p:cNvSpPr>
            <a:spLocks noGrp="1"/>
          </p:cNvSpPr>
          <p:nvPr>
            <p:ph type="body" sz="quarter" idx="14"/>
          </p:nvPr>
        </p:nvSpPr>
        <p:spPr/>
        <p:txBody>
          <a:bodyPr/>
          <a:lstStyle/>
          <a:p>
            <a:r>
              <a:rPr lang="en-US" dirty="0" err="1"/>
              <a:t>Kategorie</a:t>
            </a:r>
            <a:r>
              <a:rPr lang="en-US" dirty="0"/>
              <a:t> 01</a:t>
            </a:r>
          </a:p>
        </p:txBody>
      </p:sp>
      <p:sp>
        <p:nvSpPr>
          <p:cNvPr id="7" name="Textplatzhalter 6">
            <a:extLst>
              <a:ext uri="{FF2B5EF4-FFF2-40B4-BE49-F238E27FC236}">
                <a16:creationId xmlns:a16="http://schemas.microsoft.com/office/drawing/2014/main" id="{860AE5A7-2EF6-A237-D29E-06DFDBB67597}"/>
              </a:ext>
            </a:extLst>
          </p:cNvPr>
          <p:cNvSpPr>
            <a:spLocks noGrp="1"/>
          </p:cNvSpPr>
          <p:nvPr>
            <p:ph type="body" sz="quarter" idx="15"/>
          </p:nvPr>
        </p:nvSpPr>
        <p:spPr/>
        <p:txBody>
          <a:bodyPr/>
          <a:lstStyle/>
          <a:p>
            <a:r>
              <a:rPr lang="en-US" dirty="0" err="1"/>
              <a:t>Kategorie</a:t>
            </a:r>
            <a:r>
              <a:rPr lang="en-US" dirty="0"/>
              <a:t> 02</a:t>
            </a:r>
          </a:p>
        </p:txBody>
      </p:sp>
      <p:sp>
        <p:nvSpPr>
          <p:cNvPr id="8" name="Textplatzhalter 7">
            <a:extLst>
              <a:ext uri="{FF2B5EF4-FFF2-40B4-BE49-F238E27FC236}">
                <a16:creationId xmlns:a16="http://schemas.microsoft.com/office/drawing/2014/main" id="{656C4542-4C0B-E5EE-978C-C8EF2CB41B88}"/>
              </a:ext>
            </a:extLst>
          </p:cNvPr>
          <p:cNvSpPr>
            <a:spLocks noGrp="1"/>
          </p:cNvSpPr>
          <p:nvPr>
            <p:ph type="body" sz="quarter" idx="16"/>
          </p:nvPr>
        </p:nvSpPr>
        <p:spPr/>
        <p:txBody>
          <a:bodyPr/>
          <a:lstStyle/>
          <a:p>
            <a:r>
              <a:rPr lang="en-US" dirty="0" err="1"/>
              <a:t>Kategorie</a:t>
            </a:r>
            <a:r>
              <a:rPr lang="en-US" dirty="0"/>
              <a:t> 03</a:t>
            </a:r>
          </a:p>
        </p:txBody>
      </p:sp>
      <p:sp>
        <p:nvSpPr>
          <p:cNvPr id="9" name="Textplatzhalter 8">
            <a:extLst>
              <a:ext uri="{FF2B5EF4-FFF2-40B4-BE49-F238E27FC236}">
                <a16:creationId xmlns:a16="http://schemas.microsoft.com/office/drawing/2014/main" id="{1FE79AF6-8BDB-F89E-0704-045A37538263}"/>
              </a:ext>
            </a:extLst>
          </p:cNvPr>
          <p:cNvSpPr>
            <a:spLocks noGrp="1"/>
          </p:cNvSpPr>
          <p:nvPr>
            <p:ph type="body" sz="quarter" idx="19"/>
          </p:nvPr>
        </p:nvSpPr>
        <p:spPr/>
        <p:txBody>
          <a:bodyPr/>
          <a:lstStyle/>
          <a:p>
            <a:r>
              <a:rPr lang="de-DE" dirty="0"/>
              <a:t>01</a:t>
            </a:r>
          </a:p>
        </p:txBody>
      </p:sp>
      <p:sp>
        <p:nvSpPr>
          <p:cNvPr id="10" name="Textplatzhalter 9">
            <a:extLst>
              <a:ext uri="{FF2B5EF4-FFF2-40B4-BE49-F238E27FC236}">
                <a16:creationId xmlns:a16="http://schemas.microsoft.com/office/drawing/2014/main" id="{D7E78681-9B59-1383-B1CE-54C1EDBA3C95}"/>
              </a:ext>
            </a:extLst>
          </p:cNvPr>
          <p:cNvSpPr>
            <a:spLocks noGrp="1"/>
          </p:cNvSpPr>
          <p:nvPr>
            <p:ph type="body" sz="quarter" idx="20"/>
          </p:nvPr>
        </p:nvSpPr>
        <p:spPr/>
        <p:txBody>
          <a:bodyPr/>
          <a:lstStyle/>
          <a:p>
            <a:r>
              <a:rPr lang="de-DE" dirty="0"/>
              <a:t>02</a:t>
            </a:r>
          </a:p>
        </p:txBody>
      </p:sp>
      <p:sp>
        <p:nvSpPr>
          <p:cNvPr id="11" name="Textplatzhalter 10">
            <a:extLst>
              <a:ext uri="{FF2B5EF4-FFF2-40B4-BE49-F238E27FC236}">
                <a16:creationId xmlns:a16="http://schemas.microsoft.com/office/drawing/2014/main" id="{AFBEE532-D41E-5D93-C86F-7AD9CC885107}"/>
              </a:ext>
            </a:extLst>
          </p:cNvPr>
          <p:cNvSpPr>
            <a:spLocks noGrp="1"/>
          </p:cNvSpPr>
          <p:nvPr>
            <p:ph type="body" sz="quarter" idx="21"/>
          </p:nvPr>
        </p:nvSpPr>
        <p:spPr/>
        <p:txBody>
          <a:bodyPr/>
          <a:lstStyle/>
          <a:p>
            <a:r>
              <a:rPr lang="de-DE" dirty="0"/>
              <a:t>03</a:t>
            </a:r>
          </a:p>
        </p:txBody>
      </p:sp>
      <p:sp>
        <p:nvSpPr>
          <p:cNvPr id="12" name="Textplatzhalter 11">
            <a:extLst>
              <a:ext uri="{FF2B5EF4-FFF2-40B4-BE49-F238E27FC236}">
                <a16:creationId xmlns:a16="http://schemas.microsoft.com/office/drawing/2014/main" id="{DC43250A-C223-059C-1D00-810E53B8EC50}"/>
              </a:ext>
            </a:extLst>
          </p:cNvPr>
          <p:cNvSpPr>
            <a:spLocks noGrp="1"/>
          </p:cNvSpPr>
          <p:nvPr>
            <p:ph type="body" sz="quarter" idx="22"/>
          </p:nvPr>
        </p:nvSpPr>
        <p:spPr/>
        <p:txBody>
          <a:bodyPr/>
          <a:lstStyle/>
          <a:p>
            <a:r>
              <a:rPr lang="de-DE" dirty="0"/>
              <a:t>04</a:t>
            </a:r>
          </a:p>
        </p:txBody>
      </p:sp>
      <p:sp>
        <p:nvSpPr>
          <p:cNvPr id="13" name="Textplatzhalter 12">
            <a:extLst>
              <a:ext uri="{FF2B5EF4-FFF2-40B4-BE49-F238E27FC236}">
                <a16:creationId xmlns:a16="http://schemas.microsoft.com/office/drawing/2014/main" id="{3D7853F4-75EF-9DF9-3408-317CEF8AF5D6}"/>
              </a:ext>
            </a:extLst>
          </p:cNvPr>
          <p:cNvSpPr>
            <a:spLocks noGrp="1"/>
          </p:cNvSpPr>
          <p:nvPr>
            <p:ph type="body" sz="quarter" idx="23"/>
          </p:nvPr>
        </p:nvSpPr>
        <p:spPr/>
        <p:txBody>
          <a:bodyPr/>
          <a:lstStyle/>
          <a:p>
            <a:r>
              <a:rPr lang="de-DE" dirty="0"/>
              <a:t>05</a:t>
            </a:r>
          </a:p>
        </p:txBody>
      </p:sp>
      <p:sp>
        <p:nvSpPr>
          <p:cNvPr id="14" name="Textplatzhalter 13">
            <a:extLst>
              <a:ext uri="{FF2B5EF4-FFF2-40B4-BE49-F238E27FC236}">
                <a16:creationId xmlns:a16="http://schemas.microsoft.com/office/drawing/2014/main" id="{24EBAFFC-2957-C826-F7E5-720664EE152D}"/>
              </a:ext>
            </a:extLst>
          </p:cNvPr>
          <p:cNvSpPr>
            <a:spLocks noGrp="1"/>
          </p:cNvSpPr>
          <p:nvPr>
            <p:ph type="body" sz="quarter" idx="24"/>
          </p:nvPr>
        </p:nvSpPr>
        <p:spPr/>
        <p:txBody>
          <a:bodyPr/>
          <a:lstStyle/>
          <a:p>
            <a:r>
              <a:rPr lang="de-DE" dirty="0"/>
              <a:t>Text</a:t>
            </a:r>
          </a:p>
        </p:txBody>
      </p:sp>
      <p:sp>
        <p:nvSpPr>
          <p:cNvPr id="15" name="Textplatzhalter 14">
            <a:extLst>
              <a:ext uri="{FF2B5EF4-FFF2-40B4-BE49-F238E27FC236}">
                <a16:creationId xmlns:a16="http://schemas.microsoft.com/office/drawing/2014/main" id="{566C7075-4EEE-058D-FC53-E59FCF49EA0A}"/>
              </a:ext>
            </a:extLst>
          </p:cNvPr>
          <p:cNvSpPr>
            <a:spLocks noGrp="1"/>
          </p:cNvSpPr>
          <p:nvPr>
            <p:ph type="body" sz="quarter" idx="25"/>
          </p:nvPr>
        </p:nvSpPr>
        <p:spPr/>
        <p:txBody>
          <a:bodyPr/>
          <a:lstStyle/>
          <a:p>
            <a:r>
              <a:rPr lang="de-DE" dirty="0"/>
              <a:t>Text</a:t>
            </a:r>
          </a:p>
        </p:txBody>
      </p:sp>
      <p:sp>
        <p:nvSpPr>
          <p:cNvPr id="16" name="Textplatzhalter 15">
            <a:extLst>
              <a:ext uri="{FF2B5EF4-FFF2-40B4-BE49-F238E27FC236}">
                <a16:creationId xmlns:a16="http://schemas.microsoft.com/office/drawing/2014/main" id="{FDE5B64F-6031-F77E-5757-EEB444AD9743}"/>
              </a:ext>
            </a:extLst>
          </p:cNvPr>
          <p:cNvSpPr>
            <a:spLocks noGrp="1"/>
          </p:cNvSpPr>
          <p:nvPr>
            <p:ph type="body" sz="quarter" idx="26"/>
          </p:nvPr>
        </p:nvSpPr>
        <p:spPr/>
        <p:txBody>
          <a:bodyPr/>
          <a:lstStyle/>
          <a:p>
            <a:r>
              <a:rPr lang="de-DE" dirty="0"/>
              <a:t>Text</a:t>
            </a:r>
          </a:p>
        </p:txBody>
      </p:sp>
      <p:sp>
        <p:nvSpPr>
          <p:cNvPr id="17" name="Textplatzhalter 16">
            <a:extLst>
              <a:ext uri="{FF2B5EF4-FFF2-40B4-BE49-F238E27FC236}">
                <a16:creationId xmlns:a16="http://schemas.microsoft.com/office/drawing/2014/main" id="{DAFE1D98-8462-1A00-2952-3823625EA53B}"/>
              </a:ext>
            </a:extLst>
          </p:cNvPr>
          <p:cNvSpPr>
            <a:spLocks noGrp="1"/>
          </p:cNvSpPr>
          <p:nvPr>
            <p:ph type="body" sz="quarter" idx="27"/>
          </p:nvPr>
        </p:nvSpPr>
        <p:spPr/>
        <p:txBody>
          <a:bodyPr/>
          <a:lstStyle/>
          <a:p>
            <a:r>
              <a:rPr lang="de-DE" dirty="0"/>
              <a:t>Text</a:t>
            </a:r>
          </a:p>
        </p:txBody>
      </p:sp>
      <p:sp>
        <p:nvSpPr>
          <p:cNvPr id="18" name="Textplatzhalter 17">
            <a:extLst>
              <a:ext uri="{FF2B5EF4-FFF2-40B4-BE49-F238E27FC236}">
                <a16:creationId xmlns:a16="http://schemas.microsoft.com/office/drawing/2014/main" id="{56DA616C-FB55-211C-91D6-CD8126F1C3D2}"/>
              </a:ext>
            </a:extLst>
          </p:cNvPr>
          <p:cNvSpPr>
            <a:spLocks noGrp="1"/>
          </p:cNvSpPr>
          <p:nvPr>
            <p:ph type="body" sz="quarter" idx="28"/>
          </p:nvPr>
        </p:nvSpPr>
        <p:spPr/>
        <p:txBody>
          <a:bodyPr/>
          <a:lstStyle/>
          <a:p>
            <a:r>
              <a:rPr lang="de-DE" dirty="0"/>
              <a:t>Text</a:t>
            </a:r>
          </a:p>
        </p:txBody>
      </p:sp>
      <p:sp>
        <p:nvSpPr>
          <p:cNvPr id="19" name="Textplatzhalter 18">
            <a:extLst>
              <a:ext uri="{FF2B5EF4-FFF2-40B4-BE49-F238E27FC236}">
                <a16:creationId xmlns:a16="http://schemas.microsoft.com/office/drawing/2014/main" id="{B5DD4054-9CA8-16DA-86A0-00DAB8A9F002}"/>
              </a:ext>
            </a:extLst>
          </p:cNvPr>
          <p:cNvSpPr>
            <a:spLocks noGrp="1"/>
          </p:cNvSpPr>
          <p:nvPr>
            <p:ph type="body" sz="quarter" idx="29"/>
          </p:nvPr>
        </p:nvSpPr>
        <p:spPr/>
        <p:txBody>
          <a:bodyPr/>
          <a:lstStyle/>
          <a:p>
            <a:r>
              <a:rPr lang="de-DE" dirty="0"/>
              <a:t>Text</a:t>
            </a:r>
          </a:p>
        </p:txBody>
      </p:sp>
      <p:sp>
        <p:nvSpPr>
          <p:cNvPr id="20" name="Textplatzhalter 19">
            <a:extLst>
              <a:ext uri="{FF2B5EF4-FFF2-40B4-BE49-F238E27FC236}">
                <a16:creationId xmlns:a16="http://schemas.microsoft.com/office/drawing/2014/main" id="{70264781-F38C-FCE5-26C8-1A716654B6B3}"/>
              </a:ext>
            </a:extLst>
          </p:cNvPr>
          <p:cNvSpPr>
            <a:spLocks noGrp="1"/>
          </p:cNvSpPr>
          <p:nvPr>
            <p:ph type="body" sz="quarter" idx="30"/>
          </p:nvPr>
        </p:nvSpPr>
        <p:spPr/>
        <p:txBody>
          <a:bodyPr/>
          <a:lstStyle/>
          <a:p>
            <a:r>
              <a:rPr lang="de-DE" dirty="0"/>
              <a:t>Text</a:t>
            </a:r>
          </a:p>
        </p:txBody>
      </p:sp>
      <p:sp>
        <p:nvSpPr>
          <p:cNvPr id="21" name="Textplatzhalter 20">
            <a:extLst>
              <a:ext uri="{FF2B5EF4-FFF2-40B4-BE49-F238E27FC236}">
                <a16:creationId xmlns:a16="http://schemas.microsoft.com/office/drawing/2014/main" id="{BF7B2F68-FD5A-8D5A-DB13-CED0797DAC4F}"/>
              </a:ext>
            </a:extLst>
          </p:cNvPr>
          <p:cNvSpPr>
            <a:spLocks noGrp="1"/>
          </p:cNvSpPr>
          <p:nvPr>
            <p:ph type="body" sz="quarter" idx="31"/>
          </p:nvPr>
        </p:nvSpPr>
        <p:spPr/>
        <p:txBody>
          <a:bodyPr/>
          <a:lstStyle/>
          <a:p>
            <a:r>
              <a:rPr lang="de-DE" dirty="0"/>
              <a:t>Text</a:t>
            </a:r>
          </a:p>
        </p:txBody>
      </p:sp>
      <p:sp>
        <p:nvSpPr>
          <p:cNvPr id="22" name="Textplatzhalter 21">
            <a:extLst>
              <a:ext uri="{FF2B5EF4-FFF2-40B4-BE49-F238E27FC236}">
                <a16:creationId xmlns:a16="http://schemas.microsoft.com/office/drawing/2014/main" id="{E3703F15-87A0-679D-ED86-E75774ACA50A}"/>
              </a:ext>
            </a:extLst>
          </p:cNvPr>
          <p:cNvSpPr>
            <a:spLocks noGrp="1"/>
          </p:cNvSpPr>
          <p:nvPr>
            <p:ph type="body" sz="quarter" idx="32"/>
          </p:nvPr>
        </p:nvSpPr>
        <p:spPr/>
        <p:txBody>
          <a:bodyPr/>
          <a:lstStyle/>
          <a:p>
            <a:r>
              <a:rPr lang="de-DE" dirty="0"/>
              <a:t>Text</a:t>
            </a:r>
          </a:p>
        </p:txBody>
      </p:sp>
      <p:sp>
        <p:nvSpPr>
          <p:cNvPr id="23" name="Textplatzhalter 22">
            <a:extLst>
              <a:ext uri="{FF2B5EF4-FFF2-40B4-BE49-F238E27FC236}">
                <a16:creationId xmlns:a16="http://schemas.microsoft.com/office/drawing/2014/main" id="{BEA59182-444D-EBA5-E74C-E254CD0C4D40}"/>
              </a:ext>
            </a:extLst>
          </p:cNvPr>
          <p:cNvSpPr>
            <a:spLocks noGrp="1"/>
          </p:cNvSpPr>
          <p:nvPr>
            <p:ph type="body" sz="quarter" idx="33"/>
          </p:nvPr>
        </p:nvSpPr>
        <p:spPr/>
        <p:txBody>
          <a:bodyPr/>
          <a:lstStyle/>
          <a:p>
            <a:r>
              <a:rPr lang="de-DE" dirty="0"/>
              <a:t>Text</a:t>
            </a:r>
          </a:p>
        </p:txBody>
      </p:sp>
      <p:sp>
        <p:nvSpPr>
          <p:cNvPr id="24" name="Textplatzhalter 23">
            <a:extLst>
              <a:ext uri="{FF2B5EF4-FFF2-40B4-BE49-F238E27FC236}">
                <a16:creationId xmlns:a16="http://schemas.microsoft.com/office/drawing/2014/main" id="{9F3ECBCD-0866-9B19-18AF-F8B05F47AA78}"/>
              </a:ext>
            </a:extLst>
          </p:cNvPr>
          <p:cNvSpPr>
            <a:spLocks noGrp="1"/>
          </p:cNvSpPr>
          <p:nvPr>
            <p:ph type="body" sz="quarter" idx="34"/>
          </p:nvPr>
        </p:nvSpPr>
        <p:spPr/>
        <p:txBody>
          <a:bodyPr/>
          <a:lstStyle/>
          <a:p>
            <a:r>
              <a:rPr lang="de-DE" dirty="0"/>
              <a:t>Text</a:t>
            </a:r>
          </a:p>
        </p:txBody>
      </p:sp>
      <p:sp>
        <p:nvSpPr>
          <p:cNvPr id="25" name="Textplatzhalter 24">
            <a:extLst>
              <a:ext uri="{FF2B5EF4-FFF2-40B4-BE49-F238E27FC236}">
                <a16:creationId xmlns:a16="http://schemas.microsoft.com/office/drawing/2014/main" id="{C9CE82ED-3090-DDC4-80E3-38BF5FD0A042}"/>
              </a:ext>
            </a:extLst>
          </p:cNvPr>
          <p:cNvSpPr>
            <a:spLocks noGrp="1"/>
          </p:cNvSpPr>
          <p:nvPr>
            <p:ph type="body" sz="quarter" idx="35"/>
          </p:nvPr>
        </p:nvSpPr>
        <p:spPr/>
        <p:txBody>
          <a:bodyPr/>
          <a:lstStyle/>
          <a:p>
            <a:r>
              <a:rPr lang="de-DE" dirty="0"/>
              <a:t>Text</a:t>
            </a:r>
          </a:p>
        </p:txBody>
      </p:sp>
      <p:sp>
        <p:nvSpPr>
          <p:cNvPr id="26" name="Textplatzhalter 25">
            <a:extLst>
              <a:ext uri="{FF2B5EF4-FFF2-40B4-BE49-F238E27FC236}">
                <a16:creationId xmlns:a16="http://schemas.microsoft.com/office/drawing/2014/main" id="{F8E8AB26-5002-0966-9BE6-D2542FEA3669}"/>
              </a:ext>
            </a:extLst>
          </p:cNvPr>
          <p:cNvSpPr>
            <a:spLocks noGrp="1"/>
          </p:cNvSpPr>
          <p:nvPr>
            <p:ph type="body" sz="quarter" idx="36"/>
          </p:nvPr>
        </p:nvSpPr>
        <p:spPr/>
        <p:txBody>
          <a:bodyPr/>
          <a:lstStyle/>
          <a:p>
            <a:r>
              <a:rPr lang="de-DE" dirty="0"/>
              <a:t>Text</a:t>
            </a:r>
          </a:p>
        </p:txBody>
      </p:sp>
      <p:sp>
        <p:nvSpPr>
          <p:cNvPr id="27" name="Textplatzhalter 26">
            <a:extLst>
              <a:ext uri="{FF2B5EF4-FFF2-40B4-BE49-F238E27FC236}">
                <a16:creationId xmlns:a16="http://schemas.microsoft.com/office/drawing/2014/main" id="{CAF794E2-2106-B501-7248-EE895F5B55C3}"/>
              </a:ext>
            </a:extLst>
          </p:cNvPr>
          <p:cNvSpPr>
            <a:spLocks noGrp="1"/>
          </p:cNvSpPr>
          <p:nvPr>
            <p:ph type="body" sz="quarter" idx="37"/>
          </p:nvPr>
        </p:nvSpPr>
        <p:spPr/>
        <p:txBody>
          <a:bodyPr/>
          <a:lstStyle/>
          <a:p>
            <a:r>
              <a:rPr lang="de-DE" dirty="0"/>
              <a:t>Text</a:t>
            </a:r>
          </a:p>
        </p:txBody>
      </p:sp>
      <p:sp>
        <p:nvSpPr>
          <p:cNvPr id="28" name="Textplatzhalter 27">
            <a:extLst>
              <a:ext uri="{FF2B5EF4-FFF2-40B4-BE49-F238E27FC236}">
                <a16:creationId xmlns:a16="http://schemas.microsoft.com/office/drawing/2014/main" id="{53F27278-C226-16EA-4B49-C9468736E4BE}"/>
              </a:ext>
            </a:extLst>
          </p:cNvPr>
          <p:cNvSpPr>
            <a:spLocks noGrp="1"/>
          </p:cNvSpPr>
          <p:nvPr>
            <p:ph type="body" sz="quarter" idx="38"/>
          </p:nvPr>
        </p:nvSpPr>
        <p:spPr/>
        <p:txBody>
          <a:bodyPr/>
          <a:lstStyle/>
          <a:p>
            <a:r>
              <a:rPr lang="de-DE" dirty="0"/>
              <a:t>Text</a:t>
            </a:r>
          </a:p>
        </p:txBody>
      </p:sp>
      <p:sp>
        <p:nvSpPr>
          <p:cNvPr id="58" name="Textplatzhalter 57">
            <a:extLst>
              <a:ext uri="{FF2B5EF4-FFF2-40B4-BE49-F238E27FC236}">
                <a16:creationId xmlns:a16="http://schemas.microsoft.com/office/drawing/2014/main" id="{9916DC18-9E35-6E6D-B784-DA40D6752BAD}"/>
              </a:ext>
            </a:extLst>
          </p:cNvPr>
          <p:cNvSpPr>
            <a:spLocks noGrp="1"/>
          </p:cNvSpPr>
          <p:nvPr>
            <p:ph type="body" sz="quarter" idx="40"/>
          </p:nvPr>
        </p:nvSpPr>
        <p:spPr/>
        <p:txBody>
          <a:bodyPr/>
          <a:lstStyle/>
          <a:p>
            <a:r>
              <a:rPr lang="de-DE" dirty="0"/>
              <a:t>Untertitel</a:t>
            </a:r>
          </a:p>
        </p:txBody>
      </p:sp>
      <p:sp>
        <p:nvSpPr>
          <p:cNvPr id="59" name="Textplatzhalter 58">
            <a:extLst>
              <a:ext uri="{FF2B5EF4-FFF2-40B4-BE49-F238E27FC236}">
                <a16:creationId xmlns:a16="http://schemas.microsoft.com/office/drawing/2014/main" id="{A43728C9-BA59-272E-F199-13D68FEA1CB0}"/>
              </a:ext>
            </a:extLst>
          </p:cNvPr>
          <p:cNvSpPr>
            <a:spLocks noGrp="1"/>
          </p:cNvSpPr>
          <p:nvPr>
            <p:ph type="body" sz="quarter" idx="41"/>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endParaRPr lang="de-DE" dirty="0"/>
          </a:p>
        </p:txBody>
      </p:sp>
      <p:sp>
        <p:nvSpPr>
          <p:cNvPr id="4" name="Textplatzhalter 3">
            <a:extLst>
              <a:ext uri="{FF2B5EF4-FFF2-40B4-BE49-F238E27FC236}">
                <a16:creationId xmlns:a16="http://schemas.microsoft.com/office/drawing/2014/main" id="{71AAC0C1-7B91-D9AC-D9DE-9394FA66661E}"/>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3259438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A1A2F-E2B0-9A15-2A31-82ACED8857E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85664D2-C00A-E5BC-E49F-F9C5AE4A399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5" name="think-cell data - do not delete" hidden="1">
                        <a:extLst>
                          <a:ext uri="{FF2B5EF4-FFF2-40B4-BE49-F238E27FC236}">
                            <a16:creationId xmlns:a16="http://schemas.microsoft.com/office/drawing/2014/main" id="{085664D2-C00A-E5BC-E49F-F9C5AE4A39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platzhalter 6">
            <a:extLst>
              <a:ext uri="{FF2B5EF4-FFF2-40B4-BE49-F238E27FC236}">
                <a16:creationId xmlns:a16="http://schemas.microsoft.com/office/drawing/2014/main" id="{43A6B830-EE3B-71A1-DBC0-DA1A435994C7}"/>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646BEA6C-D2F7-E64E-1E63-F1BB1E987664}"/>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graphicFrame>
        <p:nvGraphicFramePr>
          <p:cNvPr id="6" name="Diagrammplatzhalter 5">
            <a:extLst>
              <a:ext uri="{FF2B5EF4-FFF2-40B4-BE49-F238E27FC236}">
                <a16:creationId xmlns:a16="http://schemas.microsoft.com/office/drawing/2014/main" id="{605E5750-43C8-E9DA-5728-174BE92AF5DB}"/>
              </a:ext>
            </a:extLst>
          </p:cNvPr>
          <p:cNvGraphicFramePr>
            <a:graphicFrameLocks noGrp="1"/>
          </p:cNvGraphicFramePr>
          <p:nvPr>
            <p:ph type="chart" sz="quarter" idx="13"/>
          </p:nvPr>
        </p:nvGraphicFramePr>
        <p:xfrm>
          <a:off x="800100" y="1724025"/>
          <a:ext cx="6743700" cy="4181475"/>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platzhalter 9">
            <a:extLst>
              <a:ext uri="{FF2B5EF4-FFF2-40B4-BE49-F238E27FC236}">
                <a16:creationId xmlns:a16="http://schemas.microsoft.com/office/drawing/2014/main" id="{547E364E-D270-AEE6-72B1-54D13A98520B}"/>
              </a:ext>
            </a:extLst>
          </p:cNvPr>
          <p:cNvSpPr>
            <a:spLocks noGrp="1"/>
          </p:cNvSpPr>
          <p:nvPr>
            <p:ph type="body" sz="quarter" idx="21"/>
          </p:nvPr>
        </p:nvSpPr>
        <p:spPr/>
        <p:txBody>
          <a:bodyPr/>
          <a:lstStyle/>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Mauris ipsum. Nulla metus metus, ullamcorper vel, tincidunt sed, euismod in, nibh. Quisque volutpat condimentum velit. Class aptent taciti sociosqu ad litora torquent per conubia nostra, per inceptos himenaeos.</a:t>
            </a:r>
          </a:p>
          <a:p>
            <a:r>
              <a:rPr lang="de-DE" dirty="0"/>
              <a:t>Curabitur sodales ligula in libero. Sed dignissim lacinia nunc. Curabitur tortor. Pellentesque nibh. Aenean quam. In scelerisque sem at dolor.</a:t>
            </a:r>
          </a:p>
          <a:p>
            <a:endParaRPr lang="de-DE" dirty="0"/>
          </a:p>
        </p:txBody>
      </p:sp>
      <p:sp>
        <p:nvSpPr>
          <p:cNvPr id="8" name="Textplatzhalter 7">
            <a:extLst>
              <a:ext uri="{FF2B5EF4-FFF2-40B4-BE49-F238E27FC236}">
                <a16:creationId xmlns:a16="http://schemas.microsoft.com/office/drawing/2014/main" id="{A476186C-3266-FBD8-DB57-27D2D1CF233C}"/>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2999454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9E97-E656-C7A5-8D33-E4ACE80E228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077AD1C-99FD-CA86-0DBB-C8EA81AFD027}"/>
              </a:ext>
            </a:extLst>
          </p:cNvPr>
          <p:cNvSpPr>
            <a:spLocks noGrp="1"/>
          </p:cNvSpPr>
          <p:nvPr>
            <p:ph type="body" sz="quarter" idx="10"/>
          </p:nvPr>
        </p:nvSpPr>
        <p:spPr/>
        <p:txBody>
          <a:bodyPr/>
          <a:lstStyle/>
          <a:p>
            <a:r>
              <a:rPr lang="de-DE" dirty="0"/>
              <a:t>Titel der Folie</a:t>
            </a:r>
          </a:p>
        </p:txBody>
      </p:sp>
      <p:graphicFrame>
        <p:nvGraphicFramePr>
          <p:cNvPr id="6" name="Diagrammplatzhalter 5">
            <a:extLst>
              <a:ext uri="{FF2B5EF4-FFF2-40B4-BE49-F238E27FC236}">
                <a16:creationId xmlns:a16="http://schemas.microsoft.com/office/drawing/2014/main" id="{70A704DD-2BD3-2D36-F227-3613D4A81D76}"/>
              </a:ext>
            </a:extLst>
          </p:cNvPr>
          <p:cNvGraphicFramePr>
            <a:graphicFrameLocks noGrp="1"/>
          </p:cNvGraphicFramePr>
          <p:nvPr>
            <p:ph type="chart" sz="quarter" idx="13"/>
            <p:extLst>
              <p:ext uri="{D42A27DB-BD31-4B8C-83A1-F6EECF244321}">
                <p14:modId xmlns:p14="http://schemas.microsoft.com/office/powerpoint/2010/main" val="1051074668"/>
              </p:ext>
            </p:extLst>
          </p:nvPr>
        </p:nvGraphicFramePr>
        <p:xfrm>
          <a:off x="431800" y="1489075"/>
          <a:ext cx="7481888" cy="465455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platzhalter 3">
            <a:extLst>
              <a:ext uri="{FF2B5EF4-FFF2-40B4-BE49-F238E27FC236}">
                <a16:creationId xmlns:a16="http://schemas.microsoft.com/office/drawing/2014/main" id="{5A0E9EA2-07EA-DF8B-83E9-D6DB1E845B7D}"/>
              </a:ext>
            </a:extLst>
          </p:cNvPr>
          <p:cNvSpPr>
            <a:spLocks noGrp="1"/>
          </p:cNvSpPr>
          <p:nvPr>
            <p:ph type="body" sz="quarter" idx="21"/>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a:p>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a:t>
            </a:r>
          </a:p>
          <a:p>
            <a:endParaRPr lang="de-DE" dirty="0"/>
          </a:p>
        </p:txBody>
      </p:sp>
      <p:sp>
        <p:nvSpPr>
          <p:cNvPr id="5" name="Textplatzhalter 4">
            <a:extLst>
              <a:ext uri="{FF2B5EF4-FFF2-40B4-BE49-F238E27FC236}">
                <a16:creationId xmlns:a16="http://schemas.microsoft.com/office/drawing/2014/main" id="{F24F414D-67EB-CCB7-A3DC-4F4937846218}"/>
              </a:ext>
            </a:extLst>
          </p:cNvPr>
          <p:cNvSpPr>
            <a:spLocks noGrp="1"/>
          </p:cNvSpPr>
          <p:nvPr>
            <p:ph type="body" sz="quarter" idx="36"/>
          </p:nvPr>
        </p:nvSpPr>
        <p:spPr/>
        <p:txBody>
          <a:bodyPr/>
          <a:lstStyle/>
          <a:p>
            <a:r>
              <a:rPr lang="de-DE" dirty="0"/>
              <a:t>Kapitel</a:t>
            </a:r>
          </a:p>
        </p:txBody>
      </p:sp>
    </p:spTree>
    <p:extLst>
      <p:ext uri="{BB962C8B-B14F-4D97-AF65-F5344CB8AC3E}">
        <p14:creationId xmlns:p14="http://schemas.microsoft.com/office/powerpoint/2010/main" val="4283134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56208-19F2-FBA6-7BB1-AE8CBC9E8657}"/>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25695757-A61C-FB22-67CC-DBF83142947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19" name="think-cell data - do not delete" hidden="1">
                        <a:extLst>
                          <a:ext uri="{FF2B5EF4-FFF2-40B4-BE49-F238E27FC236}">
                            <a16:creationId xmlns:a16="http://schemas.microsoft.com/office/drawing/2014/main" id="{25695757-A61C-FB22-67CC-DBF8314294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FCC9D9BD-9B79-5AE4-1DA3-60E06BC43EDA}"/>
              </a:ext>
            </a:extLst>
          </p:cNvPr>
          <p:cNvSpPr>
            <a:spLocks noGrp="1"/>
          </p:cNvSpPr>
          <p:nvPr>
            <p:ph type="body" sz="quarter" idx="10"/>
          </p:nvPr>
        </p:nvSpPr>
        <p:spPr/>
        <p:txBody>
          <a:bodyPr>
            <a:noAutofit/>
          </a:bodyPr>
          <a:lstStyle/>
          <a:p>
            <a:r>
              <a:rPr lang="de-DE" dirty="0"/>
              <a:t>Titel der Folie</a:t>
            </a:r>
          </a:p>
        </p:txBody>
      </p:sp>
      <p:sp>
        <p:nvSpPr>
          <p:cNvPr id="2" name="Footer Placeholder 6">
            <a:extLst>
              <a:ext uri="{FF2B5EF4-FFF2-40B4-BE49-F238E27FC236}">
                <a16:creationId xmlns:a16="http://schemas.microsoft.com/office/drawing/2014/main" id="{D339EEBC-9251-D7F9-6EBA-1BE616C086B9}"/>
              </a:ext>
            </a:extLst>
          </p:cNvPr>
          <p:cNvSpPr>
            <a:spLocks noGrp="1"/>
          </p:cNvSpPr>
          <p:nvPr>
            <p:ph type="ftr" sz="quarter" idx="3"/>
          </p:nvPr>
        </p:nvSpPr>
        <p:spPr>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48A20042-5648-13E2-1D84-ED64A7A0C9E8}"/>
              </a:ext>
            </a:extLst>
          </p:cNvPr>
          <p:cNvSpPr>
            <a:spLocks noGrp="1"/>
          </p:cNvSpPr>
          <p:nvPr>
            <p:ph type="body" sz="quarter" idx="13"/>
          </p:nvPr>
        </p:nvSpPr>
        <p:spPr/>
        <p:txBody>
          <a:bodyPr>
            <a:noAutofit/>
          </a:bodyPr>
          <a:lstStyle/>
          <a:p>
            <a:r>
              <a:rPr lang="de-DE" dirty="0"/>
              <a:t>Kategorie 01</a:t>
            </a:r>
          </a:p>
        </p:txBody>
      </p:sp>
      <p:sp>
        <p:nvSpPr>
          <p:cNvPr id="6" name="Textplatzhalter 5">
            <a:extLst>
              <a:ext uri="{FF2B5EF4-FFF2-40B4-BE49-F238E27FC236}">
                <a16:creationId xmlns:a16="http://schemas.microsoft.com/office/drawing/2014/main" id="{8DB9EBDA-1209-31F7-BEA2-A788BBB71273}"/>
              </a:ext>
            </a:extLst>
          </p:cNvPr>
          <p:cNvSpPr>
            <a:spLocks noGrp="1"/>
          </p:cNvSpPr>
          <p:nvPr>
            <p:ph type="body" sz="quarter" idx="19"/>
          </p:nvPr>
        </p:nvSpPr>
        <p:spPr/>
        <p:txBody>
          <a:bodyPr>
            <a:noAutofit/>
          </a:bodyPr>
          <a:lstStyle/>
          <a:p>
            <a:r>
              <a:rPr lang="de-DE" dirty="0"/>
              <a:t>April</a:t>
            </a:r>
          </a:p>
        </p:txBody>
      </p:sp>
      <p:sp>
        <p:nvSpPr>
          <p:cNvPr id="7" name="Textplatzhalter 6">
            <a:extLst>
              <a:ext uri="{FF2B5EF4-FFF2-40B4-BE49-F238E27FC236}">
                <a16:creationId xmlns:a16="http://schemas.microsoft.com/office/drawing/2014/main" id="{ED35BCD8-9037-9AA0-8056-ADA224C5CE28}"/>
              </a:ext>
            </a:extLst>
          </p:cNvPr>
          <p:cNvSpPr>
            <a:spLocks noGrp="1"/>
          </p:cNvSpPr>
          <p:nvPr>
            <p:ph type="body" sz="quarter" idx="20"/>
          </p:nvPr>
        </p:nvSpPr>
        <p:spPr/>
        <p:txBody>
          <a:bodyPr>
            <a:noAutofit/>
          </a:bodyPr>
          <a:lstStyle/>
          <a:p>
            <a:r>
              <a:rPr lang="de-DE" dirty="0"/>
              <a:t>Mai</a:t>
            </a:r>
          </a:p>
        </p:txBody>
      </p:sp>
      <p:sp>
        <p:nvSpPr>
          <p:cNvPr id="8" name="Textplatzhalter 7">
            <a:extLst>
              <a:ext uri="{FF2B5EF4-FFF2-40B4-BE49-F238E27FC236}">
                <a16:creationId xmlns:a16="http://schemas.microsoft.com/office/drawing/2014/main" id="{F3E844B7-0B66-56FE-01B9-2B6AC0C158C5}"/>
              </a:ext>
            </a:extLst>
          </p:cNvPr>
          <p:cNvSpPr>
            <a:spLocks noGrp="1"/>
          </p:cNvSpPr>
          <p:nvPr>
            <p:ph type="body" sz="quarter" idx="21"/>
          </p:nvPr>
        </p:nvSpPr>
        <p:spPr/>
        <p:txBody>
          <a:bodyPr>
            <a:noAutofit/>
          </a:bodyPr>
          <a:lstStyle/>
          <a:p>
            <a:r>
              <a:rPr lang="de-DE" dirty="0"/>
              <a:t>Juni</a:t>
            </a:r>
          </a:p>
        </p:txBody>
      </p:sp>
      <p:sp>
        <p:nvSpPr>
          <p:cNvPr id="9" name="Textplatzhalter 8">
            <a:extLst>
              <a:ext uri="{FF2B5EF4-FFF2-40B4-BE49-F238E27FC236}">
                <a16:creationId xmlns:a16="http://schemas.microsoft.com/office/drawing/2014/main" id="{02A88F44-F049-E19A-09D0-0E5E6911507F}"/>
              </a:ext>
            </a:extLst>
          </p:cNvPr>
          <p:cNvSpPr>
            <a:spLocks noGrp="1"/>
          </p:cNvSpPr>
          <p:nvPr>
            <p:ph type="body" sz="quarter" idx="22"/>
          </p:nvPr>
        </p:nvSpPr>
        <p:spPr/>
        <p:txBody>
          <a:bodyPr>
            <a:noAutofit/>
          </a:bodyPr>
          <a:lstStyle/>
          <a:p>
            <a:r>
              <a:rPr lang="de-DE" dirty="0"/>
              <a:t>Juli</a:t>
            </a:r>
          </a:p>
        </p:txBody>
      </p:sp>
      <p:sp>
        <p:nvSpPr>
          <p:cNvPr id="10" name="Textplatzhalter 9">
            <a:extLst>
              <a:ext uri="{FF2B5EF4-FFF2-40B4-BE49-F238E27FC236}">
                <a16:creationId xmlns:a16="http://schemas.microsoft.com/office/drawing/2014/main" id="{7FCBC039-87EC-D370-83BF-6A1DFB352F6B}"/>
              </a:ext>
            </a:extLst>
          </p:cNvPr>
          <p:cNvSpPr>
            <a:spLocks noGrp="1"/>
          </p:cNvSpPr>
          <p:nvPr>
            <p:ph type="body" sz="quarter" idx="26"/>
          </p:nvPr>
        </p:nvSpPr>
        <p:spPr/>
        <p:txBody>
          <a:bodyPr>
            <a:noAutofit/>
          </a:bodyPr>
          <a:lstStyle/>
          <a:p>
            <a:r>
              <a:rPr lang="de-DE" dirty="0"/>
              <a:t>Lorem ipsum</a:t>
            </a:r>
          </a:p>
        </p:txBody>
      </p:sp>
      <p:sp>
        <p:nvSpPr>
          <p:cNvPr id="11" name="Textplatzhalter 10">
            <a:extLst>
              <a:ext uri="{FF2B5EF4-FFF2-40B4-BE49-F238E27FC236}">
                <a16:creationId xmlns:a16="http://schemas.microsoft.com/office/drawing/2014/main" id="{8A789F2B-B257-F4DE-B6C0-71FB14A542D7}"/>
              </a:ext>
            </a:extLst>
          </p:cNvPr>
          <p:cNvSpPr>
            <a:spLocks noGrp="1"/>
          </p:cNvSpPr>
          <p:nvPr>
            <p:ph type="body" sz="quarter" idx="27"/>
          </p:nvPr>
        </p:nvSpPr>
        <p:spPr/>
        <p:txBody>
          <a:bodyPr>
            <a:noAutofit/>
          </a:bodyPr>
          <a:lstStyle/>
          <a:p>
            <a:r>
              <a:rPr lang="de-DE" dirty="0" err="1"/>
              <a:t>Lorem</a:t>
            </a:r>
            <a:r>
              <a:rPr lang="de-DE" dirty="0"/>
              <a:t> </a:t>
            </a:r>
            <a:r>
              <a:rPr lang="de-DE" dirty="0" err="1"/>
              <a:t>ipsum</a:t>
            </a:r>
            <a:endParaRPr lang="de-DE" dirty="0"/>
          </a:p>
        </p:txBody>
      </p:sp>
      <p:sp>
        <p:nvSpPr>
          <p:cNvPr id="12" name="Textplatzhalter 11">
            <a:extLst>
              <a:ext uri="{FF2B5EF4-FFF2-40B4-BE49-F238E27FC236}">
                <a16:creationId xmlns:a16="http://schemas.microsoft.com/office/drawing/2014/main" id="{D2648C58-8A99-F4DD-BABD-DBC0BB89EF01}"/>
              </a:ext>
            </a:extLst>
          </p:cNvPr>
          <p:cNvSpPr>
            <a:spLocks noGrp="1"/>
          </p:cNvSpPr>
          <p:nvPr>
            <p:ph type="body" sz="quarter" idx="28"/>
          </p:nvPr>
        </p:nvSpPr>
        <p:spPr/>
        <p:txBody>
          <a:bodyPr>
            <a:noAutofit/>
          </a:bodyPr>
          <a:lstStyle/>
          <a:p>
            <a:r>
              <a:rPr lang="de-DE" dirty="0" err="1"/>
              <a:t>Lorem</a:t>
            </a:r>
            <a:r>
              <a:rPr lang="de-DE" dirty="0"/>
              <a:t> </a:t>
            </a:r>
            <a:r>
              <a:rPr lang="de-DE" dirty="0" err="1"/>
              <a:t>ipsum</a:t>
            </a:r>
            <a:endParaRPr lang="de-DE" dirty="0"/>
          </a:p>
        </p:txBody>
      </p:sp>
      <p:sp>
        <p:nvSpPr>
          <p:cNvPr id="13" name="Textplatzhalter 12">
            <a:extLst>
              <a:ext uri="{FF2B5EF4-FFF2-40B4-BE49-F238E27FC236}">
                <a16:creationId xmlns:a16="http://schemas.microsoft.com/office/drawing/2014/main" id="{74D86A78-29E9-F2C7-AC72-45B9BADEA9C9}"/>
              </a:ext>
            </a:extLst>
          </p:cNvPr>
          <p:cNvSpPr>
            <a:spLocks noGrp="1"/>
          </p:cNvSpPr>
          <p:nvPr>
            <p:ph type="body" sz="quarter" idx="29"/>
          </p:nvPr>
        </p:nvSpPr>
        <p:spPr/>
        <p:txBody>
          <a:bodyPr>
            <a:noAutofit/>
          </a:bodyPr>
          <a:lstStyle/>
          <a:p>
            <a:r>
              <a:rPr lang="de-DE" dirty="0" err="1"/>
              <a:t>Lorem</a:t>
            </a:r>
            <a:r>
              <a:rPr lang="de-DE" dirty="0"/>
              <a:t> </a:t>
            </a:r>
            <a:r>
              <a:rPr lang="de-DE" dirty="0" err="1"/>
              <a:t>ipsum</a:t>
            </a:r>
            <a:endParaRPr lang="de-DE" dirty="0"/>
          </a:p>
        </p:txBody>
      </p:sp>
      <p:sp>
        <p:nvSpPr>
          <p:cNvPr id="14" name="Textplatzhalter 13">
            <a:extLst>
              <a:ext uri="{FF2B5EF4-FFF2-40B4-BE49-F238E27FC236}">
                <a16:creationId xmlns:a16="http://schemas.microsoft.com/office/drawing/2014/main" id="{C5358EBD-349A-C5AA-0BB6-B70FBC957BFB}"/>
              </a:ext>
            </a:extLst>
          </p:cNvPr>
          <p:cNvSpPr>
            <a:spLocks noGrp="1"/>
          </p:cNvSpPr>
          <p:nvPr>
            <p:ph type="body" sz="quarter" idx="30"/>
          </p:nvPr>
        </p:nvSpPr>
        <p:spPr/>
        <p:txBody>
          <a:bodyPr>
            <a:noAutofit/>
          </a:bodyPr>
          <a:lstStyle/>
          <a:p>
            <a:r>
              <a:rPr lang="de-DE" dirty="0" err="1"/>
              <a:t>Lorem</a:t>
            </a:r>
            <a:r>
              <a:rPr lang="de-DE" dirty="0"/>
              <a:t> </a:t>
            </a:r>
            <a:r>
              <a:rPr lang="de-DE" dirty="0" err="1"/>
              <a:t>ipsum</a:t>
            </a:r>
            <a:endParaRPr lang="de-DE" dirty="0"/>
          </a:p>
        </p:txBody>
      </p:sp>
      <p:sp>
        <p:nvSpPr>
          <p:cNvPr id="15" name="Textplatzhalter 14">
            <a:extLst>
              <a:ext uri="{FF2B5EF4-FFF2-40B4-BE49-F238E27FC236}">
                <a16:creationId xmlns:a16="http://schemas.microsoft.com/office/drawing/2014/main" id="{127CC69F-0F6A-0C06-80E0-ACB68169B372}"/>
              </a:ext>
            </a:extLst>
          </p:cNvPr>
          <p:cNvSpPr>
            <a:spLocks noGrp="1"/>
          </p:cNvSpPr>
          <p:nvPr>
            <p:ph type="body" sz="quarter" idx="31"/>
          </p:nvPr>
        </p:nvSpPr>
        <p:spPr/>
        <p:txBody>
          <a:bodyPr>
            <a:noAutofit/>
          </a:bodyPr>
          <a:lstStyle/>
          <a:p>
            <a:r>
              <a:rPr lang="de-DE" dirty="0" err="1"/>
              <a:t>Lorem</a:t>
            </a:r>
            <a:r>
              <a:rPr lang="de-DE" dirty="0"/>
              <a:t> </a:t>
            </a:r>
            <a:r>
              <a:rPr lang="de-DE" dirty="0" err="1"/>
              <a:t>ipsum</a:t>
            </a:r>
            <a:endParaRPr lang="de-DE" dirty="0"/>
          </a:p>
        </p:txBody>
      </p:sp>
      <p:sp>
        <p:nvSpPr>
          <p:cNvPr id="16" name="Textplatzhalter 15">
            <a:extLst>
              <a:ext uri="{FF2B5EF4-FFF2-40B4-BE49-F238E27FC236}">
                <a16:creationId xmlns:a16="http://schemas.microsoft.com/office/drawing/2014/main" id="{DE159E53-7B0E-E0F7-9458-27D788C68876}"/>
              </a:ext>
            </a:extLst>
          </p:cNvPr>
          <p:cNvSpPr>
            <a:spLocks noGrp="1"/>
          </p:cNvSpPr>
          <p:nvPr>
            <p:ph type="body" sz="quarter" idx="32"/>
          </p:nvPr>
        </p:nvSpPr>
        <p:spPr/>
        <p:txBody>
          <a:bodyPr>
            <a:noAutofit/>
          </a:bodyPr>
          <a:lstStyle/>
          <a:p>
            <a:pPr marL="0" indent="0" algn="ctr">
              <a:buNone/>
            </a:pPr>
            <a:r>
              <a:rPr lang="de-DE" dirty="0"/>
              <a:t>Lorem ipsum</a:t>
            </a:r>
          </a:p>
        </p:txBody>
      </p:sp>
      <p:sp>
        <p:nvSpPr>
          <p:cNvPr id="17" name="Textplatzhalter 16">
            <a:extLst>
              <a:ext uri="{FF2B5EF4-FFF2-40B4-BE49-F238E27FC236}">
                <a16:creationId xmlns:a16="http://schemas.microsoft.com/office/drawing/2014/main" id="{3ECAA777-480F-1804-7681-CF64D70765EF}"/>
              </a:ext>
            </a:extLst>
          </p:cNvPr>
          <p:cNvSpPr>
            <a:spLocks noGrp="1"/>
          </p:cNvSpPr>
          <p:nvPr>
            <p:ph type="body" sz="quarter" idx="33"/>
          </p:nvPr>
        </p:nvSpPr>
        <p:spPr/>
        <p:txBody>
          <a:bodyPr>
            <a:noAutofit/>
          </a:bodyPr>
          <a:lstStyle/>
          <a:p>
            <a:pPr marL="0" indent="0" algn="ctr">
              <a:buNone/>
            </a:pPr>
            <a:r>
              <a:rPr lang="de-DE" dirty="0" err="1"/>
              <a:t>Lorem</a:t>
            </a:r>
            <a:r>
              <a:rPr lang="de-DE" dirty="0"/>
              <a:t> </a:t>
            </a:r>
            <a:r>
              <a:rPr lang="de-DE" dirty="0" err="1"/>
              <a:t>ipsum</a:t>
            </a:r>
            <a:endParaRPr lang="de-DE" dirty="0"/>
          </a:p>
        </p:txBody>
      </p:sp>
      <p:sp>
        <p:nvSpPr>
          <p:cNvPr id="18" name="Textplatzhalter 17">
            <a:extLst>
              <a:ext uri="{FF2B5EF4-FFF2-40B4-BE49-F238E27FC236}">
                <a16:creationId xmlns:a16="http://schemas.microsoft.com/office/drawing/2014/main" id="{B0F88835-A6BE-35F0-812C-A18B37EBA89E}"/>
              </a:ext>
            </a:extLst>
          </p:cNvPr>
          <p:cNvSpPr>
            <a:spLocks noGrp="1"/>
          </p:cNvSpPr>
          <p:nvPr>
            <p:ph type="body" sz="quarter" idx="34"/>
          </p:nvPr>
        </p:nvSpPr>
        <p:spPr/>
        <p:txBody>
          <a:bodyPr>
            <a:noAutofit/>
          </a:bodyPr>
          <a:lstStyle/>
          <a:p>
            <a:pPr marL="0" indent="0" algn="ctr">
              <a:buNone/>
            </a:pPr>
            <a:r>
              <a:rPr lang="de-DE" dirty="0" err="1"/>
              <a:t>Lorem</a:t>
            </a:r>
            <a:r>
              <a:rPr lang="de-DE" dirty="0"/>
              <a:t> </a:t>
            </a:r>
            <a:r>
              <a:rPr lang="de-DE" dirty="0" err="1"/>
              <a:t>ipsum</a:t>
            </a:r>
            <a:endParaRPr lang="de-DE" dirty="0"/>
          </a:p>
        </p:txBody>
      </p:sp>
      <p:sp>
        <p:nvSpPr>
          <p:cNvPr id="4" name="Textplatzhalter 3">
            <a:extLst>
              <a:ext uri="{FF2B5EF4-FFF2-40B4-BE49-F238E27FC236}">
                <a16:creationId xmlns:a16="http://schemas.microsoft.com/office/drawing/2014/main" id="{4EFE713B-65A3-91BA-5D20-D87D4EC97F5B}"/>
              </a:ext>
            </a:extLst>
          </p:cNvPr>
          <p:cNvSpPr>
            <a:spLocks noGrp="1"/>
          </p:cNvSpPr>
          <p:nvPr>
            <p:ph type="body" sz="quarter" idx="12"/>
          </p:nvPr>
        </p:nvSpPr>
        <p:spPr/>
        <p:txBody>
          <a:bodyPr>
            <a:noAutofit/>
          </a:bodyPr>
          <a:lstStyle/>
          <a:p>
            <a:r>
              <a:rPr lang="de-DE" dirty="0"/>
              <a:t>Kapitel</a:t>
            </a:r>
          </a:p>
        </p:txBody>
      </p:sp>
    </p:spTree>
    <p:extLst>
      <p:ext uri="{BB962C8B-B14F-4D97-AF65-F5344CB8AC3E}">
        <p14:creationId xmlns:p14="http://schemas.microsoft.com/office/powerpoint/2010/main" val="2228259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86F97-A256-BC04-090B-5E95212DCC6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E78F5DC-ED90-2EC8-561C-53658C12B77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4E78F5DC-ED90-2EC8-561C-53658C12B7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Textplatzhalter 29">
            <a:extLst>
              <a:ext uri="{FF2B5EF4-FFF2-40B4-BE49-F238E27FC236}">
                <a16:creationId xmlns:a16="http://schemas.microsoft.com/office/drawing/2014/main" id="{CB76C59B-0975-A36B-D2B8-5CA88B0A0857}"/>
              </a:ext>
            </a:extLst>
          </p:cNvPr>
          <p:cNvSpPr>
            <a:spLocks noGrp="1"/>
          </p:cNvSpPr>
          <p:nvPr>
            <p:ph type="body" sz="quarter" idx="13"/>
          </p:nvPr>
        </p:nvSpPr>
        <p:spPr/>
        <p:txBody>
          <a:bodyPr/>
          <a:lstStyle/>
          <a:p>
            <a:r>
              <a:rPr lang="de-DE" dirty="0"/>
              <a:t>Vergleichskategorie 01</a:t>
            </a:r>
          </a:p>
        </p:txBody>
      </p:sp>
      <p:sp>
        <p:nvSpPr>
          <p:cNvPr id="31" name="Textplatzhalter 30">
            <a:extLst>
              <a:ext uri="{FF2B5EF4-FFF2-40B4-BE49-F238E27FC236}">
                <a16:creationId xmlns:a16="http://schemas.microsoft.com/office/drawing/2014/main" id="{26CBFE09-CD6B-F411-7D7D-509E674F0678}"/>
              </a:ext>
            </a:extLst>
          </p:cNvPr>
          <p:cNvSpPr>
            <a:spLocks noGrp="1"/>
          </p:cNvSpPr>
          <p:nvPr>
            <p:ph type="body" sz="quarter" idx="14"/>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p>
        </p:txBody>
      </p:sp>
      <p:sp>
        <p:nvSpPr>
          <p:cNvPr id="32" name="Textplatzhalter 31">
            <a:extLst>
              <a:ext uri="{FF2B5EF4-FFF2-40B4-BE49-F238E27FC236}">
                <a16:creationId xmlns:a16="http://schemas.microsoft.com/office/drawing/2014/main" id="{66179A52-CA33-3C3F-1823-B18835E43C4E}"/>
              </a:ext>
            </a:extLst>
          </p:cNvPr>
          <p:cNvSpPr>
            <a:spLocks noGrp="1"/>
          </p:cNvSpPr>
          <p:nvPr>
            <p:ph type="body" sz="quarter" idx="25"/>
          </p:nvPr>
        </p:nvSpPr>
        <p:spPr/>
        <p:txBody>
          <a:bodyPr/>
          <a:lstStyle/>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a:t>
            </a:r>
          </a:p>
        </p:txBody>
      </p:sp>
      <p:sp>
        <p:nvSpPr>
          <p:cNvPr id="33" name="Textplatzhalter 32">
            <a:extLst>
              <a:ext uri="{FF2B5EF4-FFF2-40B4-BE49-F238E27FC236}">
                <a16:creationId xmlns:a16="http://schemas.microsoft.com/office/drawing/2014/main" id="{B6D1256E-CB9B-6AD2-C807-3AC25ED9C6DD}"/>
              </a:ext>
            </a:extLst>
          </p:cNvPr>
          <p:cNvSpPr>
            <a:spLocks noGrp="1"/>
          </p:cNvSpPr>
          <p:nvPr>
            <p:ph type="body" sz="quarter" idx="26"/>
          </p:nvPr>
        </p:nvSpPr>
        <p:spPr/>
        <p:txBody>
          <a:bodyPr/>
          <a:lstStyle/>
          <a:p>
            <a:r>
              <a:rPr lang="de-DE" dirty="0"/>
              <a:t>Mauris ipsum. Nulla metus metus, ullamcorper vel, tincidunt sed, euismod in, nibh.</a:t>
            </a:r>
          </a:p>
        </p:txBody>
      </p:sp>
      <p:sp>
        <p:nvSpPr>
          <p:cNvPr id="34" name="Textplatzhalter 33">
            <a:extLst>
              <a:ext uri="{FF2B5EF4-FFF2-40B4-BE49-F238E27FC236}">
                <a16:creationId xmlns:a16="http://schemas.microsoft.com/office/drawing/2014/main" id="{0513D431-5B04-302A-6A20-6DF916A0AA4D}"/>
              </a:ext>
            </a:extLst>
          </p:cNvPr>
          <p:cNvSpPr>
            <a:spLocks noGrp="1"/>
          </p:cNvSpPr>
          <p:nvPr>
            <p:ph type="body" sz="quarter" idx="27"/>
          </p:nvPr>
        </p:nvSpPr>
        <p:spPr/>
        <p:txBody>
          <a:bodyPr/>
          <a:lstStyle/>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a:t>
            </a:r>
          </a:p>
        </p:txBody>
      </p:sp>
      <p:sp>
        <p:nvSpPr>
          <p:cNvPr id="35" name="Textplatzhalter 34">
            <a:extLst>
              <a:ext uri="{FF2B5EF4-FFF2-40B4-BE49-F238E27FC236}">
                <a16:creationId xmlns:a16="http://schemas.microsoft.com/office/drawing/2014/main" id="{384EB98A-9972-FB8F-25E0-3F64E248F045}"/>
              </a:ext>
            </a:extLst>
          </p:cNvPr>
          <p:cNvSpPr>
            <a:spLocks noGrp="1"/>
          </p:cNvSpPr>
          <p:nvPr>
            <p:ph type="body" sz="quarter" idx="28"/>
          </p:nvPr>
        </p:nvSpPr>
        <p:spPr/>
        <p:txBody>
          <a:bodyPr/>
          <a:lstStyle/>
          <a:p>
            <a:r>
              <a:rPr lang="de-DE" dirty="0"/>
              <a:t>Vergleichskategorie 02</a:t>
            </a:r>
          </a:p>
        </p:txBody>
      </p:sp>
      <p:sp>
        <p:nvSpPr>
          <p:cNvPr id="36" name="Textplatzhalter 35">
            <a:extLst>
              <a:ext uri="{FF2B5EF4-FFF2-40B4-BE49-F238E27FC236}">
                <a16:creationId xmlns:a16="http://schemas.microsoft.com/office/drawing/2014/main" id="{E28D0270-1F45-4113-B1C2-30FCFCABDF68}"/>
              </a:ext>
            </a:extLst>
          </p:cNvPr>
          <p:cNvSpPr>
            <a:spLocks noGrp="1"/>
          </p:cNvSpPr>
          <p:nvPr>
            <p:ph type="body" sz="quarter" idx="29"/>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p>
        </p:txBody>
      </p:sp>
      <p:sp>
        <p:nvSpPr>
          <p:cNvPr id="37" name="Textplatzhalter 36">
            <a:extLst>
              <a:ext uri="{FF2B5EF4-FFF2-40B4-BE49-F238E27FC236}">
                <a16:creationId xmlns:a16="http://schemas.microsoft.com/office/drawing/2014/main" id="{33D294A4-3CD7-DB3E-77DE-C3D95DBD9792}"/>
              </a:ext>
            </a:extLst>
          </p:cNvPr>
          <p:cNvSpPr>
            <a:spLocks noGrp="1"/>
          </p:cNvSpPr>
          <p:nvPr>
            <p:ph type="body" sz="quarter" idx="30"/>
          </p:nvPr>
        </p:nvSpPr>
        <p:spPr/>
        <p:txBody>
          <a:bodyPr/>
          <a:lstStyle/>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a:t>
            </a:r>
          </a:p>
        </p:txBody>
      </p:sp>
      <p:sp>
        <p:nvSpPr>
          <p:cNvPr id="38" name="Textplatzhalter 37">
            <a:extLst>
              <a:ext uri="{FF2B5EF4-FFF2-40B4-BE49-F238E27FC236}">
                <a16:creationId xmlns:a16="http://schemas.microsoft.com/office/drawing/2014/main" id="{2E72AF5E-7BA0-02AA-3042-D21A5172C810}"/>
              </a:ext>
            </a:extLst>
          </p:cNvPr>
          <p:cNvSpPr>
            <a:spLocks noGrp="1"/>
          </p:cNvSpPr>
          <p:nvPr>
            <p:ph type="body" sz="quarter" idx="31"/>
          </p:nvPr>
        </p:nvSpPr>
        <p:spPr/>
        <p:txBody>
          <a:bodyPr/>
          <a:lstStyle/>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a:t>
            </a:r>
          </a:p>
        </p:txBody>
      </p:sp>
      <p:sp>
        <p:nvSpPr>
          <p:cNvPr id="39" name="Textplatzhalter 38">
            <a:extLst>
              <a:ext uri="{FF2B5EF4-FFF2-40B4-BE49-F238E27FC236}">
                <a16:creationId xmlns:a16="http://schemas.microsoft.com/office/drawing/2014/main" id="{0AA9EC02-FB47-079C-B118-DCC004AC91DA}"/>
              </a:ext>
            </a:extLst>
          </p:cNvPr>
          <p:cNvSpPr>
            <a:spLocks noGrp="1"/>
          </p:cNvSpPr>
          <p:nvPr>
            <p:ph type="body" sz="quarter" idx="32"/>
          </p:nvPr>
        </p:nvSpPr>
        <p:spPr/>
        <p:txBody>
          <a:bodyPr/>
          <a:lstStyle/>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a:t>
            </a:r>
          </a:p>
        </p:txBody>
      </p:sp>
      <p:sp>
        <p:nvSpPr>
          <p:cNvPr id="40" name="Textplatzhalter 39">
            <a:extLst>
              <a:ext uri="{FF2B5EF4-FFF2-40B4-BE49-F238E27FC236}">
                <a16:creationId xmlns:a16="http://schemas.microsoft.com/office/drawing/2014/main" id="{C99411D3-4A1E-98F9-E4FF-2858DEFC4BE8}"/>
              </a:ext>
            </a:extLst>
          </p:cNvPr>
          <p:cNvSpPr>
            <a:spLocks noGrp="1"/>
          </p:cNvSpPr>
          <p:nvPr>
            <p:ph type="body" sz="quarter" idx="33"/>
          </p:nvPr>
        </p:nvSpPr>
        <p:spPr/>
        <p:txBody>
          <a:bodyPr/>
          <a:lstStyle/>
          <a:p>
            <a:endParaRPr lang="de-DE" dirty="0"/>
          </a:p>
        </p:txBody>
      </p:sp>
      <p:sp>
        <p:nvSpPr>
          <p:cNvPr id="41" name="Textplatzhalter 40">
            <a:extLst>
              <a:ext uri="{FF2B5EF4-FFF2-40B4-BE49-F238E27FC236}">
                <a16:creationId xmlns:a16="http://schemas.microsoft.com/office/drawing/2014/main" id="{B49F8848-CDEE-3F1C-1E40-FE50C200CBA7}"/>
              </a:ext>
            </a:extLst>
          </p:cNvPr>
          <p:cNvSpPr>
            <a:spLocks noGrp="1"/>
          </p:cNvSpPr>
          <p:nvPr>
            <p:ph type="body" sz="quarter" idx="35"/>
          </p:nvPr>
        </p:nvSpPr>
        <p:spPr/>
        <p:txBody>
          <a:bodyPr/>
          <a:lstStyle/>
          <a:p>
            <a:endParaRPr lang="de-DE"/>
          </a:p>
        </p:txBody>
      </p:sp>
      <p:sp>
        <p:nvSpPr>
          <p:cNvPr id="42" name="Textplatzhalter 41">
            <a:extLst>
              <a:ext uri="{FF2B5EF4-FFF2-40B4-BE49-F238E27FC236}">
                <a16:creationId xmlns:a16="http://schemas.microsoft.com/office/drawing/2014/main" id="{1F29615A-2281-1B89-7075-0BD1BEFADFF4}"/>
              </a:ext>
            </a:extLst>
          </p:cNvPr>
          <p:cNvSpPr>
            <a:spLocks noGrp="1"/>
          </p:cNvSpPr>
          <p:nvPr>
            <p:ph type="body" sz="quarter" idx="37"/>
          </p:nvPr>
        </p:nvSpPr>
        <p:spPr/>
        <p:txBody>
          <a:bodyPr/>
          <a:lstStyle/>
          <a:p>
            <a:endParaRPr lang="de-DE"/>
          </a:p>
        </p:txBody>
      </p:sp>
      <p:sp>
        <p:nvSpPr>
          <p:cNvPr id="2" name="Footer Placeholder 6">
            <a:extLst>
              <a:ext uri="{FF2B5EF4-FFF2-40B4-BE49-F238E27FC236}">
                <a16:creationId xmlns:a16="http://schemas.microsoft.com/office/drawing/2014/main" id="{E321ECF2-49C8-FD12-41ED-0829725E1E20}"/>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pic>
        <p:nvPicPr>
          <p:cNvPr id="4" name="Grafik 71" descr="Gruppenbrainstorming Silhouette">
            <a:extLst>
              <a:ext uri="{FF2B5EF4-FFF2-40B4-BE49-F238E27FC236}">
                <a16:creationId xmlns:a16="http://schemas.microsoft.com/office/drawing/2014/main" id="{2BB8DCBD-2104-7743-1B43-79FCC4E888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6725" y="3344222"/>
            <a:ext cx="396000" cy="396000"/>
          </a:xfrm>
          <a:prstGeom prst="rect">
            <a:avLst/>
          </a:prstGeom>
        </p:spPr>
      </p:pic>
      <p:pic>
        <p:nvPicPr>
          <p:cNvPr id="5" name="Grafik 23" descr="Callcenter Silhouette">
            <a:extLst>
              <a:ext uri="{FF2B5EF4-FFF2-40B4-BE49-F238E27FC236}">
                <a16:creationId xmlns:a16="http://schemas.microsoft.com/office/drawing/2014/main" id="{DE77B998-EC23-25C5-2719-9824E3D3F66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96725" y="4298845"/>
            <a:ext cx="396000" cy="396000"/>
          </a:xfrm>
          <a:prstGeom prst="rect">
            <a:avLst/>
          </a:prstGeom>
        </p:spPr>
      </p:pic>
      <p:pic>
        <p:nvPicPr>
          <p:cNvPr id="6" name="Grafik 53" descr="Euro Silhouette">
            <a:extLst>
              <a:ext uri="{FF2B5EF4-FFF2-40B4-BE49-F238E27FC236}">
                <a16:creationId xmlns:a16="http://schemas.microsoft.com/office/drawing/2014/main" id="{15F1E75C-1DAB-CA9A-AA42-CC2FD3CAC7F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61247" y="5253470"/>
            <a:ext cx="396000" cy="396000"/>
          </a:xfrm>
          <a:prstGeom prst="rect">
            <a:avLst/>
          </a:prstGeom>
        </p:spPr>
      </p:pic>
    </p:spTree>
    <p:extLst>
      <p:ext uri="{BB962C8B-B14F-4D97-AF65-F5344CB8AC3E}">
        <p14:creationId xmlns:p14="http://schemas.microsoft.com/office/powerpoint/2010/main" val="503828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3A51-4E68-DC1B-E75C-3453FFA8D2D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329C282-EDFF-F509-DE23-5A6BC3BC6B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4329C282-EDFF-F509-DE23-5A6BC3BC6B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F53AB3E0-8F55-563D-42DA-3B4A8285F1F0}"/>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EE945C8C-5A33-11B1-2BEB-4C52BAB1FBE6}"/>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pic>
        <p:nvPicPr>
          <p:cNvPr id="11" name="Bildplatzhalter 10" descr="Ein Bild, das Schrift, Screenshot, Text, Grafiken enthält.&#10;&#10;KI-generierte Inhalte können fehlerhaft sein.">
            <a:extLst>
              <a:ext uri="{FF2B5EF4-FFF2-40B4-BE49-F238E27FC236}">
                <a16:creationId xmlns:a16="http://schemas.microsoft.com/office/drawing/2014/main" id="{4A092605-6089-21A2-EB69-F4895A445A90}"/>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31312" t="-96990" r="-35341" b="-96990"/>
          <a:stretch>
            <a:fillRect/>
          </a:stretch>
        </p:blipFill>
        <p:spPr>
          <a:xfrm>
            <a:off x="431801" y="5067299"/>
            <a:ext cx="2090113" cy="1076325"/>
          </a:xfrm>
        </p:spPr>
      </p:pic>
      <p:pic>
        <p:nvPicPr>
          <p:cNvPr id="22" name="Bildplatzhalter 21" descr="Ein Bild, das Schrift, Screenshot, Grafiken, Grafikdesign enthält.&#10;&#10;KI-generierte Inhalte können fehlerhaft sein.">
            <a:extLst>
              <a:ext uri="{FF2B5EF4-FFF2-40B4-BE49-F238E27FC236}">
                <a16:creationId xmlns:a16="http://schemas.microsoft.com/office/drawing/2014/main" id="{B03AB2F7-5706-2A16-2DE1-BE82E1CB4D79}"/>
              </a:ext>
            </a:extLst>
          </p:cNvPr>
          <p:cNvPicPr>
            <a:picLocks noGrp="1" noChangeAspect="1"/>
          </p:cNvPicPr>
          <p:nvPr>
            <p:ph type="pic" sz="quarter" idx="14"/>
          </p:nvPr>
        </p:nvPicPr>
        <p:blipFill>
          <a:blip r:embed="rId7">
            <a:extLst>
              <a:ext uri="{28A0092B-C50C-407E-A947-70E740481C1C}">
                <a14:useLocalDpi xmlns:a14="http://schemas.microsoft.com/office/drawing/2010/main" val="0"/>
              </a:ext>
            </a:extLst>
          </a:blip>
          <a:srcRect l="1" t="-110658" r="1" b="-110658"/>
          <a:stretch>
            <a:fillRect/>
          </a:stretch>
        </p:blipFill>
        <p:spPr>
          <a:xfrm>
            <a:off x="2739786" y="5067299"/>
            <a:ext cx="2090113" cy="1076325"/>
          </a:xfrm>
        </p:spPr>
      </p:pic>
      <p:pic>
        <p:nvPicPr>
          <p:cNvPr id="24" name="Bildplatzhalter 23" descr="Ein Bild, das Schrift, Text, Screenshot, Grafiken enthält.&#10;&#10;KI-generierte Inhalte können fehlerhaft sein.">
            <a:extLst>
              <a:ext uri="{FF2B5EF4-FFF2-40B4-BE49-F238E27FC236}">
                <a16:creationId xmlns:a16="http://schemas.microsoft.com/office/drawing/2014/main" id="{EBE5FD31-63E6-8C08-FF5B-B769E1332E7D}"/>
              </a:ext>
            </a:extLst>
          </p:cNvPr>
          <p:cNvPicPr>
            <a:picLocks noGrp="1" noChangeAspect="1"/>
          </p:cNvPicPr>
          <p:nvPr>
            <p:ph type="pic" sz="quarter" idx="15"/>
          </p:nvPr>
        </p:nvPicPr>
        <p:blipFill>
          <a:blip r:embed="rId8">
            <a:extLst>
              <a:ext uri="{28A0092B-C50C-407E-A947-70E740481C1C}">
                <a14:useLocalDpi xmlns:a14="http://schemas.microsoft.com/office/drawing/2010/main" val="0"/>
              </a:ext>
            </a:extLst>
          </a:blip>
          <a:srcRect l="-1787" t="-91397" r="1" b="-93179"/>
          <a:stretch>
            <a:fillRect/>
          </a:stretch>
        </p:blipFill>
        <p:spPr>
          <a:xfrm>
            <a:off x="5047769" y="5067299"/>
            <a:ext cx="2090112" cy="1076325"/>
          </a:xfrm>
        </p:spPr>
      </p:pic>
      <p:pic>
        <p:nvPicPr>
          <p:cNvPr id="26" name="Bildplatzhalter 25" descr="Ein Bild, das Text, Schrift, Screenshot, Grafiken enthält.&#10;&#10;KI-generierte Inhalte können fehlerhaft sein.">
            <a:extLst>
              <a:ext uri="{FF2B5EF4-FFF2-40B4-BE49-F238E27FC236}">
                <a16:creationId xmlns:a16="http://schemas.microsoft.com/office/drawing/2014/main" id="{7FD597DB-CD7C-9DAE-372D-8317C38E1677}"/>
              </a:ext>
            </a:extLst>
          </p:cNvPr>
          <p:cNvPicPr>
            <a:picLocks noGrp="1" noChangeAspect="1"/>
          </p:cNvPicPr>
          <p:nvPr>
            <p:ph type="pic" sz="quarter" idx="16"/>
          </p:nvPr>
        </p:nvPicPr>
        <p:blipFill>
          <a:blip r:embed="rId9">
            <a:extLst>
              <a:ext uri="{28A0092B-C50C-407E-A947-70E740481C1C}">
                <a14:useLocalDpi xmlns:a14="http://schemas.microsoft.com/office/drawing/2010/main" val="0"/>
              </a:ext>
            </a:extLst>
          </a:blip>
          <a:srcRect l="-28920" t="-72519" r="-28920" b="-72519"/>
          <a:stretch>
            <a:fillRect/>
          </a:stretch>
        </p:blipFill>
        <p:spPr>
          <a:xfrm>
            <a:off x="7355754" y="5067299"/>
            <a:ext cx="2090113" cy="1076325"/>
          </a:xfrm>
        </p:spPr>
      </p:pic>
      <p:pic>
        <p:nvPicPr>
          <p:cNvPr id="28" name="Bildplatzhalter 27" descr="Ein Bild, das Schrift, Screenshot, Grafiken, Grafikdesign enthält.&#10;&#10;KI-generierte Inhalte können fehlerhaft sein.">
            <a:extLst>
              <a:ext uri="{FF2B5EF4-FFF2-40B4-BE49-F238E27FC236}">
                <a16:creationId xmlns:a16="http://schemas.microsoft.com/office/drawing/2014/main" id="{80593910-A7FF-8916-7E7E-EC03C0A3062C}"/>
              </a:ext>
            </a:extLst>
          </p:cNvPr>
          <p:cNvPicPr>
            <a:picLocks noGrp="1" noChangeAspect="1"/>
          </p:cNvPicPr>
          <p:nvPr>
            <p:ph type="pic" sz="quarter" idx="17"/>
          </p:nvPr>
        </p:nvPicPr>
        <p:blipFill>
          <a:blip r:embed="rId10">
            <a:extLst>
              <a:ext uri="{28A0092B-C50C-407E-A947-70E740481C1C}">
                <a14:useLocalDpi xmlns:a14="http://schemas.microsoft.com/office/drawing/2010/main" val="0"/>
              </a:ext>
            </a:extLst>
          </a:blip>
          <a:srcRect l="102" t="-135846" r="305" b="-136054"/>
          <a:stretch>
            <a:fillRect/>
          </a:stretch>
        </p:blipFill>
        <p:spPr>
          <a:xfrm>
            <a:off x="9663737" y="5067299"/>
            <a:ext cx="2090113" cy="1076325"/>
          </a:xfrm>
        </p:spPr>
      </p:pic>
      <p:sp>
        <p:nvSpPr>
          <p:cNvPr id="19" name="Textplatzhalter 18">
            <a:extLst>
              <a:ext uri="{FF2B5EF4-FFF2-40B4-BE49-F238E27FC236}">
                <a16:creationId xmlns:a16="http://schemas.microsoft.com/office/drawing/2014/main" id="{CEE7AA5C-1063-A7B1-227E-9D9FD3FAB7A8}"/>
              </a:ext>
            </a:extLst>
          </p:cNvPr>
          <p:cNvSpPr>
            <a:spLocks noGrp="1"/>
          </p:cNvSpPr>
          <p:nvPr>
            <p:ph type="body" sz="quarter" idx="41"/>
          </p:nvPr>
        </p:nvSpPr>
        <p:spPr/>
        <p:txBody>
          <a:bodyPr/>
          <a:lstStyle/>
          <a:p>
            <a:r>
              <a:rPr lang="de-DE" dirty="0"/>
              <a:t>Mauris ipsum. Nulla metus metus, ullamcorper vel, tincidunt sed, euismod in, nibh. Quisque volutpat condimentum velit. Class aptent taciti sociosqu ad litora torquent per conubia nostra, per inceptos himenaeos.</a:t>
            </a:r>
          </a:p>
          <a:p>
            <a:endParaRPr lang="de-DE" dirty="0"/>
          </a:p>
        </p:txBody>
      </p:sp>
      <p:sp>
        <p:nvSpPr>
          <p:cNvPr id="13" name="Textplatzhalter 12">
            <a:extLst>
              <a:ext uri="{FF2B5EF4-FFF2-40B4-BE49-F238E27FC236}">
                <a16:creationId xmlns:a16="http://schemas.microsoft.com/office/drawing/2014/main" id="{2AAA5231-A4F5-B5E2-2E73-466ED3BE8AD6}"/>
              </a:ext>
            </a:extLst>
          </p:cNvPr>
          <p:cNvSpPr>
            <a:spLocks noGrp="1"/>
          </p:cNvSpPr>
          <p:nvPr>
            <p:ph type="body" sz="quarter" idx="12"/>
          </p:nvPr>
        </p:nvSpPr>
        <p:spPr/>
        <p:txBody>
          <a:bodyPr/>
          <a:lstStyle/>
          <a:p>
            <a:r>
              <a:rPr lang="de-DE" dirty="0"/>
              <a:t>Kapitel</a:t>
            </a:r>
          </a:p>
        </p:txBody>
      </p:sp>
      <p:pic>
        <p:nvPicPr>
          <p:cNvPr id="9" name="Bildplatzhalter 8" descr="Ein Bild, das Kleidung, Person, Industrie, Bautechnik enthält.&#10;&#10;KI-generierte Inhalte können fehlerhaft sein.">
            <a:extLst>
              <a:ext uri="{FF2B5EF4-FFF2-40B4-BE49-F238E27FC236}">
                <a16:creationId xmlns:a16="http://schemas.microsoft.com/office/drawing/2014/main" id="{A32EED6E-7470-2901-063B-A3AA1D7B4E07}"/>
              </a:ext>
            </a:extLst>
          </p:cNvPr>
          <p:cNvPicPr>
            <a:picLocks noGrp="1" noChangeAspect="1"/>
          </p:cNvPicPr>
          <p:nvPr>
            <p:ph type="pic" sz="quarter" idx="42"/>
          </p:nvPr>
        </p:nvPicPr>
        <p:blipFill>
          <a:blip r:embed="rId11">
            <a:extLst>
              <a:ext uri="{28A0092B-C50C-407E-A947-70E740481C1C}">
                <a14:useLocalDpi xmlns:a14="http://schemas.microsoft.com/office/drawing/2010/main" val="0"/>
              </a:ext>
            </a:extLst>
          </a:blip>
          <a:srcRect t="10660" b="22186"/>
          <a:stretch>
            <a:fillRect/>
          </a:stretch>
        </p:blipFill>
        <p:spPr>
          <a:xfrm>
            <a:off x="5010150" y="1489075"/>
            <a:ext cx="7181849" cy="3216275"/>
          </a:xfrm>
        </p:spPr>
      </p:pic>
    </p:spTree>
    <p:extLst>
      <p:ext uri="{BB962C8B-B14F-4D97-AF65-F5344CB8AC3E}">
        <p14:creationId xmlns:p14="http://schemas.microsoft.com/office/powerpoint/2010/main" val="327463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E88A-543A-6C22-B352-13FDC19F9A60}"/>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52D89BB-76B5-1E26-245E-2D8524D2A95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C52D89BB-76B5-1E26-245E-2D8524D2A95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6283AEBB-B57A-E6B6-C458-ED47812067E1}"/>
              </a:ext>
            </a:extLst>
          </p:cNvPr>
          <p:cNvSpPr>
            <a:spLocks noGrp="1"/>
          </p:cNvSpPr>
          <p:nvPr>
            <p:ph type="body" sz="quarter" idx="10"/>
          </p:nvPr>
        </p:nvSpPr>
        <p:spPr/>
        <p:txBody>
          <a:bodyPr/>
          <a:lstStyle/>
          <a:p>
            <a:r>
              <a:rPr lang="de-DE"/>
              <a:t>Titel der Folie</a:t>
            </a:r>
            <a:endParaRPr lang="de-DE" dirty="0"/>
          </a:p>
        </p:txBody>
      </p:sp>
      <p:sp>
        <p:nvSpPr>
          <p:cNvPr id="2" name="Footer Placeholder 6">
            <a:extLst>
              <a:ext uri="{FF2B5EF4-FFF2-40B4-BE49-F238E27FC236}">
                <a16:creationId xmlns:a16="http://schemas.microsoft.com/office/drawing/2014/main" id="{99E5F79D-C9D0-A1B9-01EE-B9018A727858}"/>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pic>
        <p:nvPicPr>
          <p:cNvPr id="5" name="Bildplatzhalter 4" descr="Ein Bild, das Menschliches Gesicht, Kleidung, Person, Im Haus enthält.&#10;&#10;KI-generierte Inhalte können fehlerhaft sein.">
            <a:extLst>
              <a:ext uri="{FF2B5EF4-FFF2-40B4-BE49-F238E27FC236}">
                <a16:creationId xmlns:a16="http://schemas.microsoft.com/office/drawing/2014/main" id="{C27082ED-459F-2E8B-5141-56D447EA82B5}"/>
              </a:ext>
            </a:extLst>
          </p:cNvPr>
          <p:cNvPicPr>
            <a:picLocks noGrp="1" noChangeAspect="1"/>
          </p:cNvPicPr>
          <p:nvPr>
            <p:ph type="pic" sz="quarter" idx="30"/>
          </p:nvPr>
        </p:nvPicPr>
        <p:blipFill>
          <a:blip r:embed="rId6">
            <a:extLst>
              <a:ext uri="{28A0092B-C50C-407E-A947-70E740481C1C}">
                <a14:useLocalDpi xmlns:a14="http://schemas.microsoft.com/office/drawing/2010/main" val="0"/>
              </a:ext>
            </a:extLst>
          </a:blip>
          <a:srcRect l="16625" r="16625"/>
          <a:stretch/>
        </p:blipFill>
        <p:spPr/>
      </p:pic>
      <p:sp>
        <p:nvSpPr>
          <p:cNvPr id="16" name="Textplatzhalter 15">
            <a:extLst>
              <a:ext uri="{FF2B5EF4-FFF2-40B4-BE49-F238E27FC236}">
                <a16:creationId xmlns:a16="http://schemas.microsoft.com/office/drawing/2014/main" id="{14BAEAD7-AA4A-8087-45B7-205B2CFFE7D8}"/>
              </a:ext>
            </a:extLst>
          </p:cNvPr>
          <p:cNvSpPr>
            <a:spLocks noGrp="1"/>
          </p:cNvSpPr>
          <p:nvPr>
            <p:ph type="body" sz="quarter" idx="31"/>
          </p:nvPr>
        </p:nvSpPr>
        <p:spPr/>
        <p:txBody>
          <a:bodyPr/>
          <a:lstStyle/>
          <a:p>
            <a:r>
              <a:rPr lang="de-DE" dirty="0"/>
              <a:t>Mauris ipsum. Nulla metus metus, ullamcorper vel, tincidunt sed, euismod in, nibh. Quisque volutpat condimentum velit. Class aptent taciti sociosqu ad litora torquent per conubia nostra, per inceptos himenaeos.</a:t>
            </a:r>
          </a:p>
          <a:p>
            <a:endParaRPr lang="de-DE" dirty="0"/>
          </a:p>
        </p:txBody>
      </p:sp>
      <p:sp>
        <p:nvSpPr>
          <p:cNvPr id="19" name="Textplatzhalter 18">
            <a:extLst>
              <a:ext uri="{FF2B5EF4-FFF2-40B4-BE49-F238E27FC236}">
                <a16:creationId xmlns:a16="http://schemas.microsoft.com/office/drawing/2014/main" id="{BE15FF1F-DA96-B33E-9470-07D48F86896F}"/>
              </a:ext>
            </a:extLst>
          </p:cNvPr>
          <p:cNvSpPr>
            <a:spLocks noGrp="1"/>
          </p:cNvSpPr>
          <p:nvPr>
            <p:ph type="body" sz="quarter" idx="34"/>
          </p:nvPr>
        </p:nvSpPr>
        <p:spPr/>
        <p:txBody>
          <a:bodyPr/>
          <a:lstStyle/>
          <a:p>
            <a:r>
              <a:rPr lang="de-DE" dirty="0"/>
              <a:t>Mauris ipsum. Nulla metus metus, ullamcorper vel, tincidunt sed, euismod in, nibh. Quisque volutpat condimentum velit. Class aptent taciti sociosqu ad litora torquent per conubia nostra, per inceptos himenaeos.</a:t>
            </a:r>
          </a:p>
          <a:p>
            <a:endParaRPr lang="de-DE" dirty="0"/>
          </a:p>
        </p:txBody>
      </p:sp>
      <p:sp>
        <p:nvSpPr>
          <p:cNvPr id="20" name="Textplatzhalter 19">
            <a:extLst>
              <a:ext uri="{FF2B5EF4-FFF2-40B4-BE49-F238E27FC236}">
                <a16:creationId xmlns:a16="http://schemas.microsoft.com/office/drawing/2014/main" id="{42684A18-4925-816A-1EF6-664760D02FB4}"/>
              </a:ext>
            </a:extLst>
          </p:cNvPr>
          <p:cNvSpPr>
            <a:spLocks noGrp="1"/>
          </p:cNvSpPr>
          <p:nvPr>
            <p:ph type="body" sz="quarter" idx="35"/>
          </p:nvPr>
        </p:nvSpPr>
        <p:spPr/>
        <p:txBody>
          <a:bodyPr/>
          <a:lstStyle/>
          <a:p>
            <a:r>
              <a:rPr lang="de-DE"/>
              <a:t>Name</a:t>
            </a:r>
            <a:endParaRPr lang="de-DE" dirty="0"/>
          </a:p>
        </p:txBody>
      </p:sp>
      <p:sp>
        <p:nvSpPr>
          <p:cNvPr id="23" name="Textplatzhalter 22">
            <a:extLst>
              <a:ext uri="{FF2B5EF4-FFF2-40B4-BE49-F238E27FC236}">
                <a16:creationId xmlns:a16="http://schemas.microsoft.com/office/drawing/2014/main" id="{8C4B7563-4E98-6C2F-8D31-8CE05C6E10D9}"/>
              </a:ext>
            </a:extLst>
          </p:cNvPr>
          <p:cNvSpPr>
            <a:spLocks noGrp="1"/>
          </p:cNvSpPr>
          <p:nvPr>
            <p:ph type="body" sz="quarter" idx="38"/>
          </p:nvPr>
        </p:nvSpPr>
        <p:spPr/>
        <p:txBody>
          <a:bodyPr/>
          <a:lstStyle/>
          <a:p>
            <a:r>
              <a:rPr lang="de-DE" dirty="0"/>
              <a:t>Mauris ipsum. Nulla metus metus, ullamcorper vel, tincidunt sed, euismod in, nibh. Quisque volutpat condimentum velit. Class aptent taciti sociosqu ad litora torquent per conubia nostra, per inceptos himenaeos.</a:t>
            </a:r>
          </a:p>
          <a:p>
            <a:endParaRPr lang="de-DE" dirty="0"/>
          </a:p>
        </p:txBody>
      </p:sp>
      <p:sp>
        <p:nvSpPr>
          <p:cNvPr id="24" name="Textplatzhalter 23">
            <a:extLst>
              <a:ext uri="{FF2B5EF4-FFF2-40B4-BE49-F238E27FC236}">
                <a16:creationId xmlns:a16="http://schemas.microsoft.com/office/drawing/2014/main" id="{3EC0132B-4CB6-406C-B4BF-894B86F2A5D0}"/>
              </a:ext>
            </a:extLst>
          </p:cNvPr>
          <p:cNvSpPr>
            <a:spLocks noGrp="1"/>
          </p:cNvSpPr>
          <p:nvPr>
            <p:ph type="body" sz="quarter" idx="39"/>
          </p:nvPr>
        </p:nvSpPr>
        <p:spPr/>
        <p:txBody>
          <a:bodyPr/>
          <a:lstStyle/>
          <a:p>
            <a:r>
              <a:rPr lang="de-DE"/>
              <a:t>Name</a:t>
            </a:r>
            <a:endParaRPr lang="de-DE" dirty="0"/>
          </a:p>
        </p:txBody>
      </p:sp>
      <p:sp>
        <p:nvSpPr>
          <p:cNvPr id="27" name="Textplatzhalter 26">
            <a:extLst>
              <a:ext uri="{FF2B5EF4-FFF2-40B4-BE49-F238E27FC236}">
                <a16:creationId xmlns:a16="http://schemas.microsoft.com/office/drawing/2014/main" id="{303D94E5-7279-D502-FEBB-3CFFE1C826CF}"/>
              </a:ext>
            </a:extLst>
          </p:cNvPr>
          <p:cNvSpPr>
            <a:spLocks noGrp="1"/>
          </p:cNvSpPr>
          <p:nvPr>
            <p:ph type="body" sz="quarter" idx="42"/>
          </p:nvPr>
        </p:nvSpPr>
        <p:spPr/>
        <p:txBody>
          <a:bodyPr/>
          <a:lstStyle/>
          <a:p>
            <a:r>
              <a:rPr lang="de-DE" dirty="0"/>
              <a:t>Mauris ipsum. Nulla metus metus, ullamcorper vel, tincidunt sed, euismod in, nibh. Quisque volutpat condimentum velit. Class aptent taciti sociosqu ad litora torquent per conubia nostra, per inceptos himenaeos.</a:t>
            </a:r>
          </a:p>
          <a:p>
            <a:endParaRPr lang="de-DE" dirty="0"/>
          </a:p>
        </p:txBody>
      </p:sp>
      <p:sp>
        <p:nvSpPr>
          <p:cNvPr id="28" name="Textplatzhalter 27">
            <a:extLst>
              <a:ext uri="{FF2B5EF4-FFF2-40B4-BE49-F238E27FC236}">
                <a16:creationId xmlns:a16="http://schemas.microsoft.com/office/drawing/2014/main" id="{69BABA66-6B75-65DD-E7AA-4693D16294D2}"/>
              </a:ext>
            </a:extLst>
          </p:cNvPr>
          <p:cNvSpPr>
            <a:spLocks noGrp="1"/>
          </p:cNvSpPr>
          <p:nvPr>
            <p:ph type="body" sz="quarter" idx="43"/>
          </p:nvPr>
        </p:nvSpPr>
        <p:spPr/>
        <p:txBody>
          <a:bodyPr/>
          <a:lstStyle/>
          <a:p>
            <a:r>
              <a:rPr lang="de-DE"/>
              <a:t>Name</a:t>
            </a:r>
            <a:endParaRPr lang="de-DE" dirty="0"/>
          </a:p>
        </p:txBody>
      </p:sp>
      <p:sp>
        <p:nvSpPr>
          <p:cNvPr id="29" name="Textplatzhalter 28">
            <a:extLst>
              <a:ext uri="{FF2B5EF4-FFF2-40B4-BE49-F238E27FC236}">
                <a16:creationId xmlns:a16="http://schemas.microsoft.com/office/drawing/2014/main" id="{2EE0E3A6-4F85-0749-8169-45524942AAA2}"/>
              </a:ext>
            </a:extLst>
          </p:cNvPr>
          <p:cNvSpPr>
            <a:spLocks noGrp="1"/>
          </p:cNvSpPr>
          <p:nvPr>
            <p:ph type="body" sz="quarter" idx="44"/>
          </p:nvPr>
        </p:nvSpPr>
        <p:spPr/>
        <p:txBody>
          <a:bodyPr/>
          <a:lstStyle/>
          <a:p>
            <a:r>
              <a:rPr lang="de-DE"/>
              <a:t>Name</a:t>
            </a:r>
            <a:endParaRPr lang="de-DE" dirty="0"/>
          </a:p>
        </p:txBody>
      </p:sp>
      <p:sp>
        <p:nvSpPr>
          <p:cNvPr id="13" name="Textplatzhalter 12">
            <a:extLst>
              <a:ext uri="{FF2B5EF4-FFF2-40B4-BE49-F238E27FC236}">
                <a16:creationId xmlns:a16="http://schemas.microsoft.com/office/drawing/2014/main" id="{CD560851-74C1-F89E-82EC-9840B2E1666F}"/>
              </a:ext>
            </a:extLst>
          </p:cNvPr>
          <p:cNvSpPr>
            <a:spLocks noGrp="1"/>
          </p:cNvSpPr>
          <p:nvPr>
            <p:ph type="body" sz="quarter" idx="12"/>
          </p:nvPr>
        </p:nvSpPr>
        <p:spPr/>
        <p:txBody>
          <a:bodyPr/>
          <a:lstStyle/>
          <a:p>
            <a:r>
              <a:rPr lang="de-DE"/>
              <a:t>Kapitel</a:t>
            </a:r>
            <a:endParaRPr lang="de-DE" dirty="0"/>
          </a:p>
        </p:txBody>
      </p:sp>
      <p:pic>
        <p:nvPicPr>
          <p:cNvPr id="11" name="Bildplatzhalter 4" descr="Ein Bild, das Menschliches Gesicht, Kleidung, Person, Im Haus enthält.&#10;&#10;KI-generierte Inhalte können fehlerhaft sein.">
            <a:extLst>
              <a:ext uri="{FF2B5EF4-FFF2-40B4-BE49-F238E27FC236}">
                <a16:creationId xmlns:a16="http://schemas.microsoft.com/office/drawing/2014/main" id="{14EBFF06-3260-1C8B-14B1-1EFA708BFA51}"/>
              </a:ext>
            </a:extLst>
          </p:cNvPr>
          <p:cNvPicPr>
            <a:picLocks noChangeAspect="1"/>
          </p:cNvPicPr>
          <p:nvPr/>
        </p:nvPicPr>
        <p:blipFill>
          <a:blip r:embed="rId6">
            <a:extLst>
              <a:ext uri="{28A0092B-C50C-407E-A947-70E740481C1C}">
                <a14:useLocalDpi xmlns:a14="http://schemas.microsoft.com/office/drawing/2010/main" val="0"/>
              </a:ext>
            </a:extLst>
          </a:blip>
          <a:srcRect l="16625" r="16625"/>
          <a:stretch/>
        </p:blipFill>
        <p:spPr>
          <a:xfrm>
            <a:off x="4041206" y="1636436"/>
            <a:ext cx="1224000" cy="1224000"/>
          </a:xfrm>
          <a:prstGeom prst="ellipse">
            <a:avLst/>
          </a:prstGeom>
          <a:ln w="28575">
            <a:solidFill>
              <a:schemeClr val="accent2"/>
            </a:solidFill>
          </a:ln>
        </p:spPr>
      </p:pic>
      <p:pic>
        <p:nvPicPr>
          <p:cNvPr id="15" name="Bildplatzhalter 4" descr="Ein Bild, das Menschliches Gesicht, Kleidung, Person, Im Haus enthält.&#10;&#10;KI-generierte Inhalte können fehlerhaft sein.">
            <a:extLst>
              <a:ext uri="{FF2B5EF4-FFF2-40B4-BE49-F238E27FC236}">
                <a16:creationId xmlns:a16="http://schemas.microsoft.com/office/drawing/2014/main" id="{A7B579C4-C225-A9FF-7DC6-DEC862DB7FC3}"/>
              </a:ext>
            </a:extLst>
          </p:cNvPr>
          <p:cNvPicPr>
            <a:picLocks noChangeAspect="1"/>
          </p:cNvPicPr>
          <p:nvPr/>
        </p:nvPicPr>
        <p:blipFill>
          <a:blip r:embed="rId6">
            <a:extLst>
              <a:ext uri="{28A0092B-C50C-407E-A947-70E740481C1C}">
                <a14:useLocalDpi xmlns:a14="http://schemas.microsoft.com/office/drawing/2010/main" val="0"/>
              </a:ext>
            </a:extLst>
          </a:blip>
          <a:srcRect l="16625" r="16625"/>
          <a:stretch/>
        </p:blipFill>
        <p:spPr>
          <a:xfrm>
            <a:off x="6920444" y="1636436"/>
            <a:ext cx="1224000" cy="1224000"/>
          </a:xfrm>
          <a:prstGeom prst="ellipse">
            <a:avLst/>
          </a:prstGeom>
          <a:ln w="28575">
            <a:solidFill>
              <a:schemeClr val="accent2"/>
            </a:solidFill>
          </a:ln>
        </p:spPr>
      </p:pic>
      <p:pic>
        <p:nvPicPr>
          <p:cNvPr id="18" name="Bildplatzhalter 4" descr="Ein Bild, das Menschliches Gesicht, Kleidung, Person, Im Haus enthält.&#10;&#10;KI-generierte Inhalte können fehlerhaft sein.">
            <a:extLst>
              <a:ext uri="{FF2B5EF4-FFF2-40B4-BE49-F238E27FC236}">
                <a16:creationId xmlns:a16="http://schemas.microsoft.com/office/drawing/2014/main" id="{1574A7E7-7125-75BC-B9B3-82AAA3839CCF}"/>
              </a:ext>
            </a:extLst>
          </p:cNvPr>
          <p:cNvPicPr>
            <a:picLocks noChangeAspect="1"/>
          </p:cNvPicPr>
          <p:nvPr/>
        </p:nvPicPr>
        <p:blipFill>
          <a:blip r:embed="rId6">
            <a:extLst>
              <a:ext uri="{28A0092B-C50C-407E-A947-70E740481C1C}">
                <a14:useLocalDpi xmlns:a14="http://schemas.microsoft.com/office/drawing/2010/main" val="0"/>
              </a:ext>
            </a:extLst>
          </a:blip>
          <a:srcRect l="16625" r="16625"/>
          <a:stretch/>
        </p:blipFill>
        <p:spPr>
          <a:xfrm>
            <a:off x="9799682" y="1636436"/>
            <a:ext cx="1224000" cy="1224000"/>
          </a:xfrm>
          <a:prstGeom prst="ellipse">
            <a:avLst/>
          </a:prstGeom>
          <a:ln w="28575">
            <a:solidFill>
              <a:schemeClr val="accent2"/>
            </a:solidFill>
          </a:ln>
        </p:spPr>
      </p:pic>
    </p:spTree>
    <p:extLst>
      <p:ext uri="{BB962C8B-B14F-4D97-AF65-F5344CB8AC3E}">
        <p14:creationId xmlns:p14="http://schemas.microsoft.com/office/powerpoint/2010/main" val="3029852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BD39-83AC-A785-C05B-7B5C64224D5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EC86E62-9A2A-C228-FD09-252E767BD5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BEC86E62-9A2A-C228-FD09-252E767BD5D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51413A77-E593-CC6A-4E36-32575831757F}"/>
              </a:ext>
            </a:extLst>
          </p:cNvPr>
          <p:cNvSpPr>
            <a:spLocks noGrp="1"/>
          </p:cNvSpPr>
          <p:nvPr>
            <p:ph type="body" sz="quarter" idx="20"/>
          </p:nvPr>
        </p:nvSpPr>
        <p:spPr/>
        <p:txBody>
          <a:bodyPr>
            <a:noAutofit/>
          </a:bodyPr>
          <a:lstStyle/>
          <a:p>
            <a:r>
              <a:rPr lang="en-US" dirty="0"/>
              <a:t>+49 123456789</a:t>
            </a:r>
          </a:p>
        </p:txBody>
      </p:sp>
      <p:sp>
        <p:nvSpPr>
          <p:cNvPr id="9" name="Text Placeholder 8">
            <a:extLst>
              <a:ext uri="{FF2B5EF4-FFF2-40B4-BE49-F238E27FC236}">
                <a16:creationId xmlns:a16="http://schemas.microsoft.com/office/drawing/2014/main" id="{C4A02FEE-939D-5AEE-90B5-8775E6FC4D3E}"/>
              </a:ext>
            </a:extLst>
          </p:cNvPr>
          <p:cNvSpPr>
            <a:spLocks noGrp="1"/>
          </p:cNvSpPr>
          <p:nvPr>
            <p:ph type="body" sz="quarter" idx="31"/>
          </p:nvPr>
        </p:nvSpPr>
        <p:spPr/>
        <p:txBody>
          <a:bodyPr>
            <a:noAutofit/>
          </a:bodyPr>
          <a:lstStyle/>
          <a:p>
            <a:r>
              <a:rPr lang="en-US" dirty="0"/>
              <a:t>name@email.de</a:t>
            </a:r>
          </a:p>
        </p:txBody>
      </p:sp>
      <p:sp>
        <p:nvSpPr>
          <p:cNvPr id="14" name="Text Placeholder 13">
            <a:extLst>
              <a:ext uri="{FF2B5EF4-FFF2-40B4-BE49-F238E27FC236}">
                <a16:creationId xmlns:a16="http://schemas.microsoft.com/office/drawing/2014/main" id="{15C9B29E-C6CF-CC5C-783D-C723656FB071}"/>
              </a:ext>
            </a:extLst>
          </p:cNvPr>
          <p:cNvSpPr>
            <a:spLocks noGrp="1"/>
          </p:cNvSpPr>
          <p:nvPr>
            <p:ph type="body" sz="quarter" idx="10"/>
          </p:nvPr>
        </p:nvSpPr>
        <p:spPr>
          <a:xfrm>
            <a:off x="459143" y="2997836"/>
            <a:ext cx="2796403" cy="1001813"/>
          </a:xfrm>
        </p:spPr>
        <p:txBody>
          <a:bodyPr>
            <a:noAutofit/>
          </a:bodyPr>
          <a:lstStyle/>
          <a:p>
            <a:r>
              <a:rPr lang="en-US" dirty="0" err="1"/>
              <a:t>Kontakt</a:t>
            </a:r>
            <a:endParaRPr lang="en-US" dirty="0"/>
          </a:p>
        </p:txBody>
      </p:sp>
      <p:sp>
        <p:nvSpPr>
          <p:cNvPr id="10" name="Text Placeholder 9">
            <a:extLst>
              <a:ext uri="{FF2B5EF4-FFF2-40B4-BE49-F238E27FC236}">
                <a16:creationId xmlns:a16="http://schemas.microsoft.com/office/drawing/2014/main" id="{8C973AD5-2E56-D249-6ACD-1FA82FA5DCBE}"/>
              </a:ext>
            </a:extLst>
          </p:cNvPr>
          <p:cNvSpPr>
            <a:spLocks noGrp="1"/>
          </p:cNvSpPr>
          <p:nvPr>
            <p:ph type="body" sz="quarter" idx="35"/>
          </p:nvPr>
        </p:nvSpPr>
        <p:spPr/>
        <p:txBody>
          <a:bodyPr>
            <a:noAutofit/>
          </a:bodyPr>
          <a:lstStyle/>
          <a:p>
            <a:pPr marL="0" lvl="0" indent="0" eaLnBrk="0" fontAlgn="base" hangingPunct="0">
              <a:lnSpc>
                <a:spcPct val="100000"/>
              </a:lnSpc>
              <a:spcBef>
                <a:spcPct val="0"/>
              </a:spcBef>
              <a:spcAft>
                <a:spcPct val="0"/>
              </a:spcAft>
              <a:buClrTx/>
            </a:pPr>
            <a:r>
              <a:rPr lang="de-DE" altLang="de-DE" dirty="0">
                <a:solidFill>
                  <a:schemeClr val="accent1"/>
                </a:solidFill>
                <a:latin typeface="Abadi" panose="020B0604020104020204" pitchFamily="34" charset="77"/>
              </a:rPr>
              <a:t>Musterstraße 4, 12345 Musterort</a:t>
            </a:r>
            <a:endParaRPr lang="de-DE" altLang="de-DE" dirty="0">
              <a:solidFill>
                <a:schemeClr val="accent1"/>
              </a:solidFill>
              <a:latin typeface="Arial" panose="020B0604020202020204" pitchFamily="34" charset="0"/>
            </a:endParaRPr>
          </a:p>
        </p:txBody>
      </p:sp>
      <p:sp>
        <p:nvSpPr>
          <p:cNvPr id="11" name="Text Placeholder 10">
            <a:extLst>
              <a:ext uri="{FF2B5EF4-FFF2-40B4-BE49-F238E27FC236}">
                <a16:creationId xmlns:a16="http://schemas.microsoft.com/office/drawing/2014/main" id="{337849C6-B5F3-177C-FD62-F208F9D7605C}"/>
              </a:ext>
            </a:extLst>
          </p:cNvPr>
          <p:cNvSpPr>
            <a:spLocks noGrp="1"/>
          </p:cNvSpPr>
          <p:nvPr>
            <p:ph type="body" sz="quarter" idx="37"/>
          </p:nvPr>
        </p:nvSpPr>
        <p:spPr/>
        <p:txBody>
          <a:bodyPr>
            <a:noAutofit/>
          </a:bodyPr>
          <a:lstStyle/>
          <a:p>
            <a:r>
              <a:rPr lang="en-US" dirty="0" err="1"/>
              <a:t>www.website.de</a:t>
            </a:r>
            <a:endParaRPr lang="en-US" dirty="0"/>
          </a:p>
        </p:txBody>
      </p:sp>
      <p:sp>
        <p:nvSpPr>
          <p:cNvPr id="8" name="Text Placeholder 7">
            <a:extLst>
              <a:ext uri="{FF2B5EF4-FFF2-40B4-BE49-F238E27FC236}">
                <a16:creationId xmlns:a16="http://schemas.microsoft.com/office/drawing/2014/main" id="{E39DE082-780A-D83C-36E3-8A68EA13E7E9}"/>
              </a:ext>
            </a:extLst>
          </p:cNvPr>
          <p:cNvSpPr>
            <a:spLocks noGrp="1"/>
          </p:cNvSpPr>
          <p:nvPr>
            <p:ph type="body" sz="quarter" idx="27"/>
          </p:nvPr>
        </p:nvSpPr>
        <p:spPr/>
        <p:txBody>
          <a:bodyPr>
            <a:noAutofit/>
          </a:bodyPr>
          <a:lstStyle/>
          <a:p>
            <a:r>
              <a:rPr lang="en-US" dirty="0"/>
              <a:t>Name</a:t>
            </a:r>
          </a:p>
        </p:txBody>
      </p:sp>
      <p:pic>
        <p:nvPicPr>
          <p:cNvPr id="4" name="Bildplatzhalter 3" descr="Ein Bild, das Menschliches Gesicht, Kleidung, Person, Im Haus enthält.&#10;&#10;KI-generierte Inhalte können fehlerhaft sein.">
            <a:extLst>
              <a:ext uri="{FF2B5EF4-FFF2-40B4-BE49-F238E27FC236}">
                <a16:creationId xmlns:a16="http://schemas.microsoft.com/office/drawing/2014/main" id="{ABAD38D7-0163-C93A-ADE9-6336E944F90E}"/>
              </a:ext>
            </a:extLst>
          </p:cNvPr>
          <p:cNvPicPr>
            <a:picLocks noGrp="1" noChangeAspect="1"/>
          </p:cNvPicPr>
          <p:nvPr>
            <p:ph type="pic" sz="quarter" idx="44"/>
          </p:nvPr>
        </p:nvPicPr>
        <p:blipFill>
          <a:blip r:embed="rId6">
            <a:extLst>
              <a:ext uri="{28A0092B-C50C-407E-A947-70E740481C1C}">
                <a14:useLocalDpi xmlns:a14="http://schemas.microsoft.com/office/drawing/2010/main" val="0"/>
              </a:ext>
            </a:extLst>
          </a:blip>
          <a:srcRect l="32895" r="13413" b="19482"/>
          <a:stretch>
            <a:fillRect/>
          </a:stretch>
        </p:blipFill>
        <p:spPr>
          <a:xfrm>
            <a:off x="7818594" y="1489076"/>
            <a:ext cx="1757044" cy="1757044"/>
          </a:xfrm>
        </p:spPr>
      </p:pic>
      <p:sp>
        <p:nvSpPr>
          <p:cNvPr id="31" name="Text Placeholder 30">
            <a:extLst>
              <a:ext uri="{FF2B5EF4-FFF2-40B4-BE49-F238E27FC236}">
                <a16:creationId xmlns:a16="http://schemas.microsoft.com/office/drawing/2014/main" id="{4830658F-7979-3C64-0DF0-E1E2B04758CC}"/>
              </a:ext>
            </a:extLst>
          </p:cNvPr>
          <p:cNvSpPr>
            <a:spLocks noGrp="1"/>
          </p:cNvSpPr>
          <p:nvPr>
            <p:ph type="body" sz="quarter" idx="49"/>
          </p:nvPr>
        </p:nvSpPr>
        <p:spPr/>
        <p:txBody>
          <a:bodyPr>
            <a:noAutofit/>
          </a:bodyPr>
          <a:lstStyle/>
          <a:p>
            <a:endParaRPr lang="en-US"/>
          </a:p>
        </p:txBody>
      </p:sp>
      <p:sp>
        <p:nvSpPr>
          <p:cNvPr id="32" name="Text Placeholder 31">
            <a:extLst>
              <a:ext uri="{FF2B5EF4-FFF2-40B4-BE49-F238E27FC236}">
                <a16:creationId xmlns:a16="http://schemas.microsoft.com/office/drawing/2014/main" id="{4F511240-BC62-1E9D-BD79-5DC2A234F9D0}"/>
              </a:ext>
            </a:extLst>
          </p:cNvPr>
          <p:cNvSpPr>
            <a:spLocks noGrp="1"/>
          </p:cNvSpPr>
          <p:nvPr>
            <p:ph type="body" sz="quarter" idx="51"/>
          </p:nvPr>
        </p:nvSpPr>
        <p:spPr/>
        <p:txBody>
          <a:bodyPr>
            <a:noAutofit/>
          </a:bodyPr>
          <a:lstStyle/>
          <a:p>
            <a:endParaRPr lang="en-US"/>
          </a:p>
        </p:txBody>
      </p:sp>
      <p:sp>
        <p:nvSpPr>
          <p:cNvPr id="33" name="Text Placeholder 32">
            <a:extLst>
              <a:ext uri="{FF2B5EF4-FFF2-40B4-BE49-F238E27FC236}">
                <a16:creationId xmlns:a16="http://schemas.microsoft.com/office/drawing/2014/main" id="{E8010929-786A-7736-3120-2BC4065F41A7}"/>
              </a:ext>
            </a:extLst>
          </p:cNvPr>
          <p:cNvSpPr>
            <a:spLocks noGrp="1"/>
          </p:cNvSpPr>
          <p:nvPr>
            <p:ph type="body" sz="quarter" idx="52"/>
          </p:nvPr>
        </p:nvSpPr>
        <p:spPr/>
        <p:txBody>
          <a:bodyPr>
            <a:noAutofit/>
          </a:bodyPr>
          <a:lstStyle/>
          <a:p>
            <a:endParaRPr lang="en-US"/>
          </a:p>
        </p:txBody>
      </p:sp>
      <p:sp>
        <p:nvSpPr>
          <p:cNvPr id="34" name="Text Placeholder 33">
            <a:extLst>
              <a:ext uri="{FF2B5EF4-FFF2-40B4-BE49-F238E27FC236}">
                <a16:creationId xmlns:a16="http://schemas.microsoft.com/office/drawing/2014/main" id="{9DCAF974-62BA-7A16-8A50-3D19680B8AA4}"/>
              </a:ext>
            </a:extLst>
          </p:cNvPr>
          <p:cNvSpPr>
            <a:spLocks noGrp="1"/>
          </p:cNvSpPr>
          <p:nvPr>
            <p:ph type="body" sz="quarter" idx="53"/>
          </p:nvPr>
        </p:nvSpPr>
        <p:spPr/>
        <p:txBody>
          <a:bodyPr>
            <a:noAutofit/>
          </a:bodyPr>
          <a:lstStyle/>
          <a:p>
            <a:endParaRPr lang="en-US"/>
          </a:p>
        </p:txBody>
      </p:sp>
      <p:sp>
        <p:nvSpPr>
          <p:cNvPr id="13" name="Text Placeholder 12">
            <a:extLst>
              <a:ext uri="{FF2B5EF4-FFF2-40B4-BE49-F238E27FC236}">
                <a16:creationId xmlns:a16="http://schemas.microsoft.com/office/drawing/2014/main" id="{A00BA4A1-F561-848A-369B-7E7CBF272756}"/>
              </a:ext>
            </a:extLst>
          </p:cNvPr>
          <p:cNvSpPr>
            <a:spLocks noGrp="1"/>
          </p:cNvSpPr>
          <p:nvPr>
            <p:ph type="body" sz="quarter" idx="45"/>
          </p:nvPr>
        </p:nvSpPr>
        <p:spPr/>
        <p:txBody>
          <a:bodyPr>
            <a:noAutofit/>
          </a:bodyPr>
          <a:lstStyle/>
          <a:p>
            <a:endParaRPr lang="en-US"/>
          </a:p>
        </p:txBody>
      </p:sp>
      <p:sp>
        <p:nvSpPr>
          <p:cNvPr id="24" name="Text Placeholder 23">
            <a:extLst>
              <a:ext uri="{FF2B5EF4-FFF2-40B4-BE49-F238E27FC236}">
                <a16:creationId xmlns:a16="http://schemas.microsoft.com/office/drawing/2014/main" id="{50CA6F68-FF78-85CA-00E3-3BAC9B1AC55F}"/>
              </a:ext>
            </a:extLst>
          </p:cNvPr>
          <p:cNvSpPr>
            <a:spLocks noGrp="1"/>
          </p:cNvSpPr>
          <p:nvPr>
            <p:ph type="body" sz="quarter" idx="46"/>
          </p:nvPr>
        </p:nvSpPr>
        <p:spPr/>
        <p:txBody>
          <a:bodyPr>
            <a:noAutofit/>
          </a:bodyPr>
          <a:lstStyle/>
          <a:p>
            <a:endParaRPr lang="en-US"/>
          </a:p>
        </p:txBody>
      </p:sp>
      <p:sp>
        <p:nvSpPr>
          <p:cNvPr id="29" name="Text Placeholder 28">
            <a:extLst>
              <a:ext uri="{FF2B5EF4-FFF2-40B4-BE49-F238E27FC236}">
                <a16:creationId xmlns:a16="http://schemas.microsoft.com/office/drawing/2014/main" id="{77D14037-407A-B38F-6FE6-1C854E4359CC}"/>
              </a:ext>
            </a:extLst>
          </p:cNvPr>
          <p:cNvSpPr>
            <a:spLocks noGrp="1"/>
          </p:cNvSpPr>
          <p:nvPr>
            <p:ph type="body" sz="quarter" idx="47"/>
          </p:nvPr>
        </p:nvSpPr>
        <p:spPr/>
        <p:txBody>
          <a:bodyPr>
            <a:noAutofit/>
          </a:bodyPr>
          <a:lstStyle/>
          <a:p>
            <a:endParaRPr lang="en-US"/>
          </a:p>
        </p:txBody>
      </p:sp>
      <p:sp>
        <p:nvSpPr>
          <p:cNvPr id="30" name="Text Placeholder 29">
            <a:extLst>
              <a:ext uri="{FF2B5EF4-FFF2-40B4-BE49-F238E27FC236}">
                <a16:creationId xmlns:a16="http://schemas.microsoft.com/office/drawing/2014/main" id="{8521DC23-8428-5434-8FEE-278684243920}"/>
              </a:ext>
            </a:extLst>
          </p:cNvPr>
          <p:cNvSpPr>
            <a:spLocks noGrp="1"/>
          </p:cNvSpPr>
          <p:nvPr>
            <p:ph type="body" sz="quarter" idx="48"/>
          </p:nvPr>
        </p:nvSpPr>
        <p:spPr/>
        <p:txBody>
          <a:bodyPr>
            <a:noAutofit/>
          </a:bodyPr>
          <a:lstStyle/>
          <a:p>
            <a:endParaRPr lang="en-US"/>
          </a:p>
        </p:txBody>
      </p:sp>
    </p:spTree>
    <p:extLst>
      <p:ext uri="{BB962C8B-B14F-4D97-AF65-F5344CB8AC3E}">
        <p14:creationId xmlns:p14="http://schemas.microsoft.com/office/powerpoint/2010/main" val="3987349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2F4AC-EFCE-CD3A-6875-AFF2856CA730}"/>
            </a:ext>
          </a:extLst>
        </p:cNvPr>
        <p:cNvGrpSpPr/>
        <p:nvPr/>
      </p:nvGrpSpPr>
      <p:grpSpPr>
        <a:xfrm>
          <a:off x="0" y="0"/>
          <a:ext cx="0" cy="0"/>
          <a:chOff x="0" y="0"/>
          <a:chExt cx="0" cy="0"/>
        </a:xfrm>
      </p:grpSpPr>
      <p:sp>
        <p:nvSpPr>
          <p:cNvPr id="18" name="Text Placeholder 17">
            <a:extLst>
              <a:ext uri="{FF2B5EF4-FFF2-40B4-BE49-F238E27FC236}">
                <a16:creationId xmlns:a16="http://schemas.microsoft.com/office/drawing/2014/main" id="{875049B7-6CCD-A71B-8400-CF21AECD1FBF}"/>
              </a:ext>
            </a:extLst>
          </p:cNvPr>
          <p:cNvSpPr>
            <a:spLocks noGrp="1"/>
          </p:cNvSpPr>
          <p:nvPr>
            <p:ph type="body" sz="quarter" idx="20"/>
          </p:nvPr>
        </p:nvSpPr>
        <p:spPr/>
        <p:txBody>
          <a:bodyPr>
            <a:noAutofit/>
          </a:bodyPr>
          <a:lstStyle/>
          <a:p>
            <a:r>
              <a:rPr lang="de-DE" dirty="0"/>
              <a:t>+49 123456789</a:t>
            </a:r>
          </a:p>
        </p:txBody>
      </p:sp>
      <p:sp>
        <p:nvSpPr>
          <p:cNvPr id="20" name="Text Placeholder 19">
            <a:extLst>
              <a:ext uri="{FF2B5EF4-FFF2-40B4-BE49-F238E27FC236}">
                <a16:creationId xmlns:a16="http://schemas.microsoft.com/office/drawing/2014/main" id="{2AAC6DFF-FCD8-C1AC-3EE5-C9C9AEC6B178}"/>
              </a:ext>
            </a:extLst>
          </p:cNvPr>
          <p:cNvSpPr>
            <a:spLocks noGrp="1"/>
          </p:cNvSpPr>
          <p:nvPr>
            <p:ph type="body" sz="quarter" idx="31"/>
          </p:nvPr>
        </p:nvSpPr>
        <p:spPr/>
        <p:txBody>
          <a:bodyPr>
            <a:noAutofit/>
          </a:bodyPr>
          <a:lstStyle/>
          <a:p>
            <a:r>
              <a:rPr lang="en-US" dirty="0" err="1"/>
              <a:t>name@email.de</a:t>
            </a:r>
            <a:endParaRPr lang="en-US" dirty="0"/>
          </a:p>
        </p:txBody>
      </p:sp>
      <p:sp>
        <p:nvSpPr>
          <p:cNvPr id="17" name="Text Placeholder 16">
            <a:extLst>
              <a:ext uri="{FF2B5EF4-FFF2-40B4-BE49-F238E27FC236}">
                <a16:creationId xmlns:a16="http://schemas.microsoft.com/office/drawing/2014/main" id="{19BE11D7-E80B-B228-AB58-4788B4220B3A}"/>
              </a:ext>
            </a:extLst>
          </p:cNvPr>
          <p:cNvSpPr>
            <a:spLocks noGrp="1"/>
          </p:cNvSpPr>
          <p:nvPr>
            <p:ph type="body" sz="quarter" idx="10"/>
          </p:nvPr>
        </p:nvSpPr>
        <p:spPr/>
        <p:txBody>
          <a:bodyPr>
            <a:noAutofit/>
          </a:bodyPr>
          <a:lstStyle/>
          <a:p>
            <a:r>
              <a:rPr lang="en-US" dirty="0" err="1"/>
              <a:t>Kontakt</a:t>
            </a:r>
            <a:endParaRPr lang="en-US" dirty="0"/>
          </a:p>
        </p:txBody>
      </p:sp>
      <p:sp>
        <p:nvSpPr>
          <p:cNvPr id="21" name="Text Placeholder 20">
            <a:extLst>
              <a:ext uri="{FF2B5EF4-FFF2-40B4-BE49-F238E27FC236}">
                <a16:creationId xmlns:a16="http://schemas.microsoft.com/office/drawing/2014/main" id="{0F6B246B-DE2F-7067-F91C-02E78EB44107}"/>
              </a:ext>
            </a:extLst>
          </p:cNvPr>
          <p:cNvSpPr>
            <a:spLocks noGrp="1"/>
          </p:cNvSpPr>
          <p:nvPr>
            <p:ph type="body" sz="quarter" idx="35"/>
          </p:nvPr>
        </p:nvSpPr>
        <p:spPr/>
        <p:txBody>
          <a:bodyPr>
            <a:noAutofit/>
          </a:bodyPr>
          <a:lstStyle/>
          <a:p>
            <a:pPr marL="0" lvl="0" indent="0" eaLnBrk="0" fontAlgn="base" hangingPunct="0">
              <a:lnSpc>
                <a:spcPct val="100000"/>
              </a:lnSpc>
              <a:spcBef>
                <a:spcPct val="0"/>
              </a:spcBef>
              <a:spcAft>
                <a:spcPct val="0"/>
              </a:spcAft>
              <a:buClrTx/>
            </a:pPr>
            <a:r>
              <a:rPr lang="de-DE" altLang="de-DE" dirty="0">
                <a:solidFill>
                  <a:schemeClr val="accent1"/>
                </a:solidFill>
                <a:latin typeface="Abadi" panose="020B0604020104020204" pitchFamily="34" charset="77"/>
              </a:rPr>
              <a:t>Musterstraße 4, 12345 Musterort</a:t>
            </a:r>
            <a:endParaRPr lang="de-DE" altLang="de-DE" dirty="0">
              <a:solidFill>
                <a:schemeClr val="accent1"/>
              </a:solidFill>
              <a:latin typeface="Arial" panose="020B0604020202020204" pitchFamily="34" charset="0"/>
            </a:endParaRPr>
          </a:p>
        </p:txBody>
      </p:sp>
      <p:sp>
        <p:nvSpPr>
          <p:cNvPr id="22" name="Text Placeholder 21">
            <a:extLst>
              <a:ext uri="{FF2B5EF4-FFF2-40B4-BE49-F238E27FC236}">
                <a16:creationId xmlns:a16="http://schemas.microsoft.com/office/drawing/2014/main" id="{DE2AE7C9-67E5-5A3B-B55B-FD5CB44DCE58}"/>
              </a:ext>
            </a:extLst>
          </p:cNvPr>
          <p:cNvSpPr>
            <a:spLocks noGrp="1"/>
          </p:cNvSpPr>
          <p:nvPr>
            <p:ph type="body" sz="quarter" idx="37"/>
          </p:nvPr>
        </p:nvSpPr>
        <p:spPr/>
        <p:txBody>
          <a:bodyPr>
            <a:noAutofit/>
          </a:bodyPr>
          <a:lstStyle/>
          <a:p>
            <a:r>
              <a:rPr lang="en-US" dirty="0" err="1"/>
              <a:t>www.website.de</a:t>
            </a:r>
            <a:endParaRPr lang="en-US" dirty="0"/>
          </a:p>
        </p:txBody>
      </p:sp>
      <p:sp>
        <p:nvSpPr>
          <p:cNvPr id="19" name="Text Placeholder 18">
            <a:extLst>
              <a:ext uri="{FF2B5EF4-FFF2-40B4-BE49-F238E27FC236}">
                <a16:creationId xmlns:a16="http://schemas.microsoft.com/office/drawing/2014/main" id="{68D488C0-618D-2DD1-B485-58B019A1CCAD}"/>
              </a:ext>
            </a:extLst>
          </p:cNvPr>
          <p:cNvSpPr>
            <a:spLocks noGrp="1"/>
          </p:cNvSpPr>
          <p:nvPr>
            <p:ph type="body" sz="quarter" idx="27"/>
          </p:nvPr>
        </p:nvSpPr>
        <p:spPr/>
        <p:txBody>
          <a:bodyPr>
            <a:noAutofit/>
          </a:bodyPr>
          <a:lstStyle/>
          <a:p>
            <a:r>
              <a:rPr lang="de-DE" dirty="0"/>
              <a:t>Name</a:t>
            </a:r>
          </a:p>
        </p:txBody>
      </p:sp>
      <p:pic>
        <p:nvPicPr>
          <p:cNvPr id="3" name="Bildplatzhalter 2" descr="Ein Bild, das Menschliches Gesicht, Kleidung, Person, Im Haus enthält.&#10;&#10;KI-generierte Inhalte können fehlerhaft sein.">
            <a:extLst>
              <a:ext uri="{FF2B5EF4-FFF2-40B4-BE49-F238E27FC236}">
                <a16:creationId xmlns:a16="http://schemas.microsoft.com/office/drawing/2014/main" id="{DAD79EB5-147C-D07A-C036-5A5551149561}"/>
              </a:ext>
            </a:extLst>
          </p:cNvPr>
          <p:cNvPicPr>
            <a:picLocks noGrp="1" noChangeAspect="1"/>
          </p:cNvPicPr>
          <p:nvPr>
            <p:ph type="pic" sz="quarter" idx="44"/>
          </p:nvPr>
        </p:nvPicPr>
        <p:blipFill>
          <a:blip r:embed="rId2">
            <a:extLst>
              <a:ext uri="{28A0092B-C50C-407E-A947-70E740481C1C}">
                <a14:useLocalDpi xmlns:a14="http://schemas.microsoft.com/office/drawing/2010/main" val="0"/>
              </a:ext>
            </a:extLst>
          </a:blip>
          <a:srcRect l="37371" r="12518" b="24853"/>
          <a:stretch>
            <a:fillRect/>
          </a:stretch>
        </p:blipFill>
        <p:spPr>
          <a:xfrm>
            <a:off x="6232937" y="1489076"/>
            <a:ext cx="1757044" cy="1757044"/>
          </a:xfrm>
        </p:spPr>
      </p:pic>
      <p:sp>
        <p:nvSpPr>
          <p:cNvPr id="28" name="Text Placeholder 27">
            <a:extLst>
              <a:ext uri="{FF2B5EF4-FFF2-40B4-BE49-F238E27FC236}">
                <a16:creationId xmlns:a16="http://schemas.microsoft.com/office/drawing/2014/main" id="{22E58A57-65D5-06B7-B026-06F71AFD3056}"/>
              </a:ext>
            </a:extLst>
          </p:cNvPr>
          <p:cNvSpPr>
            <a:spLocks noGrp="1"/>
          </p:cNvSpPr>
          <p:nvPr>
            <p:ph type="body" sz="quarter" idx="49"/>
          </p:nvPr>
        </p:nvSpPr>
        <p:spPr/>
        <p:txBody>
          <a:bodyPr>
            <a:noAutofit/>
          </a:bodyPr>
          <a:lstStyle/>
          <a:p>
            <a:endParaRPr lang="de-DE"/>
          </a:p>
        </p:txBody>
      </p:sp>
      <p:sp>
        <p:nvSpPr>
          <p:cNvPr id="29" name="Text Placeholder 28">
            <a:extLst>
              <a:ext uri="{FF2B5EF4-FFF2-40B4-BE49-F238E27FC236}">
                <a16:creationId xmlns:a16="http://schemas.microsoft.com/office/drawing/2014/main" id="{DA038494-86A3-6BFC-E827-49D3D20C22E3}"/>
              </a:ext>
            </a:extLst>
          </p:cNvPr>
          <p:cNvSpPr>
            <a:spLocks noGrp="1"/>
          </p:cNvSpPr>
          <p:nvPr>
            <p:ph type="body" sz="quarter" idx="51"/>
          </p:nvPr>
        </p:nvSpPr>
        <p:spPr/>
        <p:txBody>
          <a:bodyPr>
            <a:noAutofit/>
          </a:bodyPr>
          <a:lstStyle/>
          <a:p>
            <a:endParaRPr lang="de-DE"/>
          </a:p>
        </p:txBody>
      </p:sp>
      <p:sp>
        <p:nvSpPr>
          <p:cNvPr id="30" name="Text Placeholder 29">
            <a:extLst>
              <a:ext uri="{FF2B5EF4-FFF2-40B4-BE49-F238E27FC236}">
                <a16:creationId xmlns:a16="http://schemas.microsoft.com/office/drawing/2014/main" id="{B51E6891-8D09-AD56-8EDE-ABF53FCDAC1F}"/>
              </a:ext>
            </a:extLst>
          </p:cNvPr>
          <p:cNvSpPr>
            <a:spLocks noGrp="1"/>
          </p:cNvSpPr>
          <p:nvPr>
            <p:ph type="body" sz="quarter" idx="52"/>
          </p:nvPr>
        </p:nvSpPr>
        <p:spPr/>
        <p:txBody>
          <a:bodyPr>
            <a:noAutofit/>
          </a:bodyPr>
          <a:lstStyle/>
          <a:p>
            <a:endParaRPr lang="de-DE"/>
          </a:p>
        </p:txBody>
      </p:sp>
      <p:sp>
        <p:nvSpPr>
          <p:cNvPr id="31" name="Text Placeholder 30">
            <a:extLst>
              <a:ext uri="{FF2B5EF4-FFF2-40B4-BE49-F238E27FC236}">
                <a16:creationId xmlns:a16="http://schemas.microsoft.com/office/drawing/2014/main" id="{1F4A2291-12DA-9D3F-E116-10F8C79087B9}"/>
              </a:ext>
            </a:extLst>
          </p:cNvPr>
          <p:cNvSpPr>
            <a:spLocks noGrp="1"/>
          </p:cNvSpPr>
          <p:nvPr>
            <p:ph type="body" sz="quarter" idx="53"/>
          </p:nvPr>
        </p:nvSpPr>
        <p:spPr/>
        <p:txBody>
          <a:bodyPr>
            <a:noAutofit/>
          </a:bodyPr>
          <a:lstStyle/>
          <a:p>
            <a:endParaRPr lang="de-DE"/>
          </a:p>
        </p:txBody>
      </p:sp>
      <p:sp>
        <p:nvSpPr>
          <p:cNvPr id="24" name="Text Placeholder 23">
            <a:extLst>
              <a:ext uri="{FF2B5EF4-FFF2-40B4-BE49-F238E27FC236}">
                <a16:creationId xmlns:a16="http://schemas.microsoft.com/office/drawing/2014/main" id="{F16F122C-76B3-07B0-186F-6B9DDBEBC7EE}"/>
              </a:ext>
            </a:extLst>
          </p:cNvPr>
          <p:cNvSpPr>
            <a:spLocks noGrp="1"/>
          </p:cNvSpPr>
          <p:nvPr>
            <p:ph type="body" sz="quarter" idx="45"/>
          </p:nvPr>
        </p:nvSpPr>
        <p:spPr/>
        <p:txBody>
          <a:bodyPr>
            <a:noAutofit/>
          </a:bodyPr>
          <a:lstStyle/>
          <a:p>
            <a:endParaRPr lang="de-DE" dirty="0"/>
          </a:p>
        </p:txBody>
      </p:sp>
      <p:sp>
        <p:nvSpPr>
          <p:cNvPr id="25" name="Text Placeholder 24">
            <a:extLst>
              <a:ext uri="{FF2B5EF4-FFF2-40B4-BE49-F238E27FC236}">
                <a16:creationId xmlns:a16="http://schemas.microsoft.com/office/drawing/2014/main" id="{0CF27022-1E1F-3E10-1CE4-5E20E2399374}"/>
              </a:ext>
            </a:extLst>
          </p:cNvPr>
          <p:cNvSpPr>
            <a:spLocks noGrp="1"/>
          </p:cNvSpPr>
          <p:nvPr>
            <p:ph type="body" sz="quarter" idx="46"/>
          </p:nvPr>
        </p:nvSpPr>
        <p:spPr/>
        <p:txBody>
          <a:bodyPr>
            <a:noAutofit/>
          </a:bodyPr>
          <a:lstStyle/>
          <a:p>
            <a:endParaRPr lang="de-DE" dirty="0"/>
          </a:p>
        </p:txBody>
      </p:sp>
      <p:sp>
        <p:nvSpPr>
          <p:cNvPr id="26" name="Text Placeholder 25">
            <a:extLst>
              <a:ext uri="{FF2B5EF4-FFF2-40B4-BE49-F238E27FC236}">
                <a16:creationId xmlns:a16="http://schemas.microsoft.com/office/drawing/2014/main" id="{8810B83C-1FA8-C8AE-8CC9-102C7EB0CBD0}"/>
              </a:ext>
            </a:extLst>
          </p:cNvPr>
          <p:cNvSpPr>
            <a:spLocks noGrp="1"/>
          </p:cNvSpPr>
          <p:nvPr>
            <p:ph type="body" sz="quarter" idx="47"/>
          </p:nvPr>
        </p:nvSpPr>
        <p:spPr/>
        <p:txBody>
          <a:bodyPr>
            <a:noAutofit/>
          </a:bodyPr>
          <a:lstStyle/>
          <a:p>
            <a:endParaRPr lang="de-DE"/>
          </a:p>
        </p:txBody>
      </p:sp>
      <p:sp>
        <p:nvSpPr>
          <p:cNvPr id="27" name="Text Placeholder 26">
            <a:extLst>
              <a:ext uri="{FF2B5EF4-FFF2-40B4-BE49-F238E27FC236}">
                <a16:creationId xmlns:a16="http://schemas.microsoft.com/office/drawing/2014/main" id="{AE2B2FEA-6B88-9A1C-9699-437755CA1FF5}"/>
              </a:ext>
            </a:extLst>
          </p:cNvPr>
          <p:cNvSpPr>
            <a:spLocks noGrp="1"/>
          </p:cNvSpPr>
          <p:nvPr>
            <p:ph type="body" sz="quarter" idx="48"/>
          </p:nvPr>
        </p:nvSpPr>
        <p:spPr/>
        <p:txBody>
          <a:bodyPr>
            <a:noAutofit/>
          </a:bodyPr>
          <a:lstStyle/>
          <a:p>
            <a:endParaRPr lang="de-DE"/>
          </a:p>
        </p:txBody>
      </p:sp>
      <p:sp>
        <p:nvSpPr>
          <p:cNvPr id="32" name="Text Placeholder 31">
            <a:extLst>
              <a:ext uri="{FF2B5EF4-FFF2-40B4-BE49-F238E27FC236}">
                <a16:creationId xmlns:a16="http://schemas.microsoft.com/office/drawing/2014/main" id="{D078E066-23B2-4C4D-A8B9-991F3973CA50}"/>
              </a:ext>
            </a:extLst>
          </p:cNvPr>
          <p:cNvSpPr>
            <a:spLocks noGrp="1"/>
          </p:cNvSpPr>
          <p:nvPr>
            <p:ph type="body" sz="quarter" idx="54"/>
          </p:nvPr>
        </p:nvSpPr>
        <p:spPr/>
        <p:txBody>
          <a:bodyPr>
            <a:noAutofit/>
          </a:bodyPr>
          <a:lstStyle/>
          <a:p>
            <a:r>
              <a:rPr lang="de-DE" dirty="0"/>
              <a:t>+49 123456789</a:t>
            </a:r>
          </a:p>
        </p:txBody>
      </p:sp>
      <p:sp>
        <p:nvSpPr>
          <p:cNvPr id="33" name="Text Placeholder 32">
            <a:extLst>
              <a:ext uri="{FF2B5EF4-FFF2-40B4-BE49-F238E27FC236}">
                <a16:creationId xmlns:a16="http://schemas.microsoft.com/office/drawing/2014/main" id="{E9A5114B-C238-F7B9-D33F-3FD92A49B590}"/>
              </a:ext>
            </a:extLst>
          </p:cNvPr>
          <p:cNvSpPr>
            <a:spLocks noGrp="1"/>
          </p:cNvSpPr>
          <p:nvPr>
            <p:ph type="body" sz="quarter" idx="55"/>
          </p:nvPr>
        </p:nvSpPr>
        <p:spPr/>
        <p:txBody>
          <a:bodyPr>
            <a:noAutofit/>
          </a:bodyPr>
          <a:lstStyle/>
          <a:p>
            <a:r>
              <a:rPr lang="en-US" dirty="0" err="1"/>
              <a:t>name@email.de</a:t>
            </a:r>
            <a:endParaRPr lang="en-US" dirty="0"/>
          </a:p>
        </p:txBody>
      </p:sp>
      <p:sp>
        <p:nvSpPr>
          <p:cNvPr id="34" name="Text Placeholder 33">
            <a:extLst>
              <a:ext uri="{FF2B5EF4-FFF2-40B4-BE49-F238E27FC236}">
                <a16:creationId xmlns:a16="http://schemas.microsoft.com/office/drawing/2014/main" id="{0BC38C5E-FF82-B1D8-7D4A-2B26C290C187}"/>
              </a:ext>
            </a:extLst>
          </p:cNvPr>
          <p:cNvSpPr>
            <a:spLocks noGrp="1"/>
          </p:cNvSpPr>
          <p:nvPr>
            <p:ph type="body" sz="quarter" idx="56"/>
          </p:nvPr>
        </p:nvSpPr>
        <p:spPr/>
        <p:txBody>
          <a:bodyPr>
            <a:noAutofit/>
          </a:bodyPr>
          <a:lstStyle/>
          <a:p>
            <a:pPr marL="0" lvl="0" indent="0" eaLnBrk="0" fontAlgn="base" hangingPunct="0">
              <a:lnSpc>
                <a:spcPct val="100000"/>
              </a:lnSpc>
              <a:spcBef>
                <a:spcPct val="0"/>
              </a:spcBef>
              <a:spcAft>
                <a:spcPct val="0"/>
              </a:spcAft>
              <a:buClrTx/>
            </a:pPr>
            <a:r>
              <a:rPr lang="de-DE" altLang="de-DE" dirty="0">
                <a:solidFill>
                  <a:schemeClr val="accent1"/>
                </a:solidFill>
                <a:latin typeface="Abadi" panose="020B0604020104020204" pitchFamily="34" charset="77"/>
              </a:rPr>
              <a:t>Musterstraße 4, 12345 Musterort</a:t>
            </a:r>
            <a:endParaRPr lang="de-DE" altLang="de-DE" dirty="0">
              <a:solidFill>
                <a:schemeClr val="accent1"/>
              </a:solidFill>
              <a:latin typeface="Arial" panose="020B0604020202020204" pitchFamily="34" charset="0"/>
            </a:endParaRPr>
          </a:p>
        </p:txBody>
      </p:sp>
      <p:sp>
        <p:nvSpPr>
          <p:cNvPr id="35" name="Text Placeholder 34">
            <a:extLst>
              <a:ext uri="{FF2B5EF4-FFF2-40B4-BE49-F238E27FC236}">
                <a16:creationId xmlns:a16="http://schemas.microsoft.com/office/drawing/2014/main" id="{7D99B789-022C-B7DB-3CE4-4515E476BA4B}"/>
              </a:ext>
            </a:extLst>
          </p:cNvPr>
          <p:cNvSpPr>
            <a:spLocks noGrp="1"/>
          </p:cNvSpPr>
          <p:nvPr>
            <p:ph type="body" sz="quarter" idx="57"/>
          </p:nvPr>
        </p:nvSpPr>
        <p:spPr/>
        <p:txBody>
          <a:bodyPr>
            <a:noAutofit/>
          </a:bodyPr>
          <a:lstStyle/>
          <a:p>
            <a:r>
              <a:rPr lang="en-US" dirty="0" err="1"/>
              <a:t>www.website.de</a:t>
            </a:r>
            <a:endParaRPr lang="en-US" dirty="0"/>
          </a:p>
        </p:txBody>
      </p:sp>
      <p:sp>
        <p:nvSpPr>
          <p:cNvPr id="36" name="Text Placeholder 35">
            <a:extLst>
              <a:ext uri="{FF2B5EF4-FFF2-40B4-BE49-F238E27FC236}">
                <a16:creationId xmlns:a16="http://schemas.microsoft.com/office/drawing/2014/main" id="{A4049B14-D844-C12F-0F8F-8E1CEF97340B}"/>
              </a:ext>
            </a:extLst>
          </p:cNvPr>
          <p:cNvSpPr>
            <a:spLocks noGrp="1"/>
          </p:cNvSpPr>
          <p:nvPr>
            <p:ph type="body" sz="quarter" idx="58"/>
          </p:nvPr>
        </p:nvSpPr>
        <p:spPr/>
        <p:txBody>
          <a:bodyPr>
            <a:noAutofit/>
          </a:bodyPr>
          <a:lstStyle/>
          <a:p>
            <a:r>
              <a:rPr lang="de-DE" dirty="0"/>
              <a:t>Name</a:t>
            </a:r>
          </a:p>
        </p:txBody>
      </p:sp>
      <p:sp>
        <p:nvSpPr>
          <p:cNvPr id="38" name="Text Placeholder 37">
            <a:extLst>
              <a:ext uri="{FF2B5EF4-FFF2-40B4-BE49-F238E27FC236}">
                <a16:creationId xmlns:a16="http://schemas.microsoft.com/office/drawing/2014/main" id="{7AF5D1A6-D574-EC48-5868-FF2E79F2523B}"/>
              </a:ext>
            </a:extLst>
          </p:cNvPr>
          <p:cNvSpPr>
            <a:spLocks noGrp="1"/>
          </p:cNvSpPr>
          <p:nvPr>
            <p:ph type="body" sz="quarter" idx="60"/>
          </p:nvPr>
        </p:nvSpPr>
        <p:spPr/>
        <p:txBody>
          <a:bodyPr>
            <a:noAutofit/>
          </a:bodyPr>
          <a:lstStyle/>
          <a:p>
            <a:endParaRPr lang="de-DE"/>
          </a:p>
        </p:txBody>
      </p:sp>
      <p:sp>
        <p:nvSpPr>
          <p:cNvPr id="39" name="Text Placeholder 38">
            <a:extLst>
              <a:ext uri="{FF2B5EF4-FFF2-40B4-BE49-F238E27FC236}">
                <a16:creationId xmlns:a16="http://schemas.microsoft.com/office/drawing/2014/main" id="{50F19FF2-35CF-8A90-0E7C-1284F7460073}"/>
              </a:ext>
            </a:extLst>
          </p:cNvPr>
          <p:cNvSpPr>
            <a:spLocks noGrp="1"/>
          </p:cNvSpPr>
          <p:nvPr>
            <p:ph type="body" sz="quarter" idx="61"/>
          </p:nvPr>
        </p:nvSpPr>
        <p:spPr/>
        <p:txBody>
          <a:bodyPr>
            <a:noAutofit/>
          </a:bodyPr>
          <a:lstStyle/>
          <a:p>
            <a:endParaRPr lang="de-DE"/>
          </a:p>
        </p:txBody>
      </p:sp>
      <p:sp>
        <p:nvSpPr>
          <p:cNvPr id="40" name="Text Placeholder 39">
            <a:extLst>
              <a:ext uri="{FF2B5EF4-FFF2-40B4-BE49-F238E27FC236}">
                <a16:creationId xmlns:a16="http://schemas.microsoft.com/office/drawing/2014/main" id="{E7E8465F-4B91-D855-6910-820B40CA23CE}"/>
              </a:ext>
            </a:extLst>
          </p:cNvPr>
          <p:cNvSpPr>
            <a:spLocks noGrp="1"/>
          </p:cNvSpPr>
          <p:nvPr>
            <p:ph type="body" sz="quarter" idx="62"/>
          </p:nvPr>
        </p:nvSpPr>
        <p:spPr/>
        <p:txBody>
          <a:bodyPr>
            <a:noAutofit/>
          </a:bodyPr>
          <a:lstStyle/>
          <a:p>
            <a:endParaRPr lang="de-DE"/>
          </a:p>
        </p:txBody>
      </p:sp>
      <p:sp>
        <p:nvSpPr>
          <p:cNvPr id="41" name="Text Placeholder 40">
            <a:extLst>
              <a:ext uri="{FF2B5EF4-FFF2-40B4-BE49-F238E27FC236}">
                <a16:creationId xmlns:a16="http://schemas.microsoft.com/office/drawing/2014/main" id="{C31F9259-26B1-5D04-60DF-29D92264904C}"/>
              </a:ext>
            </a:extLst>
          </p:cNvPr>
          <p:cNvSpPr>
            <a:spLocks noGrp="1"/>
          </p:cNvSpPr>
          <p:nvPr>
            <p:ph type="body" sz="quarter" idx="63"/>
          </p:nvPr>
        </p:nvSpPr>
        <p:spPr/>
        <p:txBody>
          <a:bodyPr>
            <a:noAutofit/>
          </a:bodyPr>
          <a:lstStyle/>
          <a:p>
            <a:endParaRPr lang="de-DE"/>
          </a:p>
        </p:txBody>
      </p:sp>
      <p:sp>
        <p:nvSpPr>
          <p:cNvPr id="42" name="Text Placeholder 41">
            <a:extLst>
              <a:ext uri="{FF2B5EF4-FFF2-40B4-BE49-F238E27FC236}">
                <a16:creationId xmlns:a16="http://schemas.microsoft.com/office/drawing/2014/main" id="{F0111245-135A-9773-62F2-088CA4FD5F43}"/>
              </a:ext>
            </a:extLst>
          </p:cNvPr>
          <p:cNvSpPr>
            <a:spLocks noGrp="1"/>
          </p:cNvSpPr>
          <p:nvPr>
            <p:ph type="body" sz="quarter" idx="64"/>
          </p:nvPr>
        </p:nvSpPr>
        <p:spPr/>
        <p:txBody>
          <a:bodyPr>
            <a:noAutofit/>
          </a:bodyPr>
          <a:lstStyle/>
          <a:p>
            <a:endParaRPr lang="de-DE"/>
          </a:p>
        </p:txBody>
      </p:sp>
      <p:sp>
        <p:nvSpPr>
          <p:cNvPr id="43" name="Text Placeholder 42">
            <a:extLst>
              <a:ext uri="{FF2B5EF4-FFF2-40B4-BE49-F238E27FC236}">
                <a16:creationId xmlns:a16="http://schemas.microsoft.com/office/drawing/2014/main" id="{22C00140-465A-C8D8-56CC-781E04322EC7}"/>
              </a:ext>
            </a:extLst>
          </p:cNvPr>
          <p:cNvSpPr>
            <a:spLocks noGrp="1"/>
          </p:cNvSpPr>
          <p:nvPr>
            <p:ph type="body" sz="quarter" idx="65"/>
          </p:nvPr>
        </p:nvSpPr>
        <p:spPr/>
        <p:txBody>
          <a:bodyPr>
            <a:noAutofit/>
          </a:bodyPr>
          <a:lstStyle/>
          <a:p>
            <a:endParaRPr lang="de-DE"/>
          </a:p>
        </p:txBody>
      </p:sp>
      <p:sp>
        <p:nvSpPr>
          <p:cNvPr id="44" name="Text Placeholder 43">
            <a:extLst>
              <a:ext uri="{FF2B5EF4-FFF2-40B4-BE49-F238E27FC236}">
                <a16:creationId xmlns:a16="http://schemas.microsoft.com/office/drawing/2014/main" id="{34E9F004-2E04-1498-FA12-92367ABFFBC7}"/>
              </a:ext>
            </a:extLst>
          </p:cNvPr>
          <p:cNvSpPr>
            <a:spLocks noGrp="1"/>
          </p:cNvSpPr>
          <p:nvPr>
            <p:ph type="body" sz="quarter" idx="66"/>
          </p:nvPr>
        </p:nvSpPr>
        <p:spPr/>
        <p:txBody>
          <a:bodyPr>
            <a:noAutofit/>
          </a:bodyPr>
          <a:lstStyle/>
          <a:p>
            <a:endParaRPr lang="de-DE"/>
          </a:p>
        </p:txBody>
      </p:sp>
      <p:sp>
        <p:nvSpPr>
          <p:cNvPr id="45" name="Text Placeholder 44">
            <a:extLst>
              <a:ext uri="{FF2B5EF4-FFF2-40B4-BE49-F238E27FC236}">
                <a16:creationId xmlns:a16="http://schemas.microsoft.com/office/drawing/2014/main" id="{15D3BE73-E175-593C-5D03-BA2C34B36092}"/>
              </a:ext>
            </a:extLst>
          </p:cNvPr>
          <p:cNvSpPr>
            <a:spLocks noGrp="1"/>
          </p:cNvSpPr>
          <p:nvPr>
            <p:ph type="body" sz="quarter" idx="67"/>
          </p:nvPr>
        </p:nvSpPr>
        <p:spPr/>
        <p:txBody>
          <a:bodyPr>
            <a:noAutofit/>
          </a:bodyPr>
          <a:lstStyle/>
          <a:p>
            <a:endParaRPr lang="de-DE"/>
          </a:p>
        </p:txBody>
      </p:sp>
      <p:pic>
        <p:nvPicPr>
          <p:cNvPr id="4" name="Bildplatzhalter 2" descr="Ein Bild, das Menschliches Gesicht, Kleidung, Person, Im Haus enthält.&#10;&#10;KI-generierte Inhalte können fehlerhaft sein.">
            <a:extLst>
              <a:ext uri="{FF2B5EF4-FFF2-40B4-BE49-F238E27FC236}">
                <a16:creationId xmlns:a16="http://schemas.microsoft.com/office/drawing/2014/main" id="{8AD0F524-1B81-B25B-9C33-344CD057518E}"/>
              </a:ext>
            </a:extLst>
          </p:cNvPr>
          <p:cNvPicPr>
            <a:picLocks noChangeAspect="1"/>
          </p:cNvPicPr>
          <p:nvPr/>
        </p:nvPicPr>
        <p:blipFill>
          <a:blip r:embed="rId2">
            <a:extLst>
              <a:ext uri="{28A0092B-C50C-407E-A947-70E740481C1C}">
                <a14:useLocalDpi xmlns:a14="http://schemas.microsoft.com/office/drawing/2010/main" val="0"/>
              </a:ext>
            </a:extLst>
          </a:blip>
          <a:srcRect l="37371" r="12518" b="24853"/>
          <a:stretch>
            <a:fillRect/>
          </a:stretch>
        </p:blipFill>
        <p:spPr>
          <a:xfrm>
            <a:off x="9418092" y="1489076"/>
            <a:ext cx="1757044" cy="1757044"/>
          </a:xfrm>
          <a:prstGeom prst="ellipse">
            <a:avLst/>
          </a:prstGeom>
        </p:spPr>
      </p:pic>
    </p:spTree>
    <p:extLst>
      <p:ext uri="{BB962C8B-B14F-4D97-AF65-F5344CB8AC3E}">
        <p14:creationId xmlns:p14="http://schemas.microsoft.com/office/powerpoint/2010/main" val="3727466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302A-6FFE-96B2-AA0D-4057650DCF25}"/>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5A4108D-53B9-768F-11B6-55C87E3A7B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65A4108D-53B9-768F-11B6-55C87E3A7B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982D31CD-4B4C-B5FF-7578-2BC2DCD3DEE3}"/>
              </a:ext>
            </a:extLst>
          </p:cNvPr>
          <p:cNvSpPr>
            <a:spLocks noGrp="1"/>
          </p:cNvSpPr>
          <p:nvPr>
            <p:ph type="body" sz="quarter" idx="13"/>
          </p:nvPr>
        </p:nvSpPr>
        <p:spPr/>
        <p:txBody>
          <a:bodyPr/>
          <a:lstStyle/>
          <a:p>
            <a:r>
              <a:rPr lang="en-US" dirty="0" err="1"/>
              <a:t>Vielen</a:t>
            </a:r>
            <a:r>
              <a:rPr lang="en-US" dirty="0"/>
              <a:t> Dank!</a:t>
            </a:r>
          </a:p>
        </p:txBody>
      </p:sp>
      <p:sp>
        <p:nvSpPr>
          <p:cNvPr id="14" name="Text Placeholder 13">
            <a:extLst>
              <a:ext uri="{FF2B5EF4-FFF2-40B4-BE49-F238E27FC236}">
                <a16:creationId xmlns:a16="http://schemas.microsoft.com/office/drawing/2014/main" id="{2CE0E193-5D14-A814-AAEC-FCC3CCEA15DB}"/>
              </a:ext>
            </a:extLst>
          </p:cNvPr>
          <p:cNvSpPr>
            <a:spLocks noGrp="1"/>
          </p:cNvSpPr>
          <p:nvPr>
            <p:ph type="body" sz="quarter" idx="14"/>
          </p:nvPr>
        </p:nvSpPr>
        <p:spPr>
          <a:xfrm>
            <a:off x="1716406" y="4967899"/>
            <a:ext cx="8759189" cy="348109"/>
          </a:xfrm>
        </p:spPr>
        <p:txBody>
          <a:bodyPr/>
          <a:lstStyle/>
          <a:p>
            <a:r>
              <a:rPr lang="en-US" dirty="0" err="1"/>
              <a:t>Untertitel</a:t>
            </a:r>
            <a:endParaRPr lang="en-US" dirty="0"/>
          </a:p>
        </p:txBody>
      </p:sp>
      <p:pic>
        <p:nvPicPr>
          <p:cNvPr id="7" name="Bildplatzhalter 6" descr="Ein Bild, das Text, Schrift, Grafiken, Screenshot enthält.&#10;&#10;KI-generierte Inhalte können fehlerhaft sein.">
            <a:extLst>
              <a:ext uri="{FF2B5EF4-FFF2-40B4-BE49-F238E27FC236}">
                <a16:creationId xmlns:a16="http://schemas.microsoft.com/office/drawing/2014/main" id="{53652C6B-F58B-D6B8-169D-3CF203111A8B}"/>
              </a:ext>
            </a:extLst>
          </p:cNvPr>
          <p:cNvPicPr>
            <a:picLocks noGrp="1" noChangeAspect="1"/>
          </p:cNvPicPr>
          <p:nvPr>
            <p:ph type="pic" sz="quarter" idx="12"/>
          </p:nvPr>
        </p:nvPicPr>
        <p:blipFill>
          <a:blip r:embed="rId6">
            <a:extLst>
              <a:ext uri="{28A0092B-C50C-407E-A947-70E740481C1C}">
                <a14:useLocalDpi xmlns:a14="http://schemas.microsoft.com/office/drawing/2010/main" val="0"/>
              </a:ext>
            </a:extLst>
          </a:blip>
          <a:srcRect l="-526" t="-48139" r="-276" b="-48394"/>
          <a:stretch>
            <a:fillRect/>
          </a:stretch>
        </p:blipFill>
        <p:spPr>
          <a:xfrm>
            <a:off x="4503419" y="1545232"/>
            <a:ext cx="3185162" cy="1115224"/>
          </a:xfrm>
        </p:spPr>
      </p:pic>
    </p:spTree>
    <p:extLst>
      <p:ext uri="{BB962C8B-B14F-4D97-AF65-F5344CB8AC3E}">
        <p14:creationId xmlns:p14="http://schemas.microsoft.com/office/powerpoint/2010/main" val="2875311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1C5965F-749B-7EAA-02AC-23058DC517D0}"/>
              </a:ext>
            </a:extLst>
          </p:cNvPr>
          <p:cNvGraphicFramePr>
            <a:graphicFrameLocks noChangeAspect="1"/>
          </p:cNvGraphicFramePr>
          <p:nvPr>
            <p:custDataLst>
              <p:tags r:id="rId1"/>
            </p:custDataLst>
            <p:extLst>
              <p:ext uri="{D42A27DB-BD31-4B8C-83A1-F6EECF244321}">
                <p14:modId xmlns:p14="http://schemas.microsoft.com/office/powerpoint/2010/main" val="1055717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81C5965F-749B-7EAA-02AC-23058DC517D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16">
            <a:extLst>
              <a:ext uri="{FF2B5EF4-FFF2-40B4-BE49-F238E27FC236}">
                <a16:creationId xmlns:a16="http://schemas.microsoft.com/office/drawing/2014/main" id="{7269B218-A242-88FB-8124-D8B588AA836C}"/>
              </a:ext>
            </a:extLst>
          </p:cNvPr>
          <p:cNvSpPr>
            <a:spLocks noGrp="1"/>
          </p:cNvSpPr>
          <p:nvPr>
            <p:ph type="body" sz="quarter" idx="10"/>
          </p:nvPr>
        </p:nvSpPr>
        <p:spPr>
          <a:xfrm>
            <a:off x="690605" y="3242373"/>
            <a:ext cx="4714789" cy="590931"/>
          </a:xfrm>
        </p:spPr>
        <p:txBody>
          <a:bodyPr/>
          <a:lstStyle/>
          <a:p>
            <a:endParaRPr lang="en-US" dirty="0"/>
          </a:p>
        </p:txBody>
      </p:sp>
      <p:sp>
        <p:nvSpPr>
          <p:cNvPr id="18" name="Text Placeholder 17">
            <a:extLst>
              <a:ext uri="{FF2B5EF4-FFF2-40B4-BE49-F238E27FC236}">
                <a16:creationId xmlns:a16="http://schemas.microsoft.com/office/drawing/2014/main" id="{DBFD617D-0594-3303-FD3F-B100B5B6D91E}"/>
              </a:ext>
            </a:extLst>
          </p:cNvPr>
          <p:cNvSpPr>
            <a:spLocks noGrp="1"/>
          </p:cNvSpPr>
          <p:nvPr>
            <p:ph type="body" sz="quarter" idx="11"/>
          </p:nvPr>
        </p:nvSpPr>
        <p:spPr/>
        <p:txBody>
          <a:bodyPr/>
          <a:lstStyle/>
          <a:p>
            <a:endParaRPr lang="en-US" dirty="0"/>
          </a:p>
        </p:txBody>
      </p:sp>
      <p:sp>
        <p:nvSpPr>
          <p:cNvPr id="19" name="Picture Placeholder 18">
            <a:extLst>
              <a:ext uri="{FF2B5EF4-FFF2-40B4-BE49-F238E27FC236}">
                <a16:creationId xmlns:a16="http://schemas.microsoft.com/office/drawing/2014/main" id="{08E2064C-18F1-F0E7-4143-D25E70DAEB04}"/>
              </a:ext>
            </a:extLst>
          </p:cNvPr>
          <p:cNvSpPr>
            <a:spLocks noGrp="1"/>
          </p:cNvSpPr>
          <p:nvPr>
            <p:ph type="pic" sz="quarter" idx="12"/>
          </p:nvPr>
        </p:nvSpPr>
        <p:spPr/>
        <p:txBody>
          <a:bodyPr/>
          <a:lstStyle/>
          <a:p>
            <a:endParaRPr lang="en-US" dirty="0"/>
          </a:p>
        </p:txBody>
      </p:sp>
      <p:sp>
        <p:nvSpPr>
          <p:cNvPr id="20" name="Picture Placeholder 19">
            <a:extLst>
              <a:ext uri="{FF2B5EF4-FFF2-40B4-BE49-F238E27FC236}">
                <a16:creationId xmlns:a16="http://schemas.microsoft.com/office/drawing/2014/main" id="{703410E4-1259-E247-1315-5E6D39FE948E}"/>
              </a:ext>
            </a:extLst>
          </p:cNvPr>
          <p:cNvSpPr>
            <a:spLocks noGrp="1"/>
          </p:cNvSpPr>
          <p:nvPr>
            <p:ph type="pic" sz="quarter" idx="13"/>
          </p:nvPr>
        </p:nvSpPr>
        <p:spPr/>
        <p:txBody>
          <a:bodyPr/>
          <a:lstStyle/>
          <a:p>
            <a:endParaRPr lang="en-US" dirty="0"/>
          </a:p>
        </p:txBody>
      </p:sp>
    </p:spTree>
    <p:extLst>
      <p:ext uri="{BB962C8B-B14F-4D97-AF65-F5344CB8AC3E}">
        <p14:creationId xmlns:p14="http://schemas.microsoft.com/office/powerpoint/2010/main" val="3846942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6485DD3-95B4-1779-0AB4-850B3A048EC5}"/>
              </a:ext>
            </a:extLst>
          </p:cNvPr>
          <p:cNvGraphicFramePr>
            <a:graphicFrameLocks noChangeAspect="1"/>
          </p:cNvGraphicFramePr>
          <p:nvPr>
            <p:custDataLst>
              <p:tags r:id="rId1"/>
            </p:custDataLst>
            <p:extLst>
              <p:ext uri="{D42A27DB-BD31-4B8C-83A1-F6EECF244321}">
                <p14:modId xmlns:p14="http://schemas.microsoft.com/office/powerpoint/2010/main" val="806924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B6485DD3-95B4-1779-0AB4-850B3A048EC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 Placeholder 22">
            <a:extLst>
              <a:ext uri="{FF2B5EF4-FFF2-40B4-BE49-F238E27FC236}">
                <a16:creationId xmlns:a16="http://schemas.microsoft.com/office/drawing/2014/main" id="{F7F818F8-B1F2-2E3A-029B-3873094F7E8B}"/>
              </a:ext>
            </a:extLst>
          </p:cNvPr>
          <p:cNvSpPr>
            <a:spLocks noGrp="1"/>
          </p:cNvSpPr>
          <p:nvPr>
            <p:ph type="body" sz="quarter" idx="10"/>
          </p:nvPr>
        </p:nvSpPr>
        <p:spPr>
          <a:xfrm>
            <a:off x="943918" y="3526579"/>
            <a:ext cx="6111790" cy="646331"/>
          </a:xfrm>
        </p:spPr>
        <p:txBody>
          <a:bodyPr/>
          <a:lstStyle/>
          <a:p>
            <a:endParaRPr lang="en-US" dirty="0"/>
          </a:p>
        </p:txBody>
      </p:sp>
      <p:sp>
        <p:nvSpPr>
          <p:cNvPr id="24" name="Text Placeholder 23">
            <a:extLst>
              <a:ext uri="{FF2B5EF4-FFF2-40B4-BE49-F238E27FC236}">
                <a16:creationId xmlns:a16="http://schemas.microsoft.com/office/drawing/2014/main" id="{EA37F597-B04F-A869-D738-92BF32D6A3B3}"/>
              </a:ext>
            </a:extLst>
          </p:cNvPr>
          <p:cNvSpPr>
            <a:spLocks noGrp="1"/>
          </p:cNvSpPr>
          <p:nvPr>
            <p:ph type="body" sz="quarter" idx="11"/>
          </p:nvPr>
        </p:nvSpPr>
        <p:spPr/>
        <p:txBody>
          <a:bodyPr/>
          <a:lstStyle/>
          <a:p>
            <a:endParaRPr lang="en-US" dirty="0"/>
          </a:p>
        </p:txBody>
      </p:sp>
      <p:sp>
        <p:nvSpPr>
          <p:cNvPr id="29" name="Picture Placeholder 28">
            <a:extLst>
              <a:ext uri="{FF2B5EF4-FFF2-40B4-BE49-F238E27FC236}">
                <a16:creationId xmlns:a16="http://schemas.microsoft.com/office/drawing/2014/main" id="{5FF9980B-539B-7645-8A88-B000A8833ABC}"/>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3656456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1AC0F83-E7B9-94D8-0103-F27B236D4D36}"/>
              </a:ext>
            </a:extLst>
          </p:cNvPr>
          <p:cNvGraphicFramePr>
            <a:graphicFrameLocks noChangeAspect="1"/>
          </p:cNvGraphicFramePr>
          <p:nvPr>
            <p:custDataLst>
              <p:tags r:id="rId1"/>
            </p:custDataLst>
            <p:extLst>
              <p:ext uri="{D42A27DB-BD31-4B8C-83A1-F6EECF244321}">
                <p14:modId xmlns:p14="http://schemas.microsoft.com/office/powerpoint/2010/main" val="1275417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D1AC0F83-E7B9-94D8-0103-F27B236D4D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Text Placeholder 57">
            <a:extLst>
              <a:ext uri="{FF2B5EF4-FFF2-40B4-BE49-F238E27FC236}">
                <a16:creationId xmlns:a16="http://schemas.microsoft.com/office/drawing/2014/main" id="{7395A66D-06D5-4D35-B85A-8E60C3C7E2FF}"/>
              </a:ext>
            </a:extLst>
          </p:cNvPr>
          <p:cNvSpPr>
            <a:spLocks noGrp="1"/>
          </p:cNvSpPr>
          <p:nvPr>
            <p:ph type="body" sz="quarter" idx="56"/>
          </p:nvPr>
        </p:nvSpPr>
        <p:spPr/>
        <p:txBody>
          <a:bodyPr>
            <a:noAutofit/>
          </a:bodyPr>
          <a:lstStyle/>
          <a:p>
            <a:endParaRPr lang="en-US"/>
          </a:p>
        </p:txBody>
      </p:sp>
      <p:sp>
        <p:nvSpPr>
          <p:cNvPr id="59" name="Text Placeholder 58">
            <a:extLst>
              <a:ext uri="{FF2B5EF4-FFF2-40B4-BE49-F238E27FC236}">
                <a16:creationId xmlns:a16="http://schemas.microsoft.com/office/drawing/2014/main" id="{AA783B01-A4E1-1875-97D3-15BB474380FD}"/>
              </a:ext>
            </a:extLst>
          </p:cNvPr>
          <p:cNvSpPr>
            <a:spLocks noGrp="1"/>
          </p:cNvSpPr>
          <p:nvPr>
            <p:ph type="body" sz="quarter" idx="57"/>
          </p:nvPr>
        </p:nvSpPr>
        <p:spPr/>
        <p:txBody>
          <a:bodyPr>
            <a:noAutofit/>
          </a:bodyPr>
          <a:lstStyle/>
          <a:p>
            <a:endParaRPr lang="en-US"/>
          </a:p>
        </p:txBody>
      </p:sp>
      <p:sp>
        <p:nvSpPr>
          <p:cNvPr id="60" name="Text Placeholder 59">
            <a:extLst>
              <a:ext uri="{FF2B5EF4-FFF2-40B4-BE49-F238E27FC236}">
                <a16:creationId xmlns:a16="http://schemas.microsoft.com/office/drawing/2014/main" id="{E24697F4-F9B7-8844-E2F5-3977EE03E037}"/>
              </a:ext>
            </a:extLst>
          </p:cNvPr>
          <p:cNvSpPr>
            <a:spLocks noGrp="1"/>
          </p:cNvSpPr>
          <p:nvPr>
            <p:ph type="body" sz="quarter" idx="58"/>
          </p:nvPr>
        </p:nvSpPr>
        <p:spPr/>
        <p:txBody>
          <a:bodyPr>
            <a:noAutofit/>
          </a:bodyPr>
          <a:lstStyle/>
          <a:p>
            <a:endParaRPr lang="en-US"/>
          </a:p>
        </p:txBody>
      </p:sp>
      <p:sp>
        <p:nvSpPr>
          <p:cNvPr id="61" name="Text Placeholder 60">
            <a:extLst>
              <a:ext uri="{FF2B5EF4-FFF2-40B4-BE49-F238E27FC236}">
                <a16:creationId xmlns:a16="http://schemas.microsoft.com/office/drawing/2014/main" id="{D5AE1C0E-4019-7A36-F6C9-50508523865F}"/>
              </a:ext>
            </a:extLst>
          </p:cNvPr>
          <p:cNvSpPr>
            <a:spLocks noGrp="1"/>
          </p:cNvSpPr>
          <p:nvPr>
            <p:ph type="body" sz="quarter" idx="59"/>
          </p:nvPr>
        </p:nvSpPr>
        <p:spPr/>
        <p:txBody>
          <a:bodyPr>
            <a:noAutofit/>
          </a:bodyPr>
          <a:lstStyle/>
          <a:p>
            <a:endParaRPr lang="en-US"/>
          </a:p>
        </p:txBody>
      </p:sp>
      <p:sp>
        <p:nvSpPr>
          <p:cNvPr id="54" name="Text Placeholder 53">
            <a:extLst>
              <a:ext uri="{FF2B5EF4-FFF2-40B4-BE49-F238E27FC236}">
                <a16:creationId xmlns:a16="http://schemas.microsoft.com/office/drawing/2014/main" id="{B221B363-5C18-EE4D-9F0F-9A62FA2BB04B}"/>
              </a:ext>
            </a:extLst>
          </p:cNvPr>
          <p:cNvSpPr>
            <a:spLocks noGrp="1"/>
          </p:cNvSpPr>
          <p:nvPr>
            <p:ph type="body" sz="quarter" idx="52"/>
          </p:nvPr>
        </p:nvSpPr>
        <p:spPr/>
        <p:txBody>
          <a:bodyPr>
            <a:noAutofit/>
          </a:bodyPr>
          <a:lstStyle/>
          <a:p>
            <a:endParaRPr lang="en-US" dirty="0"/>
          </a:p>
        </p:txBody>
      </p:sp>
      <p:sp>
        <p:nvSpPr>
          <p:cNvPr id="55" name="Text Placeholder 54">
            <a:extLst>
              <a:ext uri="{FF2B5EF4-FFF2-40B4-BE49-F238E27FC236}">
                <a16:creationId xmlns:a16="http://schemas.microsoft.com/office/drawing/2014/main" id="{4CE5D4D7-D1F4-7278-6948-E3BEC9230DAD}"/>
              </a:ext>
            </a:extLst>
          </p:cNvPr>
          <p:cNvSpPr>
            <a:spLocks noGrp="1"/>
          </p:cNvSpPr>
          <p:nvPr>
            <p:ph type="body" sz="quarter" idx="53"/>
          </p:nvPr>
        </p:nvSpPr>
        <p:spPr/>
        <p:txBody>
          <a:bodyPr>
            <a:noAutofit/>
          </a:bodyPr>
          <a:lstStyle/>
          <a:p>
            <a:endParaRPr lang="en-US"/>
          </a:p>
        </p:txBody>
      </p:sp>
      <p:sp>
        <p:nvSpPr>
          <p:cNvPr id="56" name="Text Placeholder 55">
            <a:extLst>
              <a:ext uri="{FF2B5EF4-FFF2-40B4-BE49-F238E27FC236}">
                <a16:creationId xmlns:a16="http://schemas.microsoft.com/office/drawing/2014/main" id="{F91E5800-3FBE-32F3-50D9-E70A129CDB4E}"/>
              </a:ext>
            </a:extLst>
          </p:cNvPr>
          <p:cNvSpPr>
            <a:spLocks noGrp="1"/>
          </p:cNvSpPr>
          <p:nvPr>
            <p:ph type="body" sz="quarter" idx="54"/>
          </p:nvPr>
        </p:nvSpPr>
        <p:spPr/>
        <p:txBody>
          <a:bodyPr>
            <a:noAutofit/>
          </a:bodyPr>
          <a:lstStyle/>
          <a:p>
            <a:endParaRPr lang="en-US"/>
          </a:p>
        </p:txBody>
      </p:sp>
      <p:sp>
        <p:nvSpPr>
          <p:cNvPr id="57" name="Text Placeholder 56">
            <a:extLst>
              <a:ext uri="{FF2B5EF4-FFF2-40B4-BE49-F238E27FC236}">
                <a16:creationId xmlns:a16="http://schemas.microsoft.com/office/drawing/2014/main" id="{01583EA5-23CE-0DA9-F4F6-E3D1DE360376}"/>
              </a:ext>
            </a:extLst>
          </p:cNvPr>
          <p:cNvSpPr>
            <a:spLocks noGrp="1"/>
          </p:cNvSpPr>
          <p:nvPr>
            <p:ph type="body" sz="quarter" idx="55"/>
          </p:nvPr>
        </p:nvSpPr>
        <p:spPr/>
        <p:txBody>
          <a:bodyPr>
            <a:noAutofit/>
          </a:bodyPr>
          <a:lstStyle/>
          <a:p>
            <a:endParaRPr lang="en-US"/>
          </a:p>
        </p:txBody>
      </p:sp>
      <p:sp>
        <p:nvSpPr>
          <p:cNvPr id="29" name="Text Placeholder 28">
            <a:extLst>
              <a:ext uri="{FF2B5EF4-FFF2-40B4-BE49-F238E27FC236}">
                <a16:creationId xmlns:a16="http://schemas.microsoft.com/office/drawing/2014/main" id="{96A7B81B-833E-F1DB-404B-A5CADD87B1D9}"/>
              </a:ext>
            </a:extLst>
          </p:cNvPr>
          <p:cNvSpPr>
            <a:spLocks noGrp="1"/>
          </p:cNvSpPr>
          <p:nvPr>
            <p:ph type="body" sz="quarter" idx="10"/>
          </p:nvPr>
        </p:nvSpPr>
        <p:spPr/>
        <p:txBody>
          <a:bodyPr>
            <a:noAutofit/>
          </a:bodyPr>
          <a:lstStyle/>
          <a:p>
            <a:endParaRPr lang="en-US"/>
          </a:p>
        </p:txBody>
      </p:sp>
      <p:sp>
        <p:nvSpPr>
          <p:cNvPr id="30" name="Text Placeholder 29">
            <a:extLst>
              <a:ext uri="{FF2B5EF4-FFF2-40B4-BE49-F238E27FC236}">
                <a16:creationId xmlns:a16="http://schemas.microsoft.com/office/drawing/2014/main" id="{42E16F1D-AA8C-617E-E572-BA92DC254FC9}"/>
              </a:ext>
            </a:extLst>
          </p:cNvPr>
          <p:cNvSpPr>
            <a:spLocks noGrp="1"/>
          </p:cNvSpPr>
          <p:nvPr>
            <p:ph type="body" sz="quarter" idx="36"/>
          </p:nvPr>
        </p:nvSpPr>
        <p:spPr/>
        <p:txBody>
          <a:bodyPr>
            <a:noAutofit/>
          </a:bodyPr>
          <a:lstStyle/>
          <a:p>
            <a:endParaRPr lang="en-US" dirty="0"/>
          </a:p>
        </p:txBody>
      </p:sp>
      <p:sp>
        <p:nvSpPr>
          <p:cNvPr id="33" name="Text Placeholder 32">
            <a:extLst>
              <a:ext uri="{FF2B5EF4-FFF2-40B4-BE49-F238E27FC236}">
                <a16:creationId xmlns:a16="http://schemas.microsoft.com/office/drawing/2014/main" id="{BA702F84-7535-46FD-9C50-1EFB95F198E5}"/>
              </a:ext>
            </a:extLst>
          </p:cNvPr>
          <p:cNvSpPr>
            <a:spLocks noGrp="1"/>
          </p:cNvSpPr>
          <p:nvPr>
            <p:ph type="body" sz="quarter" idx="37"/>
          </p:nvPr>
        </p:nvSpPr>
        <p:spPr/>
        <p:txBody>
          <a:bodyPr>
            <a:noAutofit/>
          </a:bodyPr>
          <a:lstStyle/>
          <a:p>
            <a:endParaRPr lang="en-US" dirty="0"/>
          </a:p>
        </p:txBody>
      </p:sp>
      <p:sp>
        <p:nvSpPr>
          <p:cNvPr id="40" name="Text Placeholder 39">
            <a:extLst>
              <a:ext uri="{FF2B5EF4-FFF2-40B4-BE49-F238E27FC236}">
                <a16:creationId xmlns:a16="http://schemas.microsoft.com/office/drawing/2014/main" id="{5E28F1B0-7C45-B04B-3857-EAEE8D34DF66}"/>
              </a:ext>
            </a:extLst>
          </p:cNvPr>
          <p:cNvSpPr>
            <a:spLocks noGrp="1"/>
          </p:cNvSpPr>
          <p:nvPr>
            <p:ph type="body" sz="quarter" idx="38"/>
          </p:nvPr>
        </p:nvSpPr>
        <p:spPr/>
        <p:txBody>
          <a:bodyPr>
            <a:noAutofit/>
          </a:bodyPr>
          <a:lstStyle/>
          <a:p>
            <a:endParaRPr lang="en-US" dirty="0"/>
          </a:p>
        </p:txBody>
      </p:sp>
      <p:sp>
        <p:nvSpPr>
          <p:cNvPr id="41" name="Text Placeholder 40">
            <a:extLst>
              <a:ext uri="{FF2B5EF4-FFF2-40B4-BE49-F238E27FC236}">
                <a16:creationId xmlns:a16="http://schemas.microsoft.com/office/drawing/2014/main" id="{89165DE2-BD72-FC55-1B70-C028355C3458}"/>
              </a:ext>
            </a:extLst>
          </p:cNvPr>
          <p:cNvSpPr>
            <a:spLocks noGrp="1"/>
          </p:cNvSpPr>
          <p:nvPr>
            <p:ph type="body" sz="quarter" idx="39"/>
          </p:nvPr>
        </p:nvSpPr>
        <p:spPr/>
        <p:txBody>
          <a:bodyPr>
            <a:noAutofit/>
          </a:bodyPr>
          <a:lstStyle/>
          <a:p>
            <a:endParaRPr lang="en-US" dirty="0"/>
          </a:p>
        </p:txBody>
      </p:sp>
      <p:sp>
        <p:nvSpPr>
          <p:cNvPr id="42" name="Text Placeholder 41">
            <a:extLst>
              <a:ext uri="{FF2B5EF4-FFF2-40B4-BE49-F238E27FC236}">
                <a16:creationId xmlns:a16="http://schemas.microsoft.com/office/drawing/2014/main" id="{8CB4547A-5894-7600-9057-CD2C62F5F33A}"/>
              </a:ext>
            </a:extLst>
          </p:cNvPr>
          <p:cNvSpPr>
            <a:spLocks noGrp="1"/>
          </p:cNvSpPr>
          <p:nvPr>
            <p:ph type="body" sz="quarter" idx="40"/>
          </p:nvPr>
        </p:nvSpPr>
        <p:spPr/>
        <p:txBody>
          <a:bodyPr>
            <a:noAutofit/>
          </a:bodyPr>
          <a:lstStyle/>
          <a:p>
            <a:endParaRPr lang="en-US" dirty="0"/>
          </a:p>
        </p:txBody>
      </p:sp>
      <p:sp>
        <p:nvSpPr>
          <p:cNvPr id="43" name="Text Placeholder 42">
            <a:extLst>
              <a:ext uri="{FF2B5EF4-FFF2-40B4-BE49-F238E27FC236}">
                <a16:creationId xmlns:a16="http://schemas.microsoft.com/office/drawing/2014/main" id="{3F2DA73C-8CA2-5185-B9FF-D6A171264259}"/>
              </a:ext>
            </a:extLst>
          </p:cNvPr>
          <p:cNvSpPr>
            <a:spLocks noGrp="1"/>
          </p:cNvSpPr>
          <p:nvPr>
            <p:ph type="body" sz="quarter" idx="41"/>
          </p:nvPr>
        </p:nvSpPr>
        <p:spPr/>
        <p:txBody>
          <a:bodyPr>
            <a:noAutofit/>
          </a:bodyPr>
          <a:lstStyle/>
          <a:p>
            <a:endParaRPr lang="en-US"/>
          </a:p>
        </p:txBody>
      </p:sp>
      <p:sp>
        <p:nvSpPr>
          <p:cNvPr id="44" name="Text Placeholder 43">
            <a:extLst>
              <a:ext uri="{FF2B5EF4-FFF2-40B4-BE49-F238E27FC236}">
                <a16:creationId xmlns:a16="http://schemas.microsoft.com/office/drawing/2014/main" id="{A548C23E-3BE6-D42F-3D53-8D8605DE61B6}"/>
              </a:ext>
            </a:extLst>
          </p:cNvPr>
          <p:cNvSpPr>
            <a:spLocks noGrp="1"/>
          </p:cNvSpPr>
          <p:nvPr>
            <p:ph type="body" sz="quarter" idx="42"/>
          </p:nvPr>
        </p:nvSpPr>
        <p:spPr/>
        <p:txBody>
          <a:bodyPr>
            <a:noAutofit/>
          </a:bodyPr>
          <a:lstStyle/>
          <a:p>
            <a:endParaRPr lang="en-US" dirty="0"/>
          </a:p>
        </p:txBody>
      </p:sp>
      <p:sp>
        <p:nvSpPr>
          <p:cNvPr id="45" name="Text Placeholder 44">
            <a:extLst>
              <a:ext uri="{FF2B5EF4-FFF2-40B4-BE49-F238E27FC236}">
                <a16:creationId xmlns:a16="http://schemas.microsoft.com/office/drawing/2014/main" id="{B743C063-C8E5-D3A9-C600-892D44DFFEB9}"/>
              </a:ext>
            </a:extLst>
          </p:cNvPr>
          <p:cNvSpPr>
            <a:spLocks noGrp="1"/>
          </p:cNvSpPr>
          <p:nvPr>
            <p:ph type="body" sz="quarter" idx="43"/>
          </p:nvPr>
        </p:nvSpPr>
        <p:spPr/>
        <p:txBody>
          <a:bodyPr>
            <a:noAutofit/>
          </a:bodyPr>
          <a:lstStyle/>
          <a:p>
            <a:endParaRPr lang="en-US" dirty="0"/>
          </a:p>
        </p:txBody>
      </p:sp>
      <p:sp>
        <p:nvSpPr>
          <p:cNvPr id="46" name="Text Placeholder 45">
            <a:extLst>
              <a:ext uri="{FF2B5EF4-FFF2-40B4-BE49-F238E27FC236}">
                <a16:creationId xmlns:a16="http://schemas.microsoft.com/office/drawing/2014/main" id="{9510ECDD-D789-FEB9-3545-659453D8B143}"/>
              </a:ext>
            </a:extLst>
          </p:cNvPr>
          <p:cNvSpPr>
            <a:spLocks noGrp="1"/>
          </p:cNvSpPr>
          <p:nvPr>
            <p:ph type="body" sz="quarter" idx="44"/>
          </p:nvPr>
        </p:nvSpPr>
        <p:spPr/>
        <p:txBody>
          <a:bodyPr>
            <a:noAutofit/>
          </a:bodyPr>
          <a:lstStyle/>
          <a:p>
            <a:endParaRPr lang="en-US"/>
          </a:p>
        </p:txBody>
      </p:sp>
      <p:sp>
        <p:nvSpPr>
          <p:cNvPr id="47" name="Text Placeholder 46">
            <a:extLst>
              <a:ext uri="{FF2B5EF4-FFF2-40B4-BE49-F238E27FC236}">
                <a16:creationId xmlns:a16="http://schemas.microsoft.com/office/drawing/2014/main" id="{868E45DB-1F5D-FEB4-A28B-C50742A5B27D}"/>
              </a:ext>
            </a:extLst>
          </p:cNvPr>
          <p:cNvSpPr>
            <a:spLocks noGrp="1"/>
          </p:cNvSpPr>
          <p:nvPr>
            <p:ph type="body" sz="quarter" idx="45"/>
          </p:nvPr>
        </p:nvSpPr>
        <p:spPr/>
        <p:txBody>
          <a:bodyPr>
            <a:noAutofit/>
          </a:bodyPr>
          <a:lstStyle/>
          <a:p>
            <a:endParaRPr lang="en-US"/>
          </a:p>
        </p:txBody>
      </p:sp>
      <p:sp>
        <p:nvSpPr>
          <p:cNvPr id="48" name="Text Placeholder 47">
            <a:extLst>
              <a:ext uri="{FF2B5EF4-FFF2-40B4-BE49-F238E27FC236}">
                <a16:creationId xmlns:a16="http://schemas.microsoft.com/office/drawing/2014/main" id="{4AD01CCB-4759-A588-AB15-E511351B745D}"/>
              </a:ext>
            </a:extLst>
          </p:cNvPr>
          <p:cNvSpPr>
            <a:spLocks noGrp="1"/>
          </p:cNvSpPr>
          <p:nvPr>
            <p:ph type="body" sz="quarter" idx="46"/>
          </p:nvPr>
        </p:nvSpPr>
        <p:spPr/>
        <p:txBody>
          <a:bodyPr>
            <a:noAutofit/>
          </a:bodyPr>
          <a:lstStyle/>
          <a:p>
            <a:endParaRPr lang="en-US"/>
          </a:p>
        </p:txBody>
      </p:sp>
      <p:sp>
        <p:nvSpPr>
          <p:cNvPr id="49" name="Text Placeholder 48">
            <a:extLst>
              <a:ext uri="{FF2B5EF4-FFF2-40B4-BE49-F238E27FC236}">
                <a16:creationId xmlns:a16="http://schemas.microsoft.com/office/drawing/2014/main" id="{32B6B12E-1BA6-87B3-3774-5BE71ED84273}"/>
              </a:ext>
            </a:extLst>
          </p:cNvPr>
          <p:cNvSpPr>
            <a:spLocks noGrp="1"/>
          </p:cNvSpPr>
          <p:nvPr>
            <p:ph type="body" sz="quarter" idx="47"/>
          </p:nvPr>
        </p:nvSpPr>
        <p:spPr/>
        <p:txBody>
          <a:bodyPr>
            <a:noAutofit/>
          </a:bodyPr>
          <a:lstStyle/>
          <a:p>
            <a:endParaRPr lang="en-US"/>
          </a:p>
        </p:txBody>
      </p:sp>
      <p:sp>
        <p:nvSpPr>
          <p:cNvPr id="50" name="Text Placeholder 49">
            <a:extLst>
              <a:ext uri="{FF2B5EF4-FFF2-40B4-BE49-F238E27FC236}">
                <a16:creationId xmlns:a16="http://schemas.microsoft.com/office/drawing/2014/main" id="{902361D1-E75A-ECFD-936E-35E10D0EF130}"/>
              </a:ext>
            </a:extLst>
          </p:cNvPr>
          <p:cNvSpPr>
            <a:spLocks noGrp="1"/>
          </p:cNvSpPr>
          <p:nvPr>
            <p:ph type="body" sz="quarter" idx="48"/>
          </p:nvPr>
        </p:nvSpPr>
        <p:spPr/>
        <p:txBody>
          <a:bodyPr>
            <a:noAutofit/>
          </a:bodyPr>
          <a:lstStyle/>
          <a:p>
            <a:endParaRPr lang="en-US"/>
          </a:p>
        </p:txBody>
      </p:sp>
      <p:sp>
        <p:nvSpPr>
          <p:cNvPr id="51" name="Text Placeholder 50">
            <a:extLst>
              <a:ext uri="{FF2B5EF4-FFF2-40B4-BE49-F238E27FC236}">
                <a16:creationId xmlns:a16="http://schemas.microsoft.com/office/drawing/2014/main" id="{E2196FF4-E59F-35BA-E83B-1FF5CFB43E88}"/>
              </a:ext>
            </a:extLst>
          </p:cNvPr>
          <p:cNvSpPr>
            <a:spLocks noGrp="1"/>
          </p:cNvSpPr>
          <p:nvPr>
            <p:ph type="body" sz="quarter" idx="49"/>
          </p:nvPr>
        </p:nvSpPr>
        <p:spPr/>
        <p:txBody>
          <a:bodyPr>
            <a:noAutofit/>
          </a:bodyPr>
          <a:lstStyle/>
          <a:p>
            <a:endParaRPr lang="en-US"/>
          </a:p>
        </p:txBody>
      </p:sp>
      <p:sp>
        <p:nvSpPr>
          <p:cNvPr id="52" name="Text Placeholder 51">
            <a:extLst>
              <a:ext uri="{FF2B5EF4-FFF2-40B4-BE49-F238E27FC236}">
                <a16:creationId xmlns:a16="http://schemas.microsoft.com/office/drawing/2014/main" id="{7A310221-F22F-12F6-BFA5-D96BA37D637C}"/>
              </a:ext>
            </a:extLst>
          </p:cNvPr>
          <p:cNvSpPr>
            <a:spLocks noGrp="1"/>
          </p:cNvSpPr>
          <p:nvPr>
            <p:ph type="body" sz="quarter" idx="50"/>
          </p:nvPr>
        </p:nvSpPr>
        <p:spPr/>
        <p:txBody>
          <a:bodyPr>
            <a:noAutofit/>
          </a:bodyPr>
          <a:lstStyle/>
          <a:p>
            <a:endParaRPr lang="en-US"/>
          </a:p>
        </p:txBody>
      </p:sp>
      <p:sp>
        <p:nvSpPr>
          <p:cNvPr id="53" name="Text Placeholder 52">
            <a:extLst>
              <a:ext uri="{FF2B5EF4-FFF2-40B4-BE49-F238E27FC236}">
                <a16:creationId xmlns:a16="http://schemas.microsoft.com/office/drawing/2014/main" id="{543F4634-ACC0-522C-ECE5-3B33FF076D89}"/>
              </a:ext>
            </a:extLst>
          </p:cNvPr>
          <p:cNvSpPr>
            <a:spLocks noGrp="1"/>
          </p:cNvSpPr>
          <p:nvPr>
            <p:ph type="body" sz="quarter" idx="51"/>
          </p:nvPr>
        </p:nvSpPr>
        <p:spPr/>
        <p:txBody>
          <a:bodyPr>
            <a:noAutofit/>
          </a:bodyPr>
          <a:lstStyle/>
          <a:p>
            <a:endParaRPr lang="en-US" dirty="0"/>
          </a:p>
        </p:txBody>
      </p:sp>
      <p:sp>
        <p:nvSpPr>
          <p:cNvPr id="31" name="Freeform: Shape 30">
            <a:extLst>
              <a:ext uri="{FF2B5EF4-FFF2-40B4-BE49-F238E27FC236}">
                <a16:creationId xmlns:a16="http://schemas.microsoft.com/office/drawing/2014/main" id="{9B16A2F1-8FE8-0D79-6E09-F0B750769240}"/>
              </a:ext>
            </a:extLst>
          </p:cNvPr>
          <p:cNvSpPr/>
          <p:nvPr/>
        </p:nvSpPr>
        <p:spPr>
          <a:xfrm>
            <a:off x="4418565" y="982845"/>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01</a:t>
            </a:r>
          </a:p>
        </p:txBody>
      </p:sp>
      <p:sp>
        <p:nvSpPr>
          <p:cNvPr id="32" name="Freeform: Shape 31">
            <a:extLst>
              <a:ext uri="{FF2B5EF4-FFF2-40B4-BE49-F238E27FC236}">
                <a16:creationId xmlns:a16="http://schemas.microsoft.com/office/drawing/2014/main" id="{96FD9A26-E786-ECCC-6523-6583B16C0C37}"/>
              </a:ext>
            </a:extLst>
          </p:cNvPr>
          <p:cNvSpPr/>
          <p:nvPr/>
        </p:nvSpPr>
        <p:spPr>
          <a:xfrm>
            <a:off x="4418565" y="244561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02</a:t>
            </a:r>
          </a:p>
        </p:txBody>
      </p:sp>
      <p:sp>
        <p:nvSpPr>
          <p:cNvPr id="34" name="Freeform: Shape 33">
            <a:extLst>
              <a:ext uri="{FF2B5EF4-FFF2-40B4-BE49-F238E27FC236}">
                <a16:creationId xmlns:a16="http://schemas.microsoft.com/office/drawing/2014/main" id="{0B568602-586B-BCD3-90F1-BF90D6F4FDC3}"/>
              </a:ext>
            </a:extLst>
          </p:cNvPr>
          <p:cNvSpPr/>
          <p:nvPr/>
        </p:nvSpPr>
        <p:spPr>
          <a:xfrm>
            <a:off x="4418565" y="3908387"/>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03</a:t>
            </a:r>
          </a:p>
        </p:txBody>
      </p:sp>
      <p:sp>
        <p:nvSpPr>
          <p:cNvPr id="35" name="Freeform: Shape 34">
            <a:extLst>
              <a:ext uri="{FF2B5EF4-FFF2-40B4-BE49-F238E27FC236}">
                <a16:creationId xmlns:a16="http://schemas.microsoft.com/office/drawing/2014/main" id="{EE6ECDF4-B81D-A470-4CB1-E184D2E7D2A7}"/>
              </a:ext>
            </a:extLst>
          </p:cNvPr>
          <p:cNvSpPr/>
          <p:nvPr/>
        </p:nvSpPr>
        <p:spPr>
          <a:xfrm>
            <a:off x="4418565" y="5371158"/>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04</a:t>
            </a:r>
          </a:p>
        </p:txBody>
      </p:sp>
      <p:sp>
        <p:nvSpPr>
          <p:cNvPr id="36" name="Freeform: Shape 35">
            <a:extLst>
              <a:ext uri="{FF2B5EF4-FFF2-40B4-BE49-F238E27FC236}">
                <a16:creationId xmlns:a16="http://schemas.microsoft.com/office/drawing/2014/main" id="{1F50C556-387D-9275-5AEB-5176A3F59937}"/>
              </a:ext>
            </a:extLst>
          </p:cNvPr>
          <p:cNvSpPr/>
          <p:nvPr/>
        </p:nvSpPr>
        <p:spPr>
          <a:xfrm>
            <a:off x="8167656" y="982845"/>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05</a:t>
            </a:r>
          </a:p>
        </p:txBody>
      </p:sp>
      <p:sp>
        <p:nvSpPr>
          <p:cNvPr id="37" name="Freeform: Shape 36">
            <a:extLst>
              <a:ext uri="{FF2B5EF4-FFF2-40B4-BE49-F238E27FC236}">
                <a16:creationId xmlns:a16="http://schemas.microsoft.com/office/drawing/2014/main" id="{7E1FD2D8-429C-7BDD-09D2-F3D8F586409D}"/>
              </a:ext>
            </a:extLst>
          </p:cNvPr>
          <p:cNvSpPr/>
          <p:nvPr/>
        </p:nvSpPr>
        <p:spPr>
          <a:xfrm>
            <a:off x="8167656" y="244561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06</a:t>
            </a:r>
          </a:p>
        </p:txBody>
      </p:sp>
      <p:sp>
        <p:nvSpPr>
          <p:cNvPr id="38" name="Freeform: Shape 37">
            <a:extLst>
              <a:ext uri="{FF2B5EF4-FFF2-40B4-BE49-F238E27FC236}">
                <a16:creationId xmlns:a16="http://schemas.microsoft.com/office/drawing/2014/main" id="{3484EF4C-FB15-C66D-F717-A15E3B182E97}"/>
              </a:ext>
            </a:extLst>
          </p:cNvPr>
          <p:cNvSpPr/>
          <p:nvPr/>
        </p:nvSpPr>
        <p:spPr>
          <a:xfrm>
            <a:off x="8167656" y="3908387"/>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07</a:t>
            </a:r>
          </a:p>
        </p:txBody>
      </p:sp>
      <p:sp>
        <p:nvSpPr>
          <p:cNvPr id="39" name="Freeform: Shape 38">
            <a:extLst>
              <a:ext uri="{FF2B5EF4-FFF2-40B4-BE49-F238E27FC236}">
                <a16:creationId xmlns:a16="http://schemas.microsoft.com/office/drawing/2014/main" id="{CCFCF5B2-0D75-686A-5471-30AE1FE827EB}"/>
              </a:ext>
            </a:extLst>
          </p:cNvPr>
          <p:cNvSpPr/>
          <p:nvPr/>
        </p:nvSpPr>
        <p:spPr>
          <a:xfrm>
            <a:off x="8167656" y="5371158"/>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08</a:t>
            </a:r>
          </a:p>
        </p:txBody>
      </p:sp>
    </p:spTree>
    <p:extLst>
      <p:ext uri="{BB962C8B-B14F-4D97-AF65-F5344CB8AC3E}">
        <p14:creationId xmlns:p14="http://schemas.microsoft.com/office/powerpoint/2010/main" val="13263971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 Placeholder 39">
            <a:extLst>
              <a:ext uri="{FF2B5EF4-FFF2-40B4-BE49-F238E27FC236}">
                <a16:creationId xmlns:a16="http://schemas.microsoft.com/office/drawing/2014/main" id="{0EEC42F1-F0BB-284A-0FB0-37DBB7AB397C}"/>
              </a:ext>
            </a:extLst>
          </p:cNvPr>
          <p:cNvSpPr>
            <a:spLocks noGrp="1"/>
          </p:cNvSpPr>
          <p:nvPr>
            <p:ph type="body" sz="quarter" idx="56"/>
          </p:nvPr>
        </p:nvSpPr>
        <p:spPr/>
        <p:txBody>
          <a:bodyPr>
            <a:noAutofit/>
          </a:bodyPr>
          <a:lstStyle/>
          <a:p>
            <a:endParaRPr lang="de-DE"/>
          </a:p>
        </p:txBody>
      </p:sp>
      <p:sp>
        <p:nvSpPr>
          <p:cNvPr id="41" name="Text Placeholder 40">
            <a:extLst>
              <a:ext uri="{FF2B5EF4-FFF2-40B4-BE49-F238E27FC236}">
                <a16:creationId xmlns:a16="http://schemas.microsoft.com/office/drawing/2014/main" id="{FF301A13-1CF8-4341-C6E3-1EFD103BE96C}"/>
              </a:ext>
            </a:extLst>
          </p:cNvPr>
          <p:cNvSpPr>
            <a:spLocks noGrp="1"/>
          </p:cNvSpPr>
          <p:nvPr>
            <p:ph type="body" sz="quarter" idx="57"/>
          </p:nvPr>
        </p:nvSpPr>
        <p:spPr/>
        <p:txBody>
          <a:bodyPr>
            <a:noAutofit/>
          </a:bodyPr>
          <a:lstStyle/>
          <a:p>
            <a:endParaRPr lang="de-DE"/>
          </a:p>
        </p:txBody>
      </p:sp>
      <p:sp>
        <p:nvSpPr>
          <p:cNvPr id="42" name="Text Placeholder 41">
            <a:extLst>
              <a:ext uri="{FF2B5EF4-FFF2-40B4-BE49-F238E27FC236}">
                <a16:creationId xmlns:a16="http://schemas.microsoft.com/office/drawing/2014/main" id="{39476C3C-7FBE-43B2-9558-2640A3CF7D1C}"/>
              </a:ext>
            </a:extLst>
          </p:cNvPr>
          <p:cNvSpPr>
            <a:spLocks noGrp="1"/>
          </p:cNvSpPr>
          <p:nvPr>
            <p:ph type="body" sz="quarter" idx="58"/>
          </p:nvPr>
        </p:nvSpPr>
        <p:spPr/>
        <p:txBody>
          <a:bodyPr>
            <a:noAutofit/>
          </a:bodyPr>
          <a:lstStyle/>
          <a:p>
            <a:endParaRPr lang="de-DE"/>
          </a:p>
        </p:txBody>
      </p:sp>
      <p:sp>
        <p:nvSpPr>
          <p:cNvPr id="43" name="Text Placeholder 42">
            <a:extLst>
              <a:ext uri="{FF2B5EF4-FFF2-40B4-BE49-F238E27FC236}">
                <a16:creationId xmlns:a16="http://schemas.microsoft.com/office/drawing/2014/main" id="{F97E096B-7EE0-7EE8-1362-34547CCB4AE0}"/>
              </a:ext>
            </a:extLst>
          </p:cNvPr>
          <p:cNvSpPr>
            <a:spLocks noGrp="1"/>
          </p:cNvSpPr>
          <p:nvPr>
            <p:ph type="body" sz="quarter" idx="59"/>
          </p:nvPr>
        </p:nvSpPr>
        <p:spPr/>
        <p:txBody>
          <a:bodyPr>
            <a:noAutofit/>
          </a:bodyPr>
          <a:lstStyle/>
          <a:p>
            <a:endParaRPr lang="de-DE"/>
          </a:p>
        </p:txBody>
      </p:sp>
      <p:sp>
        <p:nvSpPr>
          <p:cNvPr id="36" name="Text Placeholder 35">
            <a:extLst>
              <a:ext uri="{FF2B5EF4-FFF2-40B4-BE49-F238E27FC236}">
                <a16:creationId xmlns:a16="http://schemas.microsoft.com/office/drawing/2014/main" id="{7D966CB6-27A0-A01E-6235-B0F03D3B074D}"/>
              </a:ext>
            </a:extLst>
          </p:cNvPr>
          <p:cNvSpPr>
            <a:spLocks noGrp="1"/>
          </p:cNvSpPr>
          <p:nvPr>
            <p:ph type="body" sz="quarter" idx="52"/>
          </p:nvPr>
        </p:nvSpPr>
        <p:spPr/>
        <p:txBody>
          <a:bodyPr>
            <a:noAutofit/>
          </a:bodyPr>
          <a:lstStyle/>
          <a:p>
            <a:endParaRPr lang="de-DE"/>
          </a:p>
        </p:txBody>
      </p:sp>
      <p:sp>
        <p:nvSpPr>
          <p:cNvPr id="37" name="Text Placeholder 36">
            <a:extLst>
              <a:ext uri="{FF2B5EF4-FFF2-40B4-BE49-F238E27FC236}">
                <a16:creationId xmlns:a16="http://schemas.microsoft.com/office/drawing/2014/main" id="{A46879C1-FB64-4AC5-6317-CCA0BFEBC643}"/>
              </a:ext>
            </a:extLst>
          </p:cNvPr>
          <p:cNvSpPr>
            <a:spLocks noGrp="1"/>
          </p:cNvSpPr>
          <p:nvPr>
            <p:ph type="body" sz="quarter" idx="53"/>
          </p:nvPr>
        </p:nvSpPr>
        <p:spPr/>
        <p:txBody>
          <a:bodyPr>
            <a:noAutofit/>
          </a:bodyPr>
          <a:lstStyle/>
          <a:p>
            <a:endParaRPr lang="de-DE"/>
          </a:p>
        </p:txBody>
      </p:sp>
      <p:sp>
        <p:nvSpPr>
          <p:cNvPr id="38" name="Text Placeholder 37">
            <a:extLst>
              <a:ext uri="{FF2B5EF4-FFF2-40B4-BE49-F238E27FC236}">
                <a16:creationId xmlns:a16="http://schemas.microsoft.com/office/drawing/2014/main" id="{9B4FEC55-9045-82CB-AB0B-9291D1F54174}"/>
              </a:ext>
            </a:extLst>
          </p:cNvPr>
          <p:cNvSpPr>
            <a:spLocks noGrp="1"/>
          </p:cNvSpPr>
          <p:nvPr>
            <p:ph type="body" sz="quarter" idx="54"/>
          </p:nvPr>
        </p:nvSpPr>
        <p:spPr/>
        <p:txBody>
          <a:bodyPr>
            <a:noAutofit/>
          </a:bodyPr>
          <a:lstStyle/>
          <a:p>
            <a:endParaRPr lang="de-DE"/>
          </a:p>
        </p:txBody>
      </p:sp>
      <p:sp>
        <p:nvSpPr>
          <p:cNvPr id="39" name="Text Placeholder 38">
            <a:extLst>
              <a:ext uri="{FF2B5EF4-FFF2-40B4-BE49-F238E27FC236}">
                <a16:creationId xmlns:a16="http://schemas.microsoft.com/office/drawing/2014/main" id="{48EAEE30-EE38-B701-FCF5-426E4428C7DD}"/>
              </a:ext>
            </a:extLst>
          </p:cNvPr>
          <p:cNvSpPr>
            <a:spLocks noGrp="1"/>
          </p:cNvSpPr>
          <p:nvPr>
            <p:ph type="body" sz="quarter" idx="55"/>
          </p:nvPr>
        </p:nvSpPr>
        <p:spPr/>
        <p:txBody>
          <a:bodyPr>
            <a:noAutofit/>
          </a:bodyPr>
          <a:lstStyle/>
          <a:p>
            <a:endParaRPr lang="de-DE"/>
          </a:p>
        </p:txBody>
      </p:sp>
      <p:sp>
        <p:nvSpPr>
          <p:cNvPr id="27" name="Text Placeholder 26">
            <a:extLst>
              <a:ext uri="{FF2B5EF4-FFF2-40B4-BE49-F238E27FC236}">
                <a16:creationId xmlns:a16="http://schemas.microsoft.com/office/drawing/2014/main" id="{2C72190E-3C53-14D9-5C3B-5D519591C238}"/>
              </a:ext>
            </a:extLst>
          </p:cNvPr>
          <p:cNvSpPr>
            <a:spLocks noGrp="1"/>
          </p:cNvSpPr>
          <p:nvPr>
            <p:ph type="body" sz="quarter" idx="10"/>
          </p:nvPr>
        </p:nvSpPr>
        <p:spPr/>
        <p:txBody>
          <a:bodyPr>
            <a:noAutofit/>
          </a:bodyPr>
          <a:lstStyle/>
          <a:p>
            <a:endParaRPr lang="de-DE"/>
          </a:p>
        </p:txBody>
      </p:sp>
      <p:sp>
        <p:nvSpPr>
          <p:cNvPr id="28" name="Text Placeholder 27">
            <a:extLst>
              <a:ext uri="{FF2B5EF4-FFF2-40B4-BE49-F238E27FC236}">
                <a16:creationId xmlns:a16="http://schemas.microsoft.com/office/drawing/2014/main" id="{592AC83A-B052-0098-8E0A-FE2D4754D521}"/>
              </a:ext>
            </a:extLst>
          </p:cNvPr>
          <p:cNvSpPr>
            <a:spLocks noGrp="1"/>
          </p:cNvSpPr>
          <p:nvPr>
            <p:ph type="body" sz="quarter" idx="36"/>
          </p:nvPr>
        </p:nvSpPr>
        <p:spPr/>
        <p:txBody>
          <a:bodyPr>
            <a:noAutofit/>
          </a:bodyPr>
          <a:lstStyle/>
          <a:p>
            <a:endParaRPr lang="de-DE"/>
          </a:p>
        </p:txBody>
      </p:sp>
      <p:sp>
        <p:nvSpPr>
          <p:cNvPr id="29" name="Text Placeholder 28">
            <a:extLst>
              <a:ext uri="{FF2B5EF4-FFF2-40B4-BE49-F238E27FC236}">
                <a16:creationId xmlns:a16="http://schemas.microsoft.com/office/drawing/2014/main" id="{80F73F52-F4F3-D4D2-19E3-FC374E5E3D96}"/>
              </a:ext>
            </a:extLst>
          </p:cNvPr>
          <p:cNvSpPr>
            <a:spLocks noGrp="1"/>
          </p:cNvSpPr>
          <p:nvPr>
            <p:ph type="body" sz="quarter" idx="38"/>
          </p:nvPr>
        </p:nvSpPr>
        <p:spPr/>
        <p:txBody>
          <a:bodyPr>
            <a:noAutofit/>
          </a:bodyPr>
          <a:lstStyle/>
          <a:p>
            <a:endParaRPr lang="de-DE"/>
          </a:p>
        </p:txBody>
      </p:sp>
      <p:sp>
        <p:nvSpPr>
          <p:cNvPr id="30" name="Text Placeholder 29">
            <a:extLst>
              <a:ext uri="{FF2B5EF4-FFF2-40B4-BE49-F238E27FC236}">
                <a16:creationId xmlns:a16="http://schemas.microsoft.com/office/drawing/2014/main" id="{6040970D-4004-D75B-C96D-3A457443C56F}"/>
              </a:ext>
            </a:extLst>
          </p:cNvPr>
          <p:cNvSpPr>
            <a:spLocks noGrp="1"/>
          </p:cNvSpPr>
          <p:nvPr>
            <p:ph type="body" sz="quarter" idx="40"/>
          </p:nvPr>
        </p:nvSpPr>
        <p:spPr/>
        <p:txBody>
          <a:bodyPr>
            <a:noAutofit/>
          </a:bodyPr>
          <a:lstStyle/>
          <a:p>
            <a:endParaRPr lang="de-DE" dirty="0"/>
          </a:p>
        </p:txBody>
      </p:sp>
      <p:sp>
        <p:nvSpPr>
          <p:cNvPr id="31" name="Text Placeholder 30">
            <a:extLst>
              <a:ext uri="{FF2B5EF4-FFF2-40B4-BE49-F238E27FC236}">
                <a16:creationId xmlns:a16="http://schemas.microsoft.com/office/drawing/2014/main" id="{6AA31845-C42B-D242-5A71-6088FE335D69}"/>
              </a:ext>
            </a:extLst>
          </p:cNvPr>
          <p:cNvSpPr>
            <a:spLocks noGrp="1"/>
          </p:cNvSpPr>
          <p:nvPr>
            <p:ph type="body" sz="quarter" idx="42"/>
          </p:nvPr>
        </p:nvSpPr>
        <p:spPr/>
        <p:txBody>
          <a:bodyPr>
            <a:noAutofit/>
          </a:bodyPr>
          <a:lstStyle/>
          <a:p>
            <a:endParaRPr lang="de-DE" dirty="0"/>
          </a:p>
        </p:txBody>
      </p:sp>
      <p:sp>
        <p:nvSpPr>
          <p:cNvPr id="32" name="Text Placeholder 31">
            <a:extLst>
              <a:ext uri="{FF2B5EF4-FFF2-40B4-BE49-F238E27FC236}">
                <a16:creationId xmlns:a16="http://schemas.microsoft.com/office/drawing/2014/main" id="{5B3378AB-CEEB-9841-C937-1F4A4A162FEE}"/>
              </a:ext>
            </a:extLst>
          </p:cNvPr>
          <p:cNvSpPr>
            <a:spLocks noGrp="1"/>
          </p:cNvSpPr>
          <p:nvPr>
            <p:ph type="body" sz="quarter" idx="44"/>
          </p:nvPr>
        </p:nvSpPr>
        <p:spPr/>
        <p:txBody>
          <a:bodyPr>
            <a:noAutofit/>
          </a:bodyPr>
          <a:lstStyle/>
          <a:p>
            <a:endParaRPr lang="de-DE"/>
          </a:p>
        </p:txBody>
      </p:sp>
      <p:sp>
        <p:nvSpPr>
          <p:cNvPr id="33" name="Text Placeholder 32">
            <a:extLst>
              <a:ext uri="{FF2B5EF4-FFF2-40B4-BE49-F238E27FC236}">
                <a16:creationId xmlns:a16="http://schemas.microsoft.com/office/drawing/2014/main" id="{5EB7922D-4D5C-1CBB-8431-17E0FF718DE6}"/>
              </a:ext>
            </a:extLst>
          </p:cNvPr>
          <p:cNvSpPr>
            <a:spLocks noGrp="1"/>
          </p:cNvSpPr>
          <p:nvPr>
            <p:ph type="body" sz="quarter" idx="46"/>
          </p:nvPr>
        </p:nvSpPr>
        <p:spPr/>
        <p:txBody>
          <a:bodyPr>
            <a:noAutofit/>
          </a:bodyPr>
          <a:lstStyle/>
          <a:p>
            <a:endParaRPr lang="de-DE" dirty="0"/>
          </a:p>
        </p:txBody>
      </p:sp>
      <p:sp>
        <p:nvSpPr>
          <p:cNvPr id="34" name="Text Placeholder 33">
            <a:extLst>
              <a:ext uri="{FF2B5EF4-FFF2-40B4-BE49-F238E27FC236}">
                <a16:creationId xmlns:a16="http://schemas.microsoft.com/office/drawing/2014/main" id="{75A5CAAE-FC78-7505-EDA2-44B2BB7B2110}"/>
              </a:ext>
            </a:extLst>
          </p:cNvPr>
          <p:cNvSpPr>
            <a:spLocks noGrp="1"/>
          </p:cNvSpPr>
          <p:nvPr>
            <p:ph type="body" sz="quarter" idx="48"/>
          </p:nvPr>
        </p:nvSpPr>
        <p:spPr/>
        <p:txBody>
          <a:bodyPr>
            <a:noAutofit/>
          </a:bodyPr>
          <a:lstStyle/>
          <a:p>
            <a:endParaRPr lang="de-DE"/>
          </a:p>
        </p:txBody>
      </p:sp>
      <p:sp>
        <p:nvSpPr>
          <p:cNvPr id="35" name="Text Placeholder 34">
            <a:extLst>
              <a:ext uri="{FF2B5EF4-FFF2-40B4-BE49-F238E27FC236}">
                <a16:creationId xmlns:a16="http://schemas.microsoft.com/office/drawing/2014/main" id="{F543B679-1DAA-EC44-6C27-E3D5A5BAADA0}"/>
              </a:ext>
            </a:extLst>
          </p:cNvPr>
          <p:cNvSpPr>
            <a:spLocks noGrp="1"/>
          </p:cNvSpPr>
          <p:nvPr>
            <p:ph type="body" sz="quarter" idx="50"/>
          </p:nvPr>
        </p:nvSpPr>
        <p:spPr/>
        <p:txBody>
          <a:bodyPr>
            <a:noAutofit/>
          </a:bodyPr>
          <a:lstStyle/>
          <a:p>
            <a:endParaRPr lang="de-DE"/>
          </a:p>
        </p:txBody>
      </p:sp>
      <p:sp>
        <p:nvSpPr>
          <p:cNvPr id="44" name="Freeform: Shape 43">
            <a:extLst>
              <a:ext uri="{FF2B5EF4-FFF2-40B4-BE49-F238E27FC236}">
                <a16:creationId xmlns:a16="http://schemas.microsoft.com/office/drawing/2014/main" id="{F3EF124F-A6CF-7C94-7378-6D1D65942AB0}"/>
              </a:ext>
            </a:extLst>
          </p:cNvPr>
          <p:cNvSpPr/>
          <p:nvPr/>
        </p:nvSpPr>
        <p:spPr>
          <a:xfrm>
            <a:off x="4418565" y="982845"/>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01</a:t>
            </a:r>
          </a:p>
        </p:txBody>
      </p:sp>
      <p:sp>
        <p:nvSpPr>
          <p:cNvPr id="45" name="Freeform: Shape 44">
            <a:extLst>
              <a:ext uri="{FF2B5EF4-FFF2-40B4-BE49-F238E27FC236}">
                <a16:creationId xmlns:a16="http://schemas.microsoft.com/office/drawing/2014/main" id="{4300AEA5-E4FF-6E45-EB26-0BC365126771}"/>
              </a:ext>
            </a:extLst>
          </p:cNvPr>
          <p:cNvSpPr/>
          <p:nvPr/>
        </p:nvSpPr>
        <p:spPr>
          <a:xfrm>
            <a:off x="4418565" y="244561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02</a:t>
            </a:r>
          </a:p>
        </p:txBody>
      </p:sp>
      <p:sp>
        <p:nvSpPr>
          <p:cNvPr id="46" name="Freeform: Shape 45">
            <a:extLst>
              <a:ext uri="{FF2B5EF4-FFF2-40B4-BE49-F238E27FC236}">
                <a16:creationId xmlns:a16="http://schemas.microsoft.com/office/drawing/2014/main" id="{AF8911E4-A343-FE75-B382-030EF4A8D34A}"/>
              </a:ext>
            </a:extLst>
          </p:cNvPr>
          <p:cNvSpPr/>
          <p:nvPr/>
        </p:nvSpPr>
        <p:spPr>
          <a:xfrm>
            <a:off x="4418565" y="3908387"/>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03</a:t>
            </a:r>
          </a:p>
        </p:txBody>
      </p:sp>
      <p:sp>
        <p:nvSpPr>
          <p:cNvPr id="47" name="Freeform: Shape 46">
            <a:extLst>
              <a:ext uri="{FF2B5EF4-FFF2-40B4-BE49-F238E27FC236}">
                <a16:creationId xmlns:a16="http://schemas.microsoft.com/office/drawing/2014/main" id="{78F56E64-8C9A-ED00-2B2B-3E7EBB5CA705}"/>
              </a:ext>
            </a:extLst>
          </p:cNvPr>
          <p:cNvSpPr/>
          <p:nvPr/>
        </p:nvSpPr>
        <p:spPr>
          <a:xfrm>
            <a:off x="4418565" y="5371158"/>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04</a:t>
            </a:r>
          </a:p>
        </p:txBody>
      </p:sp>
      <p:sp>
        <p:nvSpPr>
          <p:cNvPr id="48" name="Freeform: Shape 47">
            <a:extLst>
              <a:ext uri="{FF2B5EF4-FFF2-40B4-BE49-F238E27FC236}">
                <a16:creationId xmlns:a16="http://schemas.microsoft.com/office/drawing/2014/main" id="{98C13EBA-AD52-D81D-09A2-B6302E6BE592}"/>
              </a:ext>
            </a:extLst>
          </p:cNvPr>
          <p:cNvSpPr/>
          <p:nvPr/>
        </p:nvSpPr>
        <p:spPr>
          <a:xfrm>
            <a:off x="8167656" y="982845"/>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05</a:t>
            </a:r>
          </a:p>
        </p:txBody>
      </p:sp>
      <p:sp>
        <p:nvSpPr>
          <p:cNvPr id="49" name="Freeform: Shape 48">
            <a:extLst>
              <a:ext uri="{FF2B5EF4-FFF2-40B4-BE49-F238E27FC236}">
                <a16:creationId xmlns:a16="http://schemas.microsoft.com/office/drawing/2014/main" id="{F86196FB-14C1-8643-BD95-330E1C526DE2}"/>
              </a:ext>
            </a:extLst>
          </p:cNvPr>
          <p:cNvSpPr/>
          <p:nvPr/>
        </p:nvSpPr>
        <p:spPr>
          <a:xfrm>
            <a:off x="8167656" y="244561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06</a:t>
            </a:r>
          </a:p>
        </p:txBody>
      </p:sp>
      <p:sp>
        <p:nvSpPr>
          <p:cNvPr id="50" name="Freeform: Shape 49">
            <a:extLst>
              <a:ext uri="{FF2B5EF4-FFF2-40B4-BE49-F238E27FC236}">
                <a16:creationId xmlns:a16="http://schemas.microsoft.com/office/drawing/2014/main" id="{9973591D-F660-6DEE-C7A9-1D5E86E4DA61}"/>
              </a:ext>
            </a:extLst>
          </p:cNvPr>
          <p:cNvSpPr/>
          <p:nvPr/>
        </p:nvSpPr>
        <p:spPr>
          <a:xfrm>
            <a:off x="8167656" y="3908387"/>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07</a:t>
            </a:r>
          </a:p>
        </p:txBody>
      </p:sp>
      <p:sp>
        <p:nvSpPr>
          <p:cNvPr id="51" name="Freeform: Shape 50">
            <a:extLst>
              <a:ext uri="{FF2B5EF4-FFF2-40B4-BE49-F238E27FC236}">
                <a16:creationId xmlns:a16="http://schemas.microsoft.com/office/drawing/2014/main" id="{7BBD420E-8625-B2B0-CED7-7C5182F4DE32}"/>
              </a:ext>
            </a:extLst>
          </p:cNvPr>
          <p:cNvSpPr/>
          <p:nvPr/>
        </p:nvSpPr>
        <p:spPr>
          <a:xfrm>
            <a:off x="8167656" y="5371158"/>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08</a:t>
            </a:r>
          </a:p>
        </p:txBody>
      </p:sp>
    </p:spTree>
    <p:extLst>
      <p:ext uri="{BB962C8B-B14F-4D97-AF65-F5344CB8AC3E}">
        <p14:creationId xmlns:p14="http://schemas.microsoft.com/office/powerpoint/2010/main" val="245082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45">
            <a:extLst>
              <a:ext uri="{FF2B5EF4-FFF2-40B4-BE49-F238E27FC236}">
                <a16:creationId xmlns:a16="http://schemas.microsoft.com/office/drawing/2014/main" id="{5E4960CC-6106-2220-64D8-5FDC3AA18FA9}"/>
              </a:ext>
            </a:extLst>
          </p:cNvPr>
          <p:cNvSpPr>
            <a:spLocks noGrp="1"/>
          </p:cNvSpPr>
          <p:nvPr>
            <p:ph type="body" sz="quarter" idx="52"/>
          </p:nvPr>
        </p:nvSpPr>
        <p:spPr/>
        <p:txBody>
          <a:bodyPr>
            <a:noAutofit/>
          </a:bodyPr>
          <a:lstStyle/>
          <a:p>
            <a:endParaRPr lang="de-DE"/>
          </a:p>
        </p:txBody>
      </p:sp>
      <p:sp>
        <p:nvSpPr>
          <p:cNvPr id="47" name="Text Placeholder 46">
            <a:extLst>
              <a:ext uri="{FF2B5EF4-FFF2-40B4-BE49-F238E27FC236}">
                <a16:creationId xmlns:a16="http://schemas.microsoft.com/office/drawing/2014/main" id="{4BA9B366-3B5B-F72F-F99A-3B78878B749E}"/>
              </a:ext>
            </a:extLst>
          </p:cNvPr>
          <p:cNvSpPr>
            <a:spLocks noGrp="1"/>
          </p:cNvSpPr>
          <p:nvPr>
            <p:ph type="body" sz="quarter" idx="53"/>
          </p:nvPr>
        </p:nvSpPr>
        <p:spPr/>
        <p:txBody>
          <a:bodyPr>
            <a:noAutofit/>
          </a:bodyPr>
          <a:lstStyle/>
          <a:p>
            <a:endParaRPr lang="de-DE"/>
          </a:p>
        </p:txBody>
      </p:sp>
      <p:sp>
        <p:nvSpPr>
          <p:cNvPr id="48" name="Text Placeholder 47">
            <a:extLst>
              <a:ext uri="{FF2B5EF4-FFF2-40B4-BE49-F238E27FC236}">
                <a16:creationId xmlns:a16="http://schemas.microsoft.com/office/drawing/2014/main" id="{04276A23-AB9A-CF38-57D9-8E8E65024A35}"/>
              </a:ext>
            </a:extLst>
          </p:cNvPr>
          <p:cNvSpPr>
            <a:spLocks noGrp="1"/>
          </p:cNvSpPr>
          <p:nvPr>
            <p:ph type="body" sz="quarter" idx="54"/>
          </p:nvPr>
        </p:nvSpPr>
        <p:spPr/>
        <p:txBody>
          <a:bodyPr>
            <a:noAutofit/>
          </a:bodyPr>
          <a:lstStyle/>
          <a:p>
            <a:endParaRPr lang="de-DE"/>
          </a:p>
        </p:txBody>
      </p:sp>
      <p:sp>
        <p:nvSpPr>
          <p:cNvPr id="39" name="Text Placeholder 38">
            <a:extLst>
              <a:ext uri="{FF2B5EF4-FFF2-40B4-BE49-F238E27FC236}">
                <a16:creationId xmlns:a16="http://schemas.microsoft.com/office/drawing/2014/main" id="{AF3C1CD9-A976-3701-5937-E037438D3400}"/>
              </a:ext>
            </a:extLst>
          </p:cNvPr>
          <p:cNvSpPr>
            <a:spLocks noGrp="1"/>
          </p:cNvSpPr>
          <p:nvPr>
            <p:ph type="body" sz="quarter" idx="10"/>
          </p:nvPr>
        </p:nvSpPr>
        <p:spPr/>
        <p:txBody>
          <a:bodyPr>
            <a:noAutofit/>
          </a:bodyPr>
          <a:lstStyle/>
          <a:p>
            <a:endParaRPr lang="de-DE"/>
          </a:p>
        </p:txBody>
      </p:sp>
      <p:sp>
        <p:nvSpPr>
          <p:cNvPr id="40" name="Text Placeholder 39">
            <a:extLst>
              <a:ext uri="{FF2B5EF4-FFF2-40B4-BE49-F238E27FC236}">
                <a16:creationId xmlns:a16="http://schemas.microsoft.com/office/drawing/2014/main" id="{D9E88F3C-070F-BF47-8568-A2A31EA710C7}"/>
              </a:ext>
            </a:extLst>
          </p:cNvPr>
          <p:cNvSpPr>
            <a:spLocks noGrp="1"/>
          </p:cNvSpPr>
          <p:nvPr>
            <p:ph type="body" sz="quarter" idx="36"/>
          </p:nvPr>
        </p:nvSpPr>
        <p:spPr/>
        <p:txBody>
          <a:bodyPr>
            <a:noAutofit/>
          </a:bodyPr>
          <a:lstStyle/>
          <a:p>
            <a:endParaRPr lang="de-DE"/>
          </a:p>
        </p:txBody>
      </p:sp>
      <p:sp>
        <p:nvSpPr>
          <p:cNvPr id="41" name="Text Placeholder 40">
            <a:extLst>
              <a:ext uri="{FF2B5EF4-FFF2-40B4-BE49-F238E27FC236}">
                <a16:creationId xmlns:a16="http://schemas.microsoft.com/office/drawing/2014/main" id="{33CF9DB6-EB4E-1522-9D92-D381D3DC8641}"/>
              </a:ext>
            </a:extLst>
          </p:cNvPr>
          <p:cNvSpPr>
            <a:spLocks noGrp="1"/>
          </p:cNvSpPr>
          <p:nvPr>
            <p:ph type="body" sz="quarter" idx="37"/>
          </p:nvPr>
        </p:nvSpPr>
        <p:spPr/>
        <p:txBody>
          <a:bodyPr>
            <a:noAutofit/>
          </a:bodyPr>
          <a:lstStyle/>
          <a:p>
            <a:endParaRPr lang="de-DE"/>
          </a:p>
        </p:txBody>
      </p:sp>
      <p:sp>
        <p:nvSpPr>
          <p:cNvPr id="42" name="Text Placeholder 41">
            <a:extLst>
              <a:ext uri="{FF2B5EF4-FFF2-40B4-BE49-F238E27FC236}">
                <a16:creationId xmlns:a16="http://schemas.microsoft.com/office/drawing/2014/main" id="{DAC95DC2-ECDB-C832-4494-747F76BECA90}"/>
              </a:ext>
            </a:extLst>
          </p:cNvPr>
          <p:cNvSpPr>
            <a:spLocks noGrp="1"/>
          </p:cNvSpPr>
          <p:nvPr>
            <p:ph type="body" sz="quarter" idx="40"/>
          </p:nvPr>
        </p:nvSpPr>
        <p:spPr/>
        <p:txBody>
          <a:bodyPr>
            <a:noAutofit/>
          </a:bodyPr>
          <a:lstStyle/>
          <a:p>
            <a:endParaRPr lang="de-DE" dirty="0"/>
          </a:p>
        </p:txBody>
      </p:sp>
      <p:sp>
        <p:nvSpPr>
          <p:cNvPr id="43" name="Text Placeholder 42">
            <a:extLst>
              <a:ext uri="{FF2B5EF4-FFF2-40B4-BE49-F238E27FC236}">
                <a16:creationId xmlns:a16="http://schemas.microsoft.com/office/drawing/2014/main" id="{8977DFC4-C22D-ECEF-3890-AF97714CBE40}"/>
              </a:ext>
            </a:extLst>
          </p:cNvPr>
          <p:cNvSpPr>
            <a:spLocks noGrp="1"/>
          </p:cNvSpPr>
          <p:nvPr>
            <p:ph type="body" sz="quarter" idx="41"/>
          </p:nvPr>
        </p:nvSpPr>
        <p:spPr/>
        <p:txBody>
          <a:bodyPr>
            <a:noAutofit/>
          </a:bodyPr>
          <a:lstStyle/>
          <a:p>
            <a:endParaRPr lang="de-DE" dirty="0"/>
          </a:p>
        </p:txBody>
      </p:sp>
      <p:sp>
        <p:nvSpPr>
          <p:cNvPr id="44" name="Text Placeholder 43">
            <a:extLst>
              <a:ext uri="{FF2B5EF4-FFF2-40B4-BE49-F238E27FC236}">
                <a16:creationId xmlns:a16="http://schemas.microsoft.com/office/drawing/2014/main" id="{7E9E684C-0ABB-220C-E214-ABF7C539F8EA}"/>
              </a:ext>
            </a:extLst>
          </p:cNvPr>
          <p:cNvSpPr>
            <a:spLocks noGrp="1"/>
          </p:cNvSpPr>
          <p:nvPr>
            <p:ph type="body" sz="quarter" idx="42"/>
          </p:nvPr>
        </p:nvSpPr>
        <p:spPr/>
        <p:txBody>
          <a:bodyPr>
            <a:noAutofit/>
          </a:bodyPr>
          <a:lstStyle/>
          <a:p>
            <a:endParaRPr lang="de-DE"/>
          </a:p>
        </p:txBody>
      </p:sp>
      <p:sp>
        <p:nvSpPr>
          <p:cNvPr id="45" name="Text Placeholder 44">
            <a:extLst>
              <a:ext uri="{FF2B5EF4-FFF2-40B4-BE49-F238E27FC236}">
                <a16:creationId xmlns:a16="http://schemas.microsoft.com/office/drawing/2014/main" id="{322FE6CD-B63D-30A7-B482-7563131C1899}"/>
              </a:ext>
            </a:extLst>
          </p:cNvPr>
          <p:cNvSpPr>
            <a:spLocks noGrp="1"/>
          </p:cNvSpPr>
          <p:nvPr>
            <p:ph type="body" sz="quarter" idx="43"/>
          </p:nvPr>
        </p:nvSpPr>
        <p:spPr/>
        <p:txBody>
          <a:bodyPr>
            <a:noAutofit/>
          </a:bodyPr>
          <a:lstStyle/>
          <a:p>
            <a:endParaRPr lang="de-DE"/>
          </a:p>
        </p:txBody>
      </p:sp>
      <p:sp>
        <p:nvSpPr>
          <p:cNvPr id="36" name="Freeform: Shape 35">
            <a:extLst>
              <a:ext uri="{FF2B5EF4-FFF2-40B4-BE49-F238E27FC236}">
                <a16:creationId xmlns:a16="http://schemas.microsoft.com/office/drawing/2014/main" id="{1ED77020-29E4-4797-8AE8-67D168014299}"/>
              </a:ext>
            </a:extLst>
          </p:cNvPr>
          <p:cNvSpPr/>
          <p:nvPr/>
        </p:nvSpPr>
        <p:spPr>
          <a:xfrm>
            <a:off x="4418565" y="122424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01</a:t>
            </a:r>
          </a:p>
        </p:txBody>
      </p:sp>
      <p:sp>
        <p:nvSpPr>
          <p:cNvPr id="37" name="Freeform: Shape 36">
            <a:extLst>
              <a:ext uri="{FF2B5EF4-FFF2-40B4-BE49-F238E27FC236}">
                <a16:creationId xmlns:a16="http://schemas.microsoft.com/office/drawing/2014/main" id="{1DE3614C-F178-E67D-A750-1F607DA11180}"/>
              </a:ext>
            </a:extLst>
          </p:cNvPr>
          <p:cNvSpPr/>
          <p:nvPr/>
        </p:nvSpPr>
        <p:spPr>
          <a:xfrm>
            <a:off x="4418565" y="3128691"/>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02</a:t>
            </a:r>
          </a:p>
        </p:txBody>
      </p:sp>
      <p:sp>
        <p:nvSpPr>
          <p:cNvPr id="38" name="Freeform: Shape 37">
            <a:extLst>
              <a:ext uri="{FF2B5EF4-FFF2-40B4-BE49-F238E27FC236}">
                <a16:creationId xmlns:a16="http://schemas.microsoft.com/office/drawing/2014/main" id="{81CCE6E7-6DF0-F305-021D-4737D2F6931D}"/>
              </a:ext>
            </a:extLst>
          </p:cNvPr>
          <p:cNvSpPr/>
          <p:nvPr/>
        </p:nvSpPr>
        <p:spPr>
          <a:xfrm>
            <a:off x="4418565" y="503313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03</a:t>
            </a:r>
          </a:p>
        </p:txBody>
      </p:sp>
    </p:spTree>
    <p:extLst>
      <p:ext uri="{BB962C8B-B14F-4D97-AF65-F5344CB8AC3E}">
        <p14:creationId xmlns:p14="http://schemas.microsoft.com/office/powerpoint/2010/main" val="3414287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64D43452-1400-8F91-6BF8-AC0535C6237E}"/>
              </a:ext>
            </a:extLst>
          </p:cNvPr>
          <p:cNvSpPr>
            <a:spLocks noGrp="1"/>
          </p:cNvSpPr>
          <p:nvPr>
            <p:ph type="body" sz="quarter" idx="52"/>
          </p:nvPr>
        </p:nvSpPr>
        <p:spPr/>
        <p:txBody>
          <a:bodyPr>
            <a:noAutofit/>
          </a:bodyPr>
          <a:lstStyle/>
          <a:p>
            <a:endParaRPr lang="de-DE"/>
          </a:p>
        </p:txBody>
      </p:sp>
      <p:sp>
        <p:nvSpPr>
          <p:cNvPr id="17" name="Text Placeholder 16">
            <a:extLst>
              <a:ext uri="{FF2B5EF4-FFF2-40B4-BE49-F238E27FC236}">
                <a16:creationId xmlns:a16="http://schemas.microsoft.com/office/drawing/2014/main" id="{6665488F-39A2-F1E3-3469-6BB75C547947}"/>
              </a:ext>
            </a:extLst>
          </p:cNvPr>
          <p:cNvSpPr>
            <a:spLocks noGrp="1"/>
          </p:cNvSpPr>
          <p:nvPr>
            <p:ph type="body" sz="quarter" idx="53"/>
          </p:nvPr>
        </p:nvSpPr>
        <p:spPr/>
        <p:txBody>
          <a:bodyPr>
            <a:noAutofit/>
          </a:bodyPr>
          <a:lstStyle/>
          <a:p>
            <a:endParaRPr lang="de-DE"/>
          </a:p>
        </p:txBody>
      </p:sp>
      <p:sp>
        <p:nvSpPr>
          <p:cNvPr id="18" name="Text Placeholder 17">
            <a:extLst>
              <a:ext uri="{FF2B5EF4-FFF2-40B4-BE49-F238E27FC236}">
                <a16:creationId xmlns:a16="http://schemas.microsoft.com/office/drawing/2014/main" id="{0FB4D85B-19CE-56BB-0A80-A0A40E162CCD}"/>
              </a:ext>
            </a:extLst>
          </p:cNvPr>
          <p:cNvSpPr>
            <a:spLocks noGrp="1"/>
          </p:cNvSpPr>
          <p:nvPr>
            <p:ph type="body" sz="quarter" idx="54"/>
          </p:nvPr>
        </p:nvSpPr>
        <p:spPr/>
        <p:txBody>
          <a:bodyPr>
            <a:noAutofit/>
          </a:bodyPr>
          <a:lstStyle/>
          <a:p>
            <a:endParaRPr lang="de-DE"/>
          </a:p>
        </p:txBody>
      </p:sp>
      <p:sp>
        <p:nvSpPr>
          <p:cNvPr id="12" name="Text Placeholder 11">
            <a:extLst>
              <a:ext uri="{FF2B5EF4-FFF2-40B4-BE49-F238E27FC236}">
                <a16:creationId xmlns:a16="http://schemas.microsoft.com/office/drawing/2014/main" id="{DD296629-F021-20D3-4DD0-4A553B07F489}"/>
              </a:ext>
            </a:extLst>
          </p:cNvPr>
          <p:cNvSpPr>
            <a:spLocks noGrp="1"/>
          </p:cNvSpPr>
          <p:nvPr>
            <p:ph type="body" sz="quarter" idx="10"/>
          </p:nvPr>
        </p:nvSpPr>
        <p:spPr/>
        <p:txBody>
          <a:bodyPr>
            <a:noAutofit/>
          </a:bodyPr>
          <a:lstStyle/>
          <a:p>
            <a:endParaRPr lang="de-DE"/>
          </a:p>
        </p:txBody>
      </p:sp>
      <p:sp>
        <p:nvSpPr>
          <p:cNvPr id="13" name="Text Placeholder 12">
            <a:extLst>
              <a:ext uri="{FF2B5EF4-FFF2-40B4-BE49-F238E27FC236}">
                <a16:creationId xmlns:a16="http://schemas.microsoft.com/office/drawing/2014/main" id="{B4283C8B-2F6C-C2ED-FC3D-E1A6F2295C56}"/>
              </a:ext>
            </a:extLst>
          </p:cNvPr>
          <p:cNvSpPr>
            <a:spLocks noGrp="1"/>
          </p:cNvSpPr>
          <p:nvPr>
            <p:ph type="body" sz="quarter" idx="36"/>
          </p:nvPr>
        </p:nvSpPr>
        <p:spPr/>
        <p:txBody>
          <a:bodyPr>
            <a:noAutofit/>
          </a:bodyPr>
          <a:lstStyle/>
          <a:p>
            <a:endParaRPr lang="de-DE"/>
          </a:p>
        </p:txBody>
      </p:sp>
      <p:sp>
        <p:nvSpPr>
          <p:cNvPr id="14" name="Text Placeholder 13">
            <a:extLst>
              <a:ext uri="{FF2B5EF4-FFF2-40B4-BE49-F238E27FC236}">
                <a16:creationId xmlns:a16="http://schemas.microsoft.com/office/drawing/2014/main" id="{5CADDA57-6C31-ABB3-6505-77D464989352}"/>
              </a:ext>
            </a:extLst>
          </p:cNvPr>
          <p:cNvSpPr>
            <a:spLocks noGrp="1"/>
          </p:cNvSpPr>
          <p:nvPr>
            <p:ph type="body" sz="quarter" idx="40"/>
          </p:nvPr>
        </p:nvSpPr>
        <p:spPr/>
        <p:txBody>
          <a:bodyPr>
            <a:noAutofit/>
          </a:bodyPr>
          <a:lstStyle/>
          <a:p>
            <a:endParaRPr lang="de-DE"/>
          </a:p>
        </p:txBody>
      </p:sp>
      <p:sp>
        <p:nvSpPr>
          <p:cNvPr id="15" name="Text Placeholder 14">
            <a:extLst>
              <a:ext uri="{FF2B5EF4-FFF2-40B4-BE49-F238E27FC236}">
                <a16:creationId xmlns:a16="http://schemas.microsoft.com/office/drawing/2014/main" id="{B10955C0-74D8-A27D-16AD-738E56885B87}"/>
              </a:ext>
            </a:extLst>
          </p:cNvPr>
          <p:cNvSpPr>
            <a:spLocks noGrp="1"/>
          </p:cNvSpPr>
          <p:nvPr>
            <p:ph type="body" sz="quarter" idx="42"/>
          </p:nvPr>
        </p:nvSpPr>
        <p:spPr/>
        <p:txBody>
          <a:bodyPr>
            <a:noAutofit/>
          </a:bodyPr>
          <a:lstStyle/>
          <a:p>
            <a:endParaRPr lang="de-DE"/>
          </a:p>
        </p:txBody>
      </p:sp>
      <p:sp>
        <p:nvSpPr>
          <p:cNvPr id="19" name="Freeform: Shape 18">
            <a:extLst>
              <a:ext uri="{FF2B5EF4-FFF2-40B4-BE49-F238E27FC236}">
                <a16:creationId xmlns:a16="http://schemas.microsoft.com/office/drawing/2014/main" id="{57115499-DDF0-60A5-0150-055D3D589436}"/>
              </a:ext>
            </a:extLst>
          </p:cNvPr>
          <p:cNvSpPr/>
          <p:nvPr/>
        </p:nvSpPr>
        <p:spPr>
          <a:xfrm>
            <a:off x="4418565" y="122424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01</a:t>
            </a:r>
          </a:p>
        </p:txBody>
      </p:sp>
      <p:sp>
        <p:nvSpPr>
          <p:cNvPr id="20" name="Freeform: Shape 19">
            <a:extLst>
              <a:ext uri="{FF2B5EF4-FFF2-40B4-BE49-F238E27FC236}">
                <a16:creationId xmlns:a16="http://schemas.microsoft.com/office/drawing/2014/main" id="{B7FBBE55-6C56-0836-4221-54E427EF0E57}"/>
              </a:ext>
            </a:extLst>
          </p:cNvPr>
          <p:cNvSpPr/>
          <p:nvPr/>
        </p:nvSpPr>
        <p:spPr>
          <a:xfrm>
            <a:off x="4418565" y="3128691"/>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02</a:t>
            </a:r>
          </a:p>
        </p:txBody>
      </p:sp>
      <p:sp>
        <p:nvSpPr>
          <p:cNvPr id="21" name="Freeform: Shape 20">
            <a:extLst>
              <a:ext uri="{FF2B5EF4-FFF2-40B4-BE49-F238E27FC236}">
                <a16:creationId xmlns:a16="http://schemas.microsoft.com/office/drawing/2014/main" id="{6CB5B08D-5799-04CA-6E9D-6953213125C3}"/>
              </a:ext>
            </a:extLst>
          </p:cNvPr>
          <p:cNvSpPr/>
          <p:nvPr/>
        </p:nvSpPr>
        <p:spPr>
          <a:xfrm>
            <a:off x="4418565" y="503313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03</a:t>
            </a:r>
          </a:p>
        </p:txBody>
      </p:sp>
    </p:spTree>
    <p:extLst>
      <p:ext uri="{BB962C8B-B14F-4D97-AF65-F5344CB8AC3E}">
        <p14:creationId xmlns:p14="http://schemas.microsoft.com/office/powerpoint/2010/main" val="33212278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9C200A-D7A0-AEA4-629B-F6DC9561E534}"/>
              </a:ext>
            </a:extLst>
          </p:cNvPr>
          <p:cNvGraphicFramePr>
            <a:graphicFrameLocks noChangeAspect="1"/>
          </p:cNvGraphicFramePr>
          <p:nvPr>
            <p:custDataLst>
              <p:tags r:id="rId1"/>
            </p:custDataLst>
            <p:extLst>
              <p:ext uri="{D42A27DB-BD31-4B8C-83A1-F6EECF244321}">
                <p14:modId xmlns:p14="http://schemas.microsoft.com/office/powerpoint/2010/main" val="3593160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369C200A-D7A0-AEA4-629B-F6DC9561E5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Textplatzhalter 29">
            <a:extLst>
              <a:ext uri="{FF2B5EF4-FFF2-40B4-BE49-F238E27FC236}">
                <a16:creationId xmlns:a16="http://schemas.microsoft.com/office/drawing/2014/main" id="{619C81D1-03DB-320A-1986-EDC3FD5A010F}"/>
              </a:ext>
            </a:extLst>
          </p:cNvPr>
          <p:cNvSpPr>
            <a:spLocks noGrp="1"/>
          </p:cNvSpPr>
          <p:nvPr>
            <p:ph type="body" sz="quarter" idx="19"/>
          </p:nvPr>
        </p:nvSpPr>
        <p:spPr/>
        <p:txBody>
          <a:bodyPr/>
          <a:lstStyle/>
          <a:p>
            <a:endParaRPr lang="de-DE" dirty="0"/>
          </a:p>
        </p:txBody>
      </p:sp>
      <p:sp>
        <p:nvSpPr>
          <p:cNvPr id="26" name="Textplatzhalter 25">
            <a:extLst>
              <a:ext uri="{FF2B5EF4-FFF2-40B4-BE49-F238E27FC236}">
                <a16:creationId xmlns:a16="http://schemas.microsoft.com/office/drawing/2014/main" id="{9DCB84F0-0603-CEBF-57D4-97B4570C7FEE}"/>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7B36B78D-C424-E660-F333-5D4CFCF8A394}"/>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29" name="Textplatzhalter 28">
            <a:extLst>
              <a:ext uri="{FF2B5EF4-FFF2-40B4-BE49-F238E27FC236}">
                <a16:creationId xmlns:a16="http://schemas.microsoft.com/office/drawing/2014/main" id="{E9373397-8DBD-82EA-CEDF-464EF1F18FAB}"/>
              </a:ext>
            </a:extLst>
          </p:cNvPr>
          <p:cNvSpPr>
            <a:spLocks noGrp="1"/>
          </p:cNvSpPr>
          <p:nvPr>
            <p:ph type="body" sz="quarter" idx="13"/>
          </p:nvPr>
        </p:nvSpPr>
        <p:spPr/>
        <p:txBody>
          <a:bodyPr/>
          <a:lstStyle/>
          <a:p>
            <a:endParaRPr lang="de-DE" dirty="0"/>
          </a:p>
        </p:txBody>
      </p:sp>
      <p:sp>
        <p:nvSpPr>
          <p:cNvPr id="27" name="Textplatzhalter 26">
            <a:extLst>
              <a:ext uri="{FF2B5EF4-FFF2-40B4-BE49-F238E27FC236}">
                <a16:creationId xmlns:a16="http://schemas.microsoft.com/office/drawing/2014/main" id="{634CD8A3-1EFA-D21F-37BC-70CF2E5B8F95}"/>
              </a:ext>
            </a:extLst>
          </p:cNvPr>
          <p:cNvSpPr>
            <a:spLocks noGrp="1"/>
          </p:cNvSpPr>
          <p:nvPr>
            <p:ph type="body" sz="quarter" idx="11"/>
          </p:nvPr>
        </p:nvSpPr>
        <p:spPr/>
        <p:txBody>
          <a:bodyPr/>
          <a:lstStyle/>
          <a:p>
            <a:endParaRPr lang="de-DE" dirty="0"/>
          </a:p>
        </p:txBody>
      </p:sp>
      <p:sp>
        <p:nvSpPr>
          <p:cNvPr id="31" name="Textplatzhalter 30">
            <a:extLst>
              <a:ext uri="{FF2B5EF4-FFF2-40B4-BE49-F238E27FC236}">
                <a16:creationId xmlns:a16="http://schemas.microsoft.com/office/drawing/2014/main" id="{03C1CD41-009C-69FC-3D0B-7CC34AFDC586}"/>
              </a:ext>
            </a:extLst>
          </p:cNvPr>
          <p:cNvSpPr>
            <a:spLocks noGrp="1"/>
          </p:cNvSpPr>
          <p:nvPr>
            <p:ph type="body" sz="quarter" idx="20"/>
          </p:nvPr>
        </p:nvSpPr>
        <p:spPr/>
        <p:txBody>
          <a:bodyPr/>
          <a:lstStyle/>
          <a:p>
            <a:endParaRPr lang="de-DE" dirty="0"/>
          </a:p>
        </p:txBody>
      </p:sp>
      <p:sp>
        <p:nvSpPr>
          <p:cNvPr id="32" name="Textplatzhalter 31">
            <a:extLst>
              <a:ext uri="{FF2B5EF4-FFF2-40B4-BE49-F238E27FC236}">
                <a16:creationId xmlns:a16="http://schemas.microsoft.com/office/drawing/2014/main" id="{0E333520-A738-9785-7A3A-231E69CD948F}"/>
              </a:ext>
            </a:extLst>
          </p:cNvPr>
          <p:cNvSpPr>
            <a:spLocks noGrp="1"/>
          </p:cNvSpPr>
          <p:nvPr>
            <p:ph type="body" sz="quarter" idx="21"/>
          </p:nvPr>
        </p:nvSpPr>
        <p:spPr/>
        <p:txBody>
          <a:bodyPr/>
          <a:lstStyle/>
          <a:p>
            <a:endParaRPr lang="de-DE" dirty="0"/>
          </a:p>
        </p:txBody>
      </p:sp>
      <p:sp>
        <p:nvSpPr>
          <p:cNvPr id="33" name="Textplatzhalter 32">
            <a:extLst>
              <a:ext uri="{FF2B5EF4-FFF2-40B4-BE49-F238E27FC236}">
                <a16:creationId xmlns:a16="http://schemas.microsoft.com/office/drawing/2014/main" id="{6A7F1988-7F8A-9623-8589-2F3F182397D2}"/>
              </a:ext>
            </a:extLst>
          </p:cNvPr>
          <p:cNvSpPr>
            <a:spLocks noGrp="1"/>
          </p:cNvSpPr>
          <p:nvPr>
            <p:ph type="body" sz="quarter" idx="22"/>
          </p:nvPr>
        </p:nvSpPr>
        <p:spPr/>
        <p:txBody>
          <a:bodyPr/>
          <a:lstStyle/>
          <a:p>
            <a:endParaRPr lang="de-DE"/>
          </a:p>
        </p:txBody>
      </p:sp>
      <p:sp>
        <p:nvSpPr>
          <p:cNvPr id="34" name="Textplatzhalter 33">
            <a:extLst>
              <a:ext uri="{FF2B5EF4-FFF2-40B4-BE49-F238E27FC236}">
                <a16:creationId xmlns:a16="http://schemas.microsoft.com/office/drawing/2014/main" id="{5061CFCA-0434-ED3F-10FD-EC207EC18DD5}"/>
              </a:ext>
            </a:extLst>
          </p:cNvPr>
          <p:cNvSpPr>
            <a:spLocks noGrp="1"/>
          </p:cNvSpPr>
          <p:nvPr>
            <p:ph type="body" sz="quarter" idx="23"/>
          </p:nvPr>
        </p:nvSpPr>
        <p:spPr/>
        <p:txBody>
          <a:bodyPr/>
          <a:lstStyle/>
          <a:p>
            <a:endParaRPr lang="de-DE"/>
          </a:p>
        </p:txBody>
      </p:sp>
      <p:sp>
        <p:nvSpPr>
          <p:cNvPr id="35" name="Textplatzhalter 34">
            <a:extLst>
              <a:ext uri="{FF2B5EF4-FFF2-40B4-BE49-F238E27FC236}">
                <a16:creationId xmlns:a16="http://schemas.microsoft.com/office/drawing/2014/main" id="{BAEBC5AD-0819-0799-44D8-C51EE1A149CE}"/>
              </a:ext>
            </a:extLst>
          </p:cNvPr>
          <p:cNvSpPr>
            <a:spLocks noGrp="1"/>
          </p:cNvSpPr>
          <p:nvPr>
            <p:ph type="body" sz="quarter" idx="24"/>
          </p:nvPr>
        </p:nvSpPr>
        <p:spPr/>
        <p:txBody>
          <a:bodyPr/>
          <a:lstStyle/>
          <a:p>
            <a:endParaRPr lang="de-DE"/>
          </a:p>
        </p:txBody>
      </p:sp>
      <p:sp>
        <p:nvSpPr>
          <p:cNvPr id="36" name="Textplatzhalter 35">
            <a:extLst>
              <a:ext uri="{FF2B5EF4-FFF2-40B4-BE49-F238E27FC236}">
                <a16:creationId xmlns:a16="http://schemas.microsoft.com/office/drawing/2014/main" id="{836D9D82-17A5-B98A-AB4A-60E5F558E571}"/>
              </a:ext>
            </a:extLst>
          </p:cNvPr>
          <p:cNvSpPr>
            <a:spLocks noGrp="1"/>
          </p:cNvSpPr>
          <p:nvPr>
            <p:ph type="body" sz="quarter" idx="25"/>
          </p:nvPr>
        </p:nvSpPr>
        <p:spPr/>
        <p:txBody>
          <a:bodyPr/>
          <a:lstStyle/>
          <a:p>
            <a:endParaRPr lang="de-DE"/>
          </a:p>
        </p:txBody>
      </p:sp>
      <p:sp>
        <p:nvSpPr>
          <p:cNvPr id="28" name="Textplatzhalter 27">
            <a:extLst>
              <a:ext uri="{FF2B5EF4-FFF2-40B4-BE49-F238E27FC236}">
                <a16:creationId xmlns:a16="http://schemas.microsoft.com/office/drawing/2014/main" id="{F2EB2139-EB3D-F0C0-BBF7-A7F03E7904EA}"/>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3819619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4E7EF01-A2D5-C4B3-446D-3450A718896A}"/>
              </a:ext>
            </a:extLst>
          </p:cNvPr>
          <p:cNvGraphicFramePr>
            <a:graphicFrameLocks noChangeAspect="1"/>
          </p:cNvGraphicFramePr>
          <p:nvPr>
            <p:custDataLst>
              <p:tags r:id="rId1"/>
            </p:custDataLst>
            <p:extLst>
              <p:ext uri="{D42A27DB-BD31-4B8C-83A1-F6EECF244321}">
                <p14:modId xmlns:p14="http://schemas.microsoft.com/office/powerpoint/2010/main" val="2476054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5" name="think-cell data - do not delete" hidden="1">
                        <a:extLst>
                          <a:ext uri="{FF2B5EF4-FFF2-40B4-BE49-F238E27FC236}">
                            <a16:creationId xmlns:a16="http://schemas.microsoft.com/office/drawing/2014/main" id="{64E7EF01-A2D5-C4B3-446D-3450A718896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0874FFED-AF77-FFEE-74DB-43831B130A08}"/>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913EEA66-DA47-436F-9A15-F089122B4FEC}"/>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9" name="Diagrammplatzhalter 8">
            <a:extLst>
              <a:ext uri="{FF2B5EF4-FFF2-40B4-BE49-F238E27FC236}">
                <a16:creationId xmlns:a16="http://schemas.microsoft.com/office/drawing/2014/main" id="{077D5E0C-C7D0-D1CF-DEAF-24433A25D8F6}"/>
              </a:ext>
            </a:extLst>
          </p:cNvPr>
          <p:cNvSpPr>
            <a:spLocks noGrp="1"/>
          </p:cNvSpPr>
          <p:nvPr>
            <p:ph type="chart" sz="quarter" idx="13"/>
          </p:nvPr>
        </p:nvSpPr>
        <p:spPr/>
        <p:txBody>
          <a:bodyPr/>
          <a:lstStyle/>
          <a:p>
            <a:endParaRPr lang="de-DE"/>
          </a:p>
        </p:txBody>
      </p:sp>
      <p:sp>
        <p:nvSpPr>
          <p:cNvPr id="10" name="Textplatzhalter 9">
            <a:extLst>
              <a:ext uri="{FF2B5EF4-FFF2-40B4-BE49-F238E27FC236}">
                <a16:creationId xmlns:a16="http://schemas.microsoft.com/office/drawing/2014/main" id="{0C146222-0FB3-86D7-A14A-FF3223F0107D}"/>
              </a:ext>
            </a:extLst>
          </p:cNvPr>
          <p:cNvSpPr>
            <a:spLocks noGrp="1"/>
          </p:cNvSpPr>
          <p:nvPr>
            <p:ph type="body" sz="quarter" idx="21"/>
          </p:nvPr>
        </p:nvSpPr>
        <p:spPr/>
        <p:txBody>
          <a:bodyPr/>
          <a:lstStyle/>
          <a:p>
            <a:endParaRPr lang="de-DE" dirty="0"/>
          </a:p>
        </p:txBody>
      </p:sp>
      <p:sp>
        <p:nvSpPr>
          <p:cNvPr id="4" name="Textplatzhalter 3">
            <a:extLst>
              <a:ext uri="{FF2B5EF4-FFF2-40B4-BE49-F238E27FC236}">
                <a16:creationId xmlns:a16="http://schemas.microsoft.com/office/drawing/2014/main" id="{8CCB47B4-AB23-8FCC-663F-92BEA4C2E486}"/>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476718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F65C-7B96-A6A2-4E02-1F5326F694B0}"/>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58832E8-F081-42BC-E52F-377E763B9BFA}"/>
              </a:ext>
            </a:extLst>
          </p:cNvPr>
          <p:cNvGraphicFramePr>
            <a:graphicFrameLocks noChangeAspect="1"/>
          </p:cNvGraphicFramePr>
          <p:nvPr>
            <p:custDataLst>
              <p:tags r:id="rId1"/>
            </p:custDataLst>
            <p:extLst>
              <p:ext uri="{D42A27DB-BD31-4B8C-83A1-F6EECF244321}">
                <p14:modId xmlns:p14="http://schemas.microsoft.com/office/powerpoint/2010/main" val="93338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4" name="think-cell data - do not delete" hidden="1">
                        <a:extLst>
                          <a:ext uri="{FF2B5EF4-FFF2-40B4-BE49-F238E27FC236}">
                            <a16:creationId xmlns:a16="http://schemas.microsoft.com/office/drawing/2014/main" id="{A58832E8-F081-42BC-E52F-377E763B9B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ECBF90EE-F3D6-E541-C385-16C3D63CF0FD}"/>
              </a:ext>
            </a:extLst>
          </p:cNvPr>
          <p:cNvSpPr>
            <a:spLocks noGrp="1"/>
          </p:cNvSpPr>
          <p:nvPr>
            <p:ph type="body" sz="quarter" idx="20"/>
          </p:nvPr>
        </p:nvSpPr>
        <p:spPr/>
        <p:txBody>
          <a:bodyPr/>
          <a:lstStyle/>
          <a:p>
            <a:endParaRPr lang="de-DE" dirty="0"/>
          </a:p>
        </p:txBody>
      </p:sp>
      <p:sp>
        <p:nvSpPr>
          <p:cNvPr id="3" name="Textplatzhalter 2">
            <a:extLst>
              <a:ext uri="{FF2B5EF4-FFF2-40B4-BE49-F238E27FC236}">
                <a16:creationId xmlns:a16="http://schemas.microsoft.com/office/drawing/2014/main" id="{71456796-601D-9C81-D81C-CEC323E8909C}"/>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A6C3FA23-1C78-24A4-C23E-EC8DC5FE487A}"/>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sp>
        <p:nvSpPr>
          <p:cNvPr id="13" name="Textplatzhalter 12">
            <a:extLst>
              <a:ext uri="{FF2B5EF4-FFF2-40B4-BE49-F238E27FC236}">
                <a16:creationId xmlns:a16="http://schemas.microsoft.com/office/drawing/2014/main" id="{65713143-EE85-79B5-C050-9095C647DDD9}"/>
              </a:ext>
            </a:extLst>
          </p:cNvPr>
          <p:cNvSpPr>
            <a:spLocks noGrp="1"/>
          </p:cNvSpPr>
          <p:nvPr>
            <p:ph type="body" sz="quarter" idx="26"/>
          </p:nvPr>
        </p:nvSpPr>
        <p:spPr/>
        <p:txBody>
          <a:bodyPr/>
          <a:lstStyle/>
          <a:p>
            <a:endParaRPr lang="de-DE" dirty="0"/>
          </a:p>
        </p:txBody>
      </p:sp>
      <p:sp>
        <p:nvSpPr>
          <p:cNvPr id="14" name="Textplatzhalter 13">
            <a:extLst>
              <a:ext uri="{FF2B5EF4-FFF2-40B4-BE49-F238E27FC236}">
                <a16:creationId xmlns:a16="http://schemas.microsoft.com/office/drawing/2014/main" id="{7D5F1314-250C-FB82-EC32-E19B6F0901C4}"/>
              </a:ext>
            </a:extLst>
          </p:cNvPr>
          <p:cNvSpPr>
            <a:spLocks noGrp="1"/>
          </p:cNvSpPr>
          <p:nvPr>
            <p:ph type="body" sz="quarter" idx="31"/>
          </p:nvPr>
        </p:nvSpPr>
        <p:spPr/>
        <p:txBody>
          <a:bodyPr/>
          <a:lstStyle/>
          <a:p>
            <a:endParaRPr lang="de-DE"/>
          </a:p>
        </p:txBody>
      </p:sp>
      <p:sp>
        <p:nvSpPr>
          <p:cNvPr id="15" name="Textplatzhalter 14">
            <a:extLst>
              <a:ext uri="{FF2B5EF4-FFF2-40B4-BE49-F238E27FC236}">
                <a16:creationId xmlns:a16="http://schemas.microsoft.com/office/drawing/2014/main" id="{3E5F9FF3-BC5D-680C-24F6-8C9D0FA7765B}"/>
              </a:ext>
            </a:extLst>
          </p:cNvPr>
          <p:cNvSpPr>
            <a:spLocks noGrp="1"/>
          </p:cNvSpPr>
          <p:nvPr>
            <p:ph type="body" sz="quarter" idx="32"/>
          </p:nvPr>
        </p:nvSpPr>
        <p:spPr/>
        <p:txBody>
          <a:bodyPr/>
          <a:lstStyle/>
          <a:p>
            <a:endParaRPr lang="de-DE"/>
          </a:p>
        </p:txBody>
      </p:sp>
      <p:sp>
        <p:nvSpPr>
          <p:cNvPr id="16" name="Textplatzhalter 15">
            <a:extLst>
              <a:ext uri="{FF2B5EF4-FFF2-40B4-BE49-F238E27FC236}">
                <a16:creationId xmlns:a16="http://schemas.microsoft.com/office/drawing/2014/main" id="{70DA8740-BB6A-51EA-60F5-CC568EA1BC3F}"/>
              </a:ext>
            </a:extLst>
          </p:cNvPr>
          <p:cNvSpPr>
            <a:spLocks noGrp="1"/>
          </p:cNvSpPr>
          <p:nvPr>
            <p:ph type="body" sz="quarter" idx="34"/>
          </p:nvPr>
        </p:nvSpPr>
        <p:spPr/>
        <p:txBody>
          <a:bodyPr/>
          <a:lstStyle/>
          <a:p>
            <a:endParaRPr lang="de-DE" dirty="0"/>
          </a:p>
        </p:txBody>
      </p:sp>
      <p:sp>
        <p:nvSpPr>
          <p:cNvPr id="17" name="Textplatzhalter 16">
            <a:extLst>
              <a:ext uri="{FF2B5EF4-FFF2-40B4-BE49-F238E27FC236}">
                <a16:creationId xmlns:a16="http://schemas.microsoft.com/office/drawing/2014/main" id="{A4FA2E43-0D5D-9F17-5F11-210ABB7BFC48}"/>
              </a:ext>
            </a:extLst>
          </p:cNvPr>
          <p:cNvSpPr>
            <a:spLocks noGrp="1"/>
          </p:cNvSpPr>
          <p:nvPr>
            <p:ph type="body" sz="quarter" idx="35"/>
          </p:nvPr>
        </p:nvSpPr>
        <p:spPr/>
        <p:txBody>
          <a:bodyPr/>
          <a:lstStyle/>
          <a:p>
            <a:endParaRPr lang="de-DE"/>
          </a:p>
        </p:txBody>
      </p:sp>
      <p:sp>
        <p:nvSpPr>
          <p:cNvPr id="18" name="Textplatzhalter 17">
            <a:extLst>
              <a:ext uri="{FF2B5EF4-FFF2-40B4-BE49-F238E27FC236}">
                <a16:creationId xmlns:a16="http://schemas.microsoft.com/office/drawing/2014/main" id="{C2F55C53-BD8A-CE72-2593-2F624DFB7AFF}"/>
              </a:ext>
            </a:extLst>
          </p:cNvPr>
          <p:cNvSpPr>
            <a:spLocks noGrp="1"/>
          </p:cNvSpPr>
          <p:nvPr>
            <p:ph type="body" sz="quarter" idx="37"/>
          </p:nvPr>
        </p:nvSpPr>
        <p:spPr/>
        <p:txBody>
          <a:bodyPr/>
          <a:lstStyle/>
          <a:p>
            <a:endParaRPr lang="de-DE"/>
          </a:p>
        </p:txBody>
      </p:sp>
      <p:sp>
        <p:nvSpPr>
          <p:cNvPr id="19" name="Textplatzhalter 18">
            <a:extLst>
              <a:ext uri="{FF2B5EF4-FFF2-40B4-BE49-F238E27FC236}">
                <a16:creationId xmlns:a16="http://schemas.microsoft.com/office/drawing/2014/main" id="{C0B39B5F-1515-2260-2ACD-721CF18077B6}"/>
              </a:ext>
            </a:extLst>
          </p:cNvPr>
          <p:cNvSpPr>
            <a:spLocks noGrp="1"/>
          </p:cNvSpPr>
          <p:nvPr>
            <p:ph type="body" sz="quarter" idx="38"/>
          </p:nvPr>
        </p:nvSpPr>
        <p:spPr/>
        <p:txBody>
          <a:bodyPr/>
          <a:lstStyle/>
          <a:p>
            <a:endParaRPr lang="de-DE"/>
          </a:p>
        </p:txBody>
      </p:sp>
      <p:sp>
        <p:nvSpPr>
          <p:cNvPr id="20" name="Textplatzhalter 19">
            <a:extLst>
              <a:ext uri="{FF2B5EF4-FFF2-40B4-BE49-F238E27FC236}">
                <a16:creationId xmlns:a16="http://schemas.microsoft.com/office/drawing/2014/main" id="{EFFB15CB-78FD-D4A9-5A0F-2FF5DA8B6301}"/>
              </a:ext>
            </a:extLst>
          </p:cNvPr>
          <p:cNvSpPr>
            <a:spLocks noGrp="1"/>
          </p:cNvSpPr>
          <p:nvPr>
            <p:ph type="body" sz="quarter" idx="40"/>
          </p:nvPr>
        </p:nvSpPr>
        <p:spPr/>
        <p:txBody>
          <a:bodyPr/>
          <a:lstStyle/>
          <a:p>
            <a:endParaRPr lang="de-DE" dirty="0"/>
          </a:p>
        </p:txBody>
      </p:sp>
      <p:sp>
        <p:nvSpPr>
          <p:cNvPr id="21" name="Textplatzhalter 20">
            <a:extLst>
              <a:ext uri="{FF2B5EF4-FFF2-40B4-BE49-F238E27FC236}">
                <a16:creationId xmlns:a16="http://schemas.microsoft.com/office/drawing/2014/main" id="{AD9DD939-8B92-EF8B-53A1-147CE9BA147C}"/>
              </a:ext>
            </a:extLst>
          </p:cNvPr>
          <p:cNvSpPr>
            <a:spLocks noGrp="1"/>
          </p:cNvSpPr>
          <p:nvPr>
            <p:ph type="body" sz="quarter" idx="41"/>
          </p:nvPr>
        </p:nvSpPr>
        <p:spPr/>
        <p:txBody>
          <a:bodyPr/>
          <a:lstStyle/>
          <a:p>
            <a:endParaRPr lang="de-DE"/>
          </a:p>
        </p:txBody>
      </p:sp>
      <p:sp>
        <p:nvSpPr>
          <p:cNvPr id="22" name="Textplatzhalter 21">
            <a:extLst>
              <a:ext uri="{FF2B5EF4-FFF2-40B4-BE49-F238E27FC236}">
                <a16:creationId xmlns:a16="http://schemas.microsoft.com/office/drawing/2014/main" id="{3A360D7E-AA16-816A-7E1B-A67BBA1F1A8B}"/>
              </a:ext>
            </a:extLst>
          </p:cNvPr>
          <p:cNvSpPr>
            <a:spLocks noGrp="1"/>
          </p:cNvSpPr>
          <p:nvPr>
            <p:ph type="body" sz="quarter" idx="43"/>
          </p:nvPr>
        </p:nvSpPr>
        <p:spPr/>
        <p:txBody>
          <a:bodyPr/>
          <a:lstStyle/>
          <a:p>
            <a:endParaRPr lang="de-DE"/>
          </a:p>
        </p:txBody>
      </p:sp>
      <p:sp>
        <p:nvSpPr>
          <p:cNvPr id="23" name="Textplatzhalter 22">
            <a:extLst>
              <a:ext uri="{FF2B5EF4-FFF2-40B4-BE49-F238E27FC236}">
                <a16:creationId xmlns:a16="http://schemas.microsoft.com/office/drawing/2014/main" id="{342A5573-D683-6668-583E-06518C6E4CBC}"/>
              </a:ext>
            </a:extLst>
          </p:cNvPr>
          <p:cNvSpPr>
            <a:spLocks noGrp="1"/>
          </p:cNvSpPr>
          <p:nvPr>
            <p:ph type="body" sz="quarter" idx="44"/>
          </p:nvPr>
        </p:nvSpPr>
        <p:spPr/>
        <p:txBody>
          <a:bodyPr/>
          <a:lstStyle/>
          <a:p>
            <a:endParaRPr lang="de-DE"/>
          </a:p>
        </p:txBody>
      </p:sp>
      <p:sp>
        <p:nvSpPr>
          <p:cNvPr id="9" name="Textplatzhalter 8">
            <a:extLst>
              <a:ext uri="{FF2B5EF4-FFF2-40B4-BE49-F238E27FC236}">
                <a16:creationId xmlns:a16="http://schemas.microsoft.com/office/drawing/2014/main" id="{59EB6733-89C9-50DC-FBAC-D5AA9E4E1AC8}"/>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7648892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532614E-502E-7BC6-1C14-5352609E3F25}"/>
              </a:ext>
            </a:extLst>
          </p:cNvPr>
          <p:cNvGraphicFramePr>
            <a:graphicFrameLocks noChangeAspect="1"/>
          </p:cNvGraphicFramePr>
          <p:nvPr>
            <p:custDataLst>
              <p:tags r:id="rId1"/>
            </p:custDataLst>
            <p:extLst>
              <p:ext uri="{D42A27DB-BD31-4B8C-83A1-F6EECF244321}">
                <p14:modId xmlns:p14="http://schemas.microsoft.com/office/powerpoint/2010/main" val="3357153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9532614E-502E-7BC6-1C14-5352609E3F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platzhalter 3">
            <a:extLst>
              <a:ext uri="{FF2B5EF4-FFF2-40B4-BE49-F238E27FC236}">
                <a16:creationId xmlns:a16="http://schemas.microsoft.com/office/drawing/2014/main" id="{B3EC1E4E-5FC7-DCA2-39EA-875C2D3A5190}"/>
              </a:ext>
            </a:extLst>
          </p:cNvPr>
          <p:cNvSpPr>
            <a:spLocks noGrp="1"/>
          </p:cNvSpPr>
          <p:nvPr>
            <p:ph type="body" sz="quarter" idx="11"/>
          </p:nvPr>
        </p:nvSpPr>
        <p:spPr/>
        <p:txBody>
          <a:bodyPr/>
          <a:lstStyle/>
          <a:p>
            <a:endParaRPr lang="de-DE" dirty="0"/>
          </a:p>
        </p:txBody>
      </p:sp>
      <p:sp>
        <p:nvSpPr>
          <p:cNvPr id="5" name="Textplatzhalter 4">
            <a:extLst>
              <a:ext uri="{FF2B5EF4-FFF2-40B4-BE49-F238E27FC236}">
                <a16:creationId xmlns:a16="http://schemas.microsoft.com/office/drawing/2014/main" id="{5DE437CE-4B6C-01E8-CE60-E5196660FF2E}"/>
              </a:ext>
            </a:extLst>
          </p:cNvPr>
          <p:cNvSpPr>
            <a:spLocks noGrp="1"/>
          </p:cNvSpPr>
          <p:nvPr>
            <p:ph type="body" sz="quarter" idx="12"/>
          </p:nvPr>
        </p:nvSpPr>
        <p:spPr/>
        <p:txBody>
          <a:bodyPr/>
          <a:lstStyle/>
          <a:p>
            <a:endParaRPr lang="de-DE" dirty="0"/>
          </a:p>
        </p:txBody>
      </p:sp>
      <p:sp>
        <p:nvSpPr>
          <p:cNvPr id="16" name="Textplatzhalter 15">
            <a:extLst>
              <a:ext uri="{FF2B5EF4-FFF2-40B4-BE49-F238E27FC236}">
                <a16:creationId xmlns:a16="http://schemas.microsoft.com/office/drawing/2014/main" id="{E783424A-88FD-37C3-E7F6-23B580841786}"/>
              </a:ext>
            </a:extLst>
          </p:cNvPr>
          <p:cNvSpPr>
            <a:spLocks noGrp="1"/>
          </p:cNvSpPr>
          <p:nvPr>
            <p:ph type="body" sz="quarter" idx="19"/>
          </p:nvPr>
        </p:nvSpPr>
        <p:spPr/>
        <p:txBody>
          <a:bodyPr/>
          <a:lstStyle/>
          <a:p>
            <a:endParaRPr lang="de-DE"/>
          </a:p>
        </p:txBody>
      </p:sp>
      <p:sp>
        <p:nvSpPr>
          <p:cNvPr id="17" name="Textplatzhalter 16">
            <a:extLst>
              <a:ext uri="{FF2B5EF4-FFF2-40B4-BE49-F238E27FC236}">
                <a16:creationId xmlns:a16="http://schemas.microsoft.com/office/drawing/2014/main" id="{D737DF9A-F1AC-9469-FD1E-088E4BF3E0C8}"/>
              </a:ext>
            </a:extLst>
          </p:cNvPr>
          <p:cNvSpPr>
            <a:spLocks noGrp="1"/>
          </p:cNvSpPr>
          <p:nvPr>
            <p:ph type="body" sz="quarter" idx="20"/>
          </p:nvPr>
        </p:nvSpPr>
        <p:spPr/>
        <p:txBody>
          <a:bodyPr/>
          <a:lstStyle/>
          <a:p>
            <a:endParaRPr lang="de-DE" dirty="0"/>
          </a:p>
        </p:txBody>
      </p:sp>
      <p:sp>
        <p:nvSpPr>
          <p:cNvPr id="18" name="Textplatzhalter 17">
            <a:extLst>
              <a:ext uri="{FF2B5EF4-FFF2-40B4-BE49-F238E27FC236}">
                <a16:creationId xmlns:a16="http://schemas.microsoft.com/office/drawing/2014/main" id="{A2752599-E605-B53C-14D4-24DD9CA3FA40}"/>
              </a:ext>
            </a:extLst>
          </p:cNvPr>
          <p:cNvSpPr>
            <a:spLocks noGrp="1"/>
          </p:cNvSpPr>
          <p:nvPr>
            <p:ph type="body" sz="quarter" idx="21"/>
          </p:nvPr>
        </p:nvSpPr>
        <p:spPr/>
        <p:txBody>
          <a:bodyPr/>
          <a:lstStyle/>
          <a:p>
            <a:endParaRPr lang="de-DE" dirty="0"/>
          </a:p>
        </p:txBody>
      </p:sp>
      <p:sp>
        <p:nvSpPr>
          <p:cNvPr id="19" name="Textplatzhalter 18">
            <a:extLst>
              <a:ext uri="{FF2B5EF4-FFF2-40B4-BE49-F238E27FC236}">
                <a16:creationId xmlns:a16="http://schemas.microsoft.com/office/drawing/2014/main" id="{A4D08ABA-65F8-E05E-CF77-46B717F5D93D}"/>
              </a:ext>
            </a:extLst>
          </p:cNvPr>
          <p:cNvSpPr>
            <a:spLocks noGrp="1"/>
          </p:cNvSpPr>
          <p:nvPr>
            <p:ph type="body" sz="quarter" idx="22"/>
          </p:nvPr>
        </p:nvSpPr>
        <p:spPr/>
        <p:txBody>
          <a:bodyPr/>
          <a:lstStyle/>
          <a:p>
            <a:endParaRPr lang="de-DE" dirty="0"/>
          </a:p>
        </p:txBody>
      </p:sp>
      <p:sp>
        <p:nvSpPr>
          <p:cNvPr id="20" name="Textplatzhalter 19">
            <a:extLst>
              <a:ext uri="{FF2B5EF4-FFF2-40B4-BE49-F238E27FC236}">
                <a16:creationId xmlns:a16="http://schemas.microsoft.com/office/drawing/2014/main" id="{F2724001-B786-B5E9-4127-50DEF3C4B3F0}"/>
              </a:ext>
            </a:extLst>
          </p:cNvPr>
          <p:cNvSpPr>
            <a:spLocks noGrp="1"/>
          </p:cNvSpPr>
          <p:nvPr>
            <p:ph type="body" sz="quarter" idx="26"/>
          </p:nvPr>
        </p:nvSpPr>
        <p:spPr/>
        <p:txBody>
          <a:bodyPr/>
          <a:lstStyle/>
          <a:p>
            <a:endParaRPr lang="de-DE" dirty="0"/>
          </a:p>
        </p:txBody>
      </p:sp>
      <p:sp>
        <p:nvSpPr>
          <p:cNvPr id="21" name="Textplatzhalter 20">
            <a:extLst>
              <a:ext uri="{FF2B5EF4-FFF2-40B4-BE49-F238E27FC236}">
                <a16:creationId xmlns:a16="http://schemas.microsoft.com/office/drawing/2014/main" id="{92DB5A8C-690F-6674-E499-F9048A6FFA91}"/>
              </a:ext>
            </a:extLst>
          </p:cNvPr>
          <p:cNvSpPr>
            <a:spLocks noGrp="1"/>
          </p:cNvSpPr>
          <p:nvPr>
            <p:ph type="body" sz="quarter" idx="27"/>
          </p:nvPr>
        </p:nvSpPr>
        <p:spPr/>
        <p:txBody>
          <a:bodyPr/>
          <a:lstStyle/>
          <a:p>
            <a:endParaRPr lang="de-DE" dirty="0"/>
          </a:p>
        </p:txBody>
      </p:sp>
      <p:sp>
        <p:nvSpPr>
          <p:cNvPr id="3" name="Textplatzhalter 2">
            <a:extLst>
              <a:ext uri="{FF2B5EF4-FFF2-40B4-BE49-F238E27FC236}">
                <a16:creationId xmlns:a16="http://schemas.microsoft.com/office/drawing/2014/main" id="{8F045000-0DA8-FF01-C8BD-7DED65AC0CE5}"/>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9E9BBFD3-9508-D699-A535-4ECE8EDA3B15}"/>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sp>
        <p:nvSpPr>
          <p:cNvPr id="22" name="Textplatzhalter 21">
            <a:extLst>
              <a:ext uri="{FF2B5EF4-FFF2-40B4-BE49-F238E27FC236}">
                <a16:creationId xmlns:a16="http://schemas.microsoft.com/office/drawing/2014/main" id="{13B0F515-B6C4-77F5-E214-407075FB86CD}"/>
              </a:ext>
            </a:extLst>
          </p:cNvPr>
          <p:cNvSpPr>
            <a:spLocks noGrp="1"/>
          </p:cNvSpPr>
          <p:nvPr>
            <p:ph type="body" sz="quarter" idx="29"/>
          </p:nvPr>
        </p:nvSpPr>
        <p:spPr/>
        <p:txBody>
          <a:bodyPr/>
          <a:lstStyle/>
          <a:p>
            <a:endParaRPr lang="de-DE"/>
          </a:p>
        </p:txBody>
      </p:sp>
    </p:spTree>
    <p:extLst>
      <p:ext uri="{BB962C8B-B14F-4D97-AF65-F5344CB8AC3E}">
        <p14:creationId xmlns:p14="http://schemas.microsoft.com/office/powerpoint/2010/main" val="2865452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A28107E-2CCC-0DA6-2896-EB739CE3D7E5}"/>
              </a:ext>
            </a:extLst>
          </p:cNvPr>
          <p:cNvGraphicFramePr>
            <a:graphicFrameLocks noChangeAspect="1"/>
          </p:cNvGraphicFramePr>
          <p:nvPr>
            <p:custDataLst>
              <p:tags r:id="rId1"/>
            </p:custDataLst>
            <p:extLst>
              <p:ext uri="{D42A27DB-BD31-4B8C-83A1-F6EECF244321}">
                <p14:modId xmlns:p14="http://schemas.microsoft.com/office/powerpoint/2010/main" val="6226352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1A28107E-2CCC-0DA6-2896-EB739CE3D7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435F5E3C-B42A-3C38-3774-3B35AD7005ED}"/>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FF0BA933-077E-7116-C81D-9BAA3EE47C47}"/>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4" name="Textplatzhalter 3">
            <a:extLst>
              <a:ext uri="{FF2B5EF4-FFF2-40B4-BE49-F238E27FC236}">
                <a16:creationId xmlns:a16="http://schemas.microsoft.com/office/drawing/2014/main" id="{6B639884-9BE1-9D55-3439-8D6B9F8597AF}"/>
              </a:ext>
            </a:extLst>
          </p:cNvPr>
          <p:cNvSpPr>
            <a:spLocks noGrp="1"/>
          </p:cNvSpPr>
          <p:nvPr>
            <p:ph type="body" sz="quarter" idx="11"/>
          </p:nvPr>
        </p:nvSpPr>
        <p:spPr/>
        <p:txBody>
          <a:bodyPr/>
          <a:lstStyle/>
          <a:p>
            <a:endParaRPr lang="de-DE" dirty="0"/>
          </a:p>
        </p:txBody>
      </p:sp>
      <p:sp>
        <p:nvSpPr>
          <p:cNvPr id="23" name="Textplatzhalter 22">
            <a:extLst>
              <a:ext uri="{FF2B5EF4-FFF2-40B4-BE49-F238E27FC236}">
                <a16:creationId xmlns:a16="http://schemas.microsoft.com/office/drawing/2014/main" id="{05E46CDE-C865-2F91-0593-DEA3C4FEF0BC}"/>
              </a:ext>
            </a:extLst>
          </p:cNvPr>
          <p:cNvSpPr>
            <a:spLocks noGrp="1"/>
          </p:cNvSpPr>
          <p:nvPr>
            <p:ph type="body" sz="quarter" idx="20"/>
          </p:nvPr>
        </p:nvSpPr>
        <p:spPr/>
        <p:txBody>
          <a:bodyPr/>
          <a:lstStyle/>
          <a:p>
            <a:endParaRPr lang="de-DE" dirty="0"/>
          </a:p>
        </p:txBody>
      </p:sp>
      <p:sp>
        <p:nvSpPr>
          <p:cNvPr id="24" name="Textplatzhalter 23">
            <a:extLst>
              <a:ext uri="{FF2B5EF4-FFF2-40B4-BE49-F238E27FC236}">
                <a16:creationId xmlns:a16="http://schemas.microsoft.com/office/drawing/2014/main" id="{02D84090-A329-1729-83C1-DE4A416113AF}"/>
              </a:ext>
            </a:extLst>
          </p:cNvPr>
          <p:cNvSpPr>
            <a:spLocks noGrp="1"/>
          </p:cNvSpPr>
          <p:nvPr>
            <p:ph type="body" sz="quarter" idx="21"/>
          </p:nvPr>
        </p:nvSpPr>
        <p:spPr/>
        <p:txBody>
          <a:bodyPr/>
          <a:lstStyle/>
          <a:p>
            <a:endParaRPr lang="de-DE"/>
          </a:p>
        </p:txBody>
      </p:sp>
      <p:sp>
        <p:nvSpPr>
          <p:cNvPr id="25" name="Textplatzhalter 24">
            <a:extLst>
              <a:ext uri="{FF2B5EF4-FFF2-40B4-BE49-F238E27FC236}">
                <a16:creationId xmlns:a16="http://schemas.microsoft.com/office/drawing/2014/main" id="{D2A6CB60-09B6-71CA-B4F2-AF083F20DBB2}"/>
              </a:ext>
            </a:extLst>
          </p:cNvPr>
          <p:cNvSpPr>
            <a:spLocks noGrp="1"/>
          </p:cNvSpPr>
          <p:nvPr>
            <p:ph type="body" sz="quarter" idx="22"/>
          </p:nvPr>
        </p:nvSpPr>
        <p:spPr/>
        <p:txBody>
          <a:bodyPr/>
          <a:lstStyle/>
          <a:p>
            <a:endParaRPr lang="de-DE"/>
          </a:p>
        </p:txBody>
      </p:sp>
      <p:sp>
        <p:nvSpPr>
          <p:cNvPr id="26" name="Textplatzhalter 25">
            <a:extLst>
              <a:ext uri="{FF2B5EF4-FFF2-40B4-BE49-F238E27FC236}">
                <a16:creationId xmlns:a16="http://schemas.microsoft.com/office/drawing/2014/main" id="{8CC4FC93-BB09-A135-5D30-37685C9C8A60}"/>
              </a:ext>
            </a:extLst>
          </p:cNvPr>
          <p:cNvSpPr>
            <a:spLocks noGrp="1"/>
          </p:cNvSpPr>
          <p:nvPr>
            <p:ph type="body" sz="quarter" idx="23"/>
          </p:nvPr>
        </p:nvSpPr>
        <p:spPr/>
        <p:txBody>
          <a:bodyPr/>
          <a:lstStyle/>
          <a:p>
            <a:endParaRPr lang="de-DE" dirty="0"/>
          </a:p>
        </p:txBody>
      </p:sp>
      <p:sp>
        <p:nvSpPr>
          <p:cNvPr id="27" name="Textplatzhalter 26">
            <a:extLst>
              <a:ext uri="{FF2B5EF4-FFF2-40B4-BE49-F238E27FC236}">
                <a16:creationId xmlns:a16="http://schemas.microsoft.com/office/drawing/2014/main" id="{25227D85-05CE-E29A-674F-84845C3B2A05}"/>
              </a:ext>
            </a:extLst>
          </p:cNvPr>
          <p:cNvSpPr>
            <a:spLocks noGrp="1"/>
          </p:cNvSpPr>
          <p:nvPr>
            <p:ph type="body" sz="quarter" idx="24"/>
          </p:nvPr>
        </p:nvSpPr>
        <p:spPr/>
        <p:txBody>
          <a:bodyPr/>
          <a:lstStyle/>
          <a:p>
            <a:endParaRPr lang="de-DE" dirty="0"/>
          </a:p>
        </p:txBody>
      </p:sp>
      <p:sp>
        <p:nvSpPr>
          <p:cNvPr id="28" name="Textplatzhalter 27">
            <a:extLst>
              <a:ext uri="{FF2B5EF4-FFF2-40B4-BE49-F238E27FC236}">
                <a16:creationId xmlns:a16="http://schemas.microsoft.com/office/drawing/2014/main" id="{9DD80090-867E-89C8-93A9-45E3925D3371}"/>
              </a:ext>
            </a:extLst>
          </p:cNvPr>
          <p:cNvSpPr>
            <a:spLocks noGrp="1"/>
          </p:cNvSpPr>
          <p:nvPr>
            <p:ph type="body" sz="quarter" idx="25"/>
          </p:nvPr>
        </p:nvSpPr>
        <p:spPr/>
        <p:txBody>
          <a:bodyPr/>
          <a:lstStyle/>
          <a:p>
            <a:endParaRPr lang="de-DE"/>
          </a:p>
        </p:txBody>
      </p:sp>
      <p:sp>
        <p:nvSpPr>
          <p:cNvPr id="29" name="Textplatzhalter 28">
            <a:extLst>
              <a:ext uri="{FF2B5EF4-FFF2-40B4-BE49-F238E27FC236}">
                <a16:creationId xmlns:a16="http://schemas.microsoft.com/office/drawing/2014/main" id="{A30F12D4-4601-3513-877B-B33F105AD630}"/>
              </a:ext>
            </a:extLst>
          </p:cNvPr>
          <p:cNvSpPr>
            <a:spLocks noGrp="1"/>
          </p:cNvSpPr>
          <p:nvPr>
            <p:ph type="body" sz="quarter" idx="26"/>
          </p:nvPr>
        </p:nvSpPr>
        <p:spPr/>
        <p:txBody>
          <a:bodyPr/>
          <a:lstStyle/>
          <a:p>
            <a:endParaRPr lang="de-DE"/>
          </a:p>
        </p:txBody>
      </p:sp>
      <p:sp>
        <p:nvSpPr>
          <p:cNvPr id="30" name="Textplatzhalter 29">
            <a:extLst>
              <a:ext uri="{FF2B5EF4-FFF2-40B4-BE49-F238E27FC236}">
                <a16:creationId xmlns:a16="http://schemas.microsoft.com/office/drawing/2014/main" id="{57C04DA6-8534-3341-4A90-9223FCEB4A89}"/>
              </a:ext>
            </a:extLst>
          </p:cNvPr>
          <p:cNvSpPr>
            <a:spLocks noGrp="1"/>
          </p:cNvSpPr>
          <p:nvPr>
            <p:ph type="body" sz="quarter" idx="27"/>
          </p:nvPr>
        </p:nvSpPr>
        <p:spPr/>
        <p:txBody>
          <a:bodyPr/>
          <a:lstStyle/>
          <a:p>
            <a:endParaRPr lang="de-DE" dirty="0"/>
          </a:p>
        </p:txBody>
      </p:sp>
      <p:sp>
        <p:nvSpPr>
          <p:cNvPr id="31" name="Textplatzhalter 30">
            <a:extLst>
              <a:ext uri="{FF2B5EF4-FFF2-40B4-BE49-F238E27FC236}">
                <a16:creationId xmlns:a16="http://schemas.microsoft.com/office/drawing/2014/main" id="{31F7D4CF-1A63-A835-67FB-4AA6C1A758C7}"/>
              </a:ext>
            </a:extLst>
          </p:cNvPr>
          <p:cNvSpPr>
            <a:spLocks noGrp="1"/>
          </p:cNvSpPr>
          <p:nvPr>
            <p:ph type="body" sz="quarter" idx="28"/>
          </p:nvPr>
        </p:nvSpPr>
        <p:spPr/>
        <p:txBody>
          <a:bodyPr/>
          <a:lstStyle/>
          <a:p>
            <a:endParaRPr lang="de-DE" dirty="0"/>
          </a:p>
        </p:txBody>
      </p:sp>
      <p:sp>
        <p:nvSpPr>
          <p:cNvPr id="32" name="Textplatzhalter 31">
            <a:extLst>
              <a:ext uri="{FF2B5EF4-FFF2-40B4-BE49-F238E27FC236}">
                <a16:creationId xmlns:a16="http://schemas.microsoft.com/office/drawing/2014/main" id="{F7824026-206B-2D03-3992-03EDC84A4A6F}"/>
              </a:ext>
            </a:extLst>
          </p:cNvPr>
          <p:cNvSpPr>
            <a:spLocks noGrp="1"/>
          </p:cNvSpPr>
          <p:nvPr>
            <p:ph type="body" sz="quarter" idx="29"/>
          </p:nvPr>
        </p:nvSpPr>
        <p:spPr/>
        <p:txBody>
          <a:bodyPr/>
          <a:lstStyle/>
          <a:p>
            <a:endParaRPr lang="de-DE"/>
          </a:p>
        </p:txBody>
      </p:sp>
      <p:sp>
        <p:nvSpPr>
          <p:cNvPr id="33" name="Textplatzhalter 32">
            <a:extLst>
              <a:ext uri="{FF2B5EF4-FFF2-40B4-BE49-F238E27FC236}">
                <a16:creationId xmlns:a16="http://schemas.microsoft.com/office/drawing/2014/main" id="{D7BD0DFA-34E2-EDBA-30EF-3152404B2E32}"/>
              </a:ext>
            </a:extLst>
          </p:cNvPr>
          <p:cNvSpPr>
            <a:spLocks noGrp="1"/>
          </p:cNvSpPr>
          <p:nvPr>
            <p:ph type="body" sz="quarter" idx="30"/>
          </p:nvPr>
        </p:nvSpPr>
        <p:spPr/>
        <p:txBody>
          <a:bodyPr/>
          <a:lstStyle/>
          <a:p>
            <a:endParaRPr lang="de-DE"/>
          </a:p>
        </p:txBody>
      </p:sp>
      <p:sp>
        <p:nvSpPr>
          <p:cNvPr id="34" name="Textplatzhalter 33">
            <a:extLst>
              <a:ext uri="{FF2B5EF4-FFF2-40B4-BE49-F238E27FC236}">
                <a16:creationId xmlns:a16="http://schemas.microsoft.com/office/drawing/2014/main" id="{5C83D8C9-4955-A72F-0346-344E139A01BD}"/>
              </a:ext>
            </a:extLst>
          </p:cNvPr>
          <p:cNvSpPr>
            <a:spLocks noGrp="1"/>
          </p:cNvSpPr>
          <p:nvPr>
            <p:ph type="body" sz="quarter" idx="31"/>
          </p:nvPr>
        </p:nvSpPr>
        <p:spPr/>
        <p:txBody>
          <a:bodyPr/>
          <a:lstStyle/>
          <a:p>
            <a:endParaRPr lang="de-DE"/>
          </a:p>
        </p:txBody>
      </p:sp>
      <p:sp>
        <p:nvSpPr>
          <p:cNvPr id="35" name="Textplatzhalter 34">
            <a:extLst>
              <a:ext uri="{FF2B5EF4-FFF2-40B4-BE49-F238E27FC236}">
                <a16:creationId xmlns:a16="http://schemas.microsoft.com/office/drawing/2014/main" id="{280DE794-C7B2-FE87-6D70-ED0D19F59535}"/>
              </a:ext>
            </a:extLst>
          </p:cNvPr>
          <p:cNvSpPr>
            <a:spLocks noGrp="1"/>
          </p:cNvSpPr>
          <p:nvPr>
            <p:ph type="body" sz="quarter" idx="32"/>
          </p:nvPr>
        </p:nvSpPr>
        <p:spPr/>
        <p:txBody>
          <a:bodyPr/>
          <a:lstStyle/>
          <a:p>
            <a:endParaRPr lang="de-DE"/>
          </a:p>
        </p:txBody>
      </p:sp>
      <p:sp>
        <p:nvSpPr>
          <p:cNvPr id="36" name="Textplatzhalter 35">
            <a:extLst>
              <a:ext uri="{FF2B5EF4-FFF2-40B4-BE49-F238E27FC236}">
                <a16:creationId xmlns:a16="http://schemas.microsoft.com/office/drawing/2014/main" id="{D9E125A6-138D-A0C2-C7C2-1E58AC6EE3C2}"/>
              </a:ext>
            </a:extLst>
          </p:cNvPr>
          <p:cNvSpPr>
            <a:spLocks noGrp="1"/>
          </p:cNvSpPr>
          <p:nvPr>
            <p:ph type="body" sz="quarter" idx="33"/>
          </p:nvPr>
        </p:nvSpPr>
        <p:spPr/>
        <p:txBody>
          <a:bodyPr/>
          <a:lstStyle/>
          <a:p>
            <a:endParaRPr lang="de-DE"/>
          </a:p>
        </p:txBody>
      </p:sp>
      <p:sp>
        <p:nvSpPr>
          <p:cNvPr id="37" name="Textplatzhalter 36">
            <a:extLst>
              <a:ext uri="{FF2B5EF4-FFF2-40B4-BE49-F238E27FC236}">
                <a16:creationId xmlns:a16="http://schemas.microsoft.com/office/drawing/2014/main" id="{178EBDA7-F3F7-33DE-BDCA-63FDB45372AC}"/>
              </a:ext>
            </a:extLst>
          </p:cNvPr>
          <p:cNvSpPr>
            <a:spLocks noGrp="1"/>
          </p:cNvSpPr>
          <p:nvPr>
            <p:ph type="body" sz="quarter" idx="34"/>
          </p:nvPr>
        </p:nvSpPr>
        <p:spPr/>
        <p:txBody>
          <a:bodyPr/>
          <a:lstStyle/>
          <a:p>
            <a:endParaRPr lang="de-DE"/>
          </a:p>
        </p:txBody>
      </p:sp>
      <p:sp>
        <p:nvSpPr>
          <p:cNvPr id="5" name="Textplatzhalter 4">
            <a:extLst>
              <a:ext uri="{FF2B5EF4-FFF2-40B4-BE49-F238E27FC236}">
                <a16:creationId xmlns:a16="http://schemas.microsoft.com/office/drawing/2014/main" id="{D040AEDF-2B08-908D-282C-06BBB946AA07}"/>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928586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B0C1014-26AF-018D-097C-7769C1EAC0C3}"/>
              </a:ext>
            </a:extLst>
          </p:cNvPr>
          <p:cNvGraphicFramePr>
            <a:graphicFrameLocks noChangeAspect="1"/>
          </p:cNvGraphicFramePr>
          <p:nvPr>
            <p:custDataLst>
              <p:tags r:id="rId1"/>
            </p:custDataLst>
            <p:extLst>
              <p:ext uri="{D42A27DB-BD31-4B8C-83A1-F6EECF244321}">
                <p14:modId xmlns:p14="http://schemas.microsoft.com/office/powerpoint/2010/main" val="1849107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4" name="think-cell data - do not delete" hidden="1">
                        <a:extLst>
                          <a:ext uri="{FF2B5EF4-FFF2-40B4-BE49-F238E27FC236}">
                            <a16:creationId xmlns:a16="http://schemas.microsoft.com/office/drawing/2014/main" id="{EB0C1014-26AF-018D-097C-7769C1EAC0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20C7CD7A-E35E-0660-D32A-D5A9DD017D3E}"/>
              </a:ext>
            </a:extLst>
          </p:cNvPr>
          <p:cNvSpPr>
            <a:spLocks noGrp="1"/>
          </p:cNvSpPr>
          <p:nvPr>
            <p:ph type="body" sz="quarter" idx="10"/>
          </p:nvPr>
        </p:nvSpPr>
        <p:spPr/>
        <p:txBody>
          <a:bodyPr/>
          <a:lstStyle/>
          <a:p>
            <a:r>
              <a:rPr lang="de-DE" dirty="0">
                <a:solidFill>
                  <a:schemeClr val="accent1"/>
                </a:solidFill>
              </a:rPr>
              <a:t>Titel</a:t>
            </a:r>
          </a:p>
        </p:txBody>
      </p:sp>
      <p:sp>
        <p:nvSpPr>
          <p:cNvPr id="2" name="Footer Placeholder 6">
            <a:extLst>
              <a:ext uri="{FF2B5EF4-FFF2-40B4-BE49-F238E27FC236}">
                <a16:creationId xmlns:a16="http://schemas.microsoft.com/office/drawing/2014/main" id="{C0A04CA0-D69F-18AA-9D7C-EEBEE768F92E}"/>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sp>
        <p:nvSpPr>
          <p:cNvPr id="17" name="Picture Placeholder 16">
            <a:extLst>
              <a:ext uri="{FF2B5EF4-FFF2-40B4-BE49-F238E27FC236}">
                <a16:creationId xmlns:a16="http://schemas.microsoft.com/office/drawing/2014/main" id="{F9AFCA21-AE9E-EB80-8147-CC12A8C8C8F3}"/>
              </a:ext>
            </a:extLst>
          </p:cNvPr>
          <p:cNvSpPr>
            <a:spLocks noGrp="1"/>
          </p:cNvSpPr>
          <p:nvPr>
            <p:ph type="pic" sz="quarter" idx="13"/>
          </p:nvPr>
        </p:nvSpPr>
        <p:spPr/>
        <p:txBody>
          <a:bodyPr/>
          <a:lstStyle/>
          <a:p>
            <a:endParaRPr lang="de-DE"/>
          </a:p>
        </p:txBody>
      </p:sp>
      <p:sp>
        <p:nvSpPr>
          <p:cNvPr id="18" name="Text Placeholder 17">
            <a:extLst>
              <a:ext uri="{FF2B5EF4-FFF2-40B4-BE49-F238E27FC236}">
                <a16:creationId xmlns:a16="http://schemas.microsoft.com/office/drawing/2014/main" id="{158EB99F-570D-019D-F4BB-8B1115FD9BE7}"/>
              </a:ext>
            </a:extLst>
          </p:cNvPr>
          <p:cNvSpPr>
            <a:spLocks noGrp="1"/>
          </p:cNvSpPr>
          <p:nvPr>
            <p:ph type="body" sz="quarter" idx="20"/>
          </p:nvPr>
        </p:nvSpPr>
        <p:spPr/>
        <p:txBody>
          <a:bodyPr/>
          <a:lstStyle/>
          <a:p>
            <a:endParaRPr lang="en-US" dirty="0"/>
          </a:p>
        </p:txBody>
      </p:sp>
      <p:sp>
        <p:nvSpPr>
          <p:cNvPr id="19" name="Text Placeholder 18">
            <a:extLst>
              <a:ext uri="{FF2B5EF4-FFF2-40B4-BE49-F238E27FC236}">
                <a16:creationId xmlns:a16="http://schemas.microsoft.com/office/drawing/2014/main" id="{04BD076E-E368-3CF4-F601-23440707B878}"/>
              </a:ext>
            </a:extLst>
          </p:cNvPr>
          <p:cNvSpPr>
            <a:spLocks noGrp="1"/>
          </p:cNvSpPr>
          <p:nvPr>
            <p:ph type="body" sz="quarter" idx="21"/>
          </p:nvPr>
        </p:nvSpPr>
        <p:spPr/>
        <p:txBody>
          <a:bodyPr/>
          <a:lstStyle/>
          <a:p>
            <a:endParaRPr lang="en-US"/>
          </a:p>
        </p:txBody>
      </p:sp>
      <p:sp>
        <p:nvSpPr>
          <p:cNvPr id="20" name="Text Placeholder 19">
            <a:extLst>
              <a:ext uri="{FF2B5EF4-FFF2-40B4-BE49-F238E27FC236}">
                <a16:creationId xmlns:a16="http://schemas.microsoft.com/office/drawing/2014/main" id="{D2A09331-BC4B-12E1-FF9E-CC595784FE54}"/>
              </a:ext>
            </a:extLst>
          </p:cNvPr>
          <p:cNvSpPr>
            <a:spLocks noGrp="1"/>
          </p:cNvSpPr>
          <p:nvPr>
            <p:ph type="body" sz="quarter" idx="22"/>
          </p:nvPr>
        </p:nvSpPr>
        <p:spPr/>
        <p:txBody>
          <a:bodyPr/>
          <a:lstStyle/>
          <a:p>
            <a:endParaRPr lang="en-US"/>
          </a:p>
        </p:txBody>
      </p:sp>
      <p:sp>
        <p:nvSpPr>
          <p:cNvPr id="5" name="Textplatzhalter 4">
            <a:extLst>
              <a:ext uri="{FF2B5EF4-FFF2-40B4-BE49-F238E27FC236}">
                <a16:creationId xmlns:a16="http://schemas.microsoft.com/office/drawing/2014/main" id="{02951B2F-B683-C395-D4CA-DF4AD0186B57}"/>
              </a:ext>
            </a:extLst>
          </p:cNvPr>
          <p:cNvSpPr>
            <a:spLocks noGrp="1"/>
          </p:cNvSpPr>
          <p:nvPr>
            <p:ph type="body" sz="quarter" idx="12"/>
          </p:nvPr>
        </p:nvSpPr>
        <p:spPr/>
        <p:txBody>
          <a:bodyPr/>
          <a:lstStyle/>
          <a:p>
            <a:r>
              <a:rPr lang="de-DE" dirty="0"/>
              <a:t>Kapitel</a:t>
            </a:r>
          </a:p>
        </p:txBody>
      </p:sp>
      <p:sp>
        <p:nvSpPr>
          <p:cNvPr id="21" name="Text Placeholder 20">
            <a:extLst>
              <a:ext uri="{FF2B5EF4-FFF2-40B4-BE49-F238E27FC236}">
                <a16:creationId xmlns:a16="http://schemas.microsoft.com/office/drawing/2014/main" id="{BE68D432-217F-1DB4-1505-592C561A1CAA}"/>
              </a:ext>
            </a:extLst>
          </p:cNvPr>
          <p:cNvSpPr>
            <a:spLocks noGrp="1"/>
          </p:cNvSpPr>
          <p:nvPr>
            <p:ph type="body" sz="quarter" idx="26"/>
          </p:nvPr>
        </p:nvSpPr>
        <p:spPr/>
        <p:txBody>
          <a:bodyPr/>
          <a:lstStyle/>
          <a:p>
            <a:endParaRPr lang="en-US" dirty="0"/>
          </a:p>
        </p:txBody>
      </p:sp>
      <p:sp>
        <p:nvSpPr>
          <p:cNvPr id="22" name="Text Placeholder 21">
            <a:extLst>
              <a:ext uri="{FF2B5EF4-FFF2-40B4-BE49-F238E27FC236}">
                <a16:creationId xmlns:a16="http://schemas.microsoft.com/office/drawing/2014/main" id="{53F19620-FC7D-40FC-6CAD-4236FDF3D5B0}"/>
              </a:ext>
            </a:extLst>
          </p:cNvPr>
          <p:cNvSpPr>
            <a:spLocks noGrp="1"/>
          </p:cNvSpPr>
          <p:nvPr>
            <p:ph type="body" sz="quarter" idx="31"/>
          </p:nvPr>
        </p:nvSpPr>
        <p:spPr/>
        <p:txBody>
          <a:bodyPr/>
          <a:lstStyle/>
          <a:p>
            <a:endParaRPr lang="en-US"/>
          </a:p>
        </p:txBody>
      </p:sp>
      <p:sp>
        <p:nvSpPr>
          <p:cNvPr id="23" name="Text Placeholder 22">
            <a:extLst>
              <a:ext uri="{FF2B5EF4-FFF2-40B4-BE49-F238E27FC236}">
                <a16:creationId xmlns:a16="http://schemas.microsoft.com/office/drawing/2014/main" id="{FB6B3076-DEC3-0BF6-7BD1-5C3371EB0FB1}"/>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1831901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85F4DA8-892E-F4FD-680A-9B5480DB24FF}"/>
              </a:ext>
            </a:extLst>
          </p:cNvPr>
          <p:cNvGraphicFramePr>
            <a:graphicFrameLocks noChangeAspect="1"/>
          </p:cNvGraphicFramePr>
          <p:nvPr>
            <p:custDataLst>
              <p:tags r:id="rId1"/>
            </p:custDataLst>
            <p:extLst>
              <p:ext uri="{D42A27DB-BD31-4B8C-83A1-F6EECF244321}">
                <p14:modId xmlns:p14="http://schemas.microsoft.com/office/powerpoint/2010/main" val="155365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18" name="think-cell data - do not delete" hidden="1">
                        <a:extLst>
                          <a:ext uri="{FF2B5EF4-FFF2-40B4-BE49-F238E27FC236}">
                            <a16:creationId xmlns:a16="http://schemas.microsoft.com/office/drawing/2014/main" id="{D85F4DA8-892E-F4FD-680A-9B5480DB24F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Text Placeholder 34">
            <a:extLst>
              <a:ext uri="{FF2B5EF4-FFF2-40B4-BE49-F238E27FC236}">
                <a16:creationId xmlns:a16="http://schemas.microsoft.com/office/drawing/2014/main" id="{E34E5607-9383-65C4-5F7A-38AFF4887875}"/>
              </a:ext>
            </a:extLst>
          </p:cNvPr>
          <p:cNvSpPr>
            <a:spLocks noGrp="1"/>
          </p:cNvSpPr>
          <p:nvPr>
            <p:ph type="body" sz="quarter" idx="53"/>
          </p:nvPr>
        </p:nvSpPr>
        <p:spPr/>
        <p:txBody>
          <a:bodyPr/>
          <a:lstStyle/>
          <a:p>
            <a:endParaRPr lang="en-US"/>
          </a:p>
        </p:txBody>
      </p:sp>
      <p:sp>
        <p:nvSpPr>
          <p:cNvPr id="37" name="Text Placeholder 36">
            <a:extLst>
              <a:ext uri="{FF2B5EF4-FFF2-40B4-BE49-F238E27FC236}">
                <a16:creationId xmlns:a16="http://schemas.microsoft.com/office/drawing/2014/main" id="{AC0A1C56-ACBE-30DA-8B61-BD0271EC031D}"/>
              </a:ext>
            </a:extLst>
          </p:cNvPr>
          <p:cNvSpPr>
            <a:spLocks noGrp="1"/>
          </p:cNvSpPr>
          <p:nvPr>
            <p:ph type="body" sz="quarter" idx="55"/>
          </p:nvPr>
        </p:nvSpPr>
        <p:spPr/>
        <p:txBody>
          <a:bodyPr/>
          <a:lstStyle/>
          <a:p>
            <a:endParaRPr lang="en-US"/>
          </a:p>
        </p:txBody>
      </p:sp>
      <p:sp>
        <p:nvSpPr>
          <p:cNvPr id="36" name="Text Placeholder 35">
            <a:extLst>
              <a:ext uri="{FF2B5EF4-FFF2-40B4-BE49-F238E27FC236}">
                <a16:creationId xmlns:a16="http://schemas.microsoft.com/office/drawing/2014/main" id="{5D4368B0-B44E-FB5C-DACE-C769355A335A}"/>
              </a:ext>
            </a:extLst>
          </p:cNvPr>
          <p:cNvSpPr>
            <a:spLocks noGrp="1"/>
          </p:cNvSpPr>
          <p:nvPr>
            <p:ph type="body" sz="quarter" idx="54"/>
          </p:nvPr>
        </p:nvSpPr>
        <p:spPr/>
        <p:txBody>
          <a:bodyPr/>
          <a:lstStyle/>
          <a:p>
            <a:endParaRPr lang="en-US"/>
          </a:p>
        </p:txBody>
      </p:sp>
      <p:sp>
        <p:nvSpPr>
          <p:cNvPr id="34" name="Text Placeholder 33">
            <a:extLst>
              <a:ext uri="{FF2B5EF4-FFF2-40B4-BE49-F238E27FC236}">
                <a16:creationId xmlns:a16="http://schemas.microsoft.com/office/drawing/2014/main" id="{D0A8B972-F960-A8EF-36D6-3FEE594086FD}"/>
              </a:ext>
            </a:extLst>
          </p:cNvPr>
          <p:cNvSpPr>
            <a:spLocks noGrp="1"/>
          </p:cNvSpPr>
          <p:nvPr>
            <p:ph type="body" sz="quarter" idx="52"/>
          </p:nvPr>
        </p:nvSpPr>
        <p:spPr/>
        <p:txBody>
          <a:bodyPr/>
          <a:lstStyle/>
          <a:p>
            <a:endParaRPr lang="en-US"/>
          </a:p>
        </p:txBody>
      </p:sp>
      <p:sp>
        <p:nvSpPr>
          <p:cNvPr id="6" name="Text Placeholder 5">
            <a:extLst>
              <a:ext uri="{FF2B5EF4-FFF2-40B4-BE49-F238E27FC236}">
                <a16:creationId xmlns:a16="http://schemas.microsoft.com/office/drawing/2014/main" id="{6CD8EBE4-C76B-A156-9721-12401310FCE2}"/>
              </a:ext>
            </a:extLst>
          </p:cNvPr>
          <p:cNvSpPr>
            <a:spLocks noGrp="1"/>
          </p:cNvSpPr>
          <p:nvPr>
            <p:ph type="body" sz="quarter" idx="10"/>
          </p:nvPr>
        </p:nvSpPr>
        <p:spPr/>
        <p:txBody>
          <a:bodyPr/>
          <a:lstStyle/>
          <a:p>
            <a:endParaRPr lang="en-US"/>
          </a:p>
        </p:txBody>
      </p:sp>
      <p:sp>
        <p:nvSpPr>
          <p:cNvPr id="2" name="Footer Placeholder 6">
            <a:extLst>
              <a:ext uri="{FF2B5EF4-FFF2-40B4-BE49-F238E27FC236}">
                <a16:creationId xmlns:a16="http://schemas.microsoft.com/office/drawing/2014/main" id="{F42CBF2A-263F-FD14-6C99-469B9EF08A54}"/>
              </a:ext>
            </a:extLst>
          </p:cNvPr>
          <p:cNvSpPr>
            <a:spLocks noGrp="1"/>
          </p:cNvSpPr>
          <p:nvPr>
            <p:ph type="ftr" sz="quarter" idx="3"/>
          </p:nvPr>
        </p:nvSpPr>
        <p:spPr>
          <a:xfrm>
            <a:off x="431800" y="6318250"/>
            <a:ext cx="4114800" cy="365125"/>
          </a:xfrm>
        </p:spPr>
        <p:txBody>
          <a:bodyPr vert="horz" lIns="0" tIns="45720" rIns="91440" bIns="45720" rtlCol="0" anchor="ctr"/>
          <a:lstStyle>
            <a:lvl1pPr algn="l">
              <a:defRPr sz="900">
                <a:solidFill>
                  <a:schemeClr val="tx1">
                    <a:tint val="82000"/>
                  </a:schemeClr>
                </a:solidFill>
              </a:defRPr>
            </a:lvl1pPr>
          </a:lstStyle>
          <a:p>
            <a:endParaRPr lang="en-GB" dirty="0"/>
          </a:p>
        </p:txBody>
      </p:sp>
      <p:sp>
        <p:nvSpPr>
          <p:cNvPr id="24" name="Text Placeholder 23">
            <a:extLst>
              <a:ext uri="{FF2B5EF4-FFF2-40B4-BE49-F238E27FC236}">
                <a16:creationId xmlns:a16="http://schemas.microsoft.com/office/drawing/2014/main" id="{18268B74-52B7-5291-E353-3BD0A6C0CD2E}"/>
              </a:ext>
            </a:extLst>
          </p:cNvPr>
          <p:cNvSpPr>
            <a:spLocks noGrp="1"/>
          </p:cNvSpPr>
          <p:nvPr>
            <p:ph type="body" sz="quarter" idx="36"/>
          </p:nvPr>
        </p:nvSpPr>
        <p:spPr/>
        <p:txBody>
          <a:bodyPr/>
          <a:lstStyle/>
          <a:p>
            <a:endParaRPr lang="en-US"/>
          </a:p>
        </p:txBody>
      </p:sp>
      <p:sp>
        <p:nvSpPr>
          <p:cNvPr id="21" name="Text Placeholder 20">
            <a:extLst>
              <a:ext uri="{FF2B5EF4-FFF2-40B4-BE49-F238E27FC236}">
                <a16:creationId xmlns:a16="http://schemas.microsoft.com/office/drawing/2014/main" id="{A90E43A1-0100-5C16-EB93-FE42C14BC2B7}"/>
              </a:ext>
            </a:extLst>
          </p:cNvPr>
          <p:cNvSpPr>
            <a:spLocks noGrp="1"/>
          </p:cNvSpPr>
          <p:nvPr>
            <p:ph type="body" sz="quarter" idx="26"/>
          </p:nvPr>
        </p:nvSpPr>
        <p:spPr/>
        <p:txBody>
          <a:bodyPr/>
          <a:lstStyle/>
          <a:p>
            <a:endParaRPr lang="en-US" dirty="0"/>
          </a:p>
        </p:txBody>
      </p:sp>
      <p:sp>
        <p:nvSpPr>
          <p:cNvPr id="23" name="Text Placeholder 22">
            <a:extLst>
              <a:ext uri="{FF2B5EF4-FFF2-40B4-BE49-F238E27FC236}">
                <a16:creationId xmlns:a16="http://schemas.microsoft.com/office/drawing/2014/main" id="{5349CC4E-57BD-1D5F-F5FE-379230FDB1D8}"/>
              </a:ext>
            </a:extLst>
          </p:cNvPr>
          <p:cNvSpPr>
            <a:spLocks noGrp="1"/>
          </p:cNvSpPr>
          <p:nvPr>
            <p:ph type="body" sz="quarter" idx="27"/>
          </p:nvPr>
        </p:nvSpPr>
        <p:spPr/>
        <p:txBody>
          <a:bodyPr/>
          <a:lstStyle/>
          <a:p>
            <a:endParaRPr lang="en-US" dirty="0"/>
          </a:p>
        </p:txBody>
      </p:sp>
      <p:sp>
        <p:nvSpPr>
          <p:cNvPr id="25" name="Text Placeholder 24">
            <a:extLst>
              <a:ext uri="{FF2B5EF4-FFF2-40B4-BE49-F238E27FC236}">
                <a16:creationId xmlns:a16="http://schemas.microsoft.com/office/drawing/2014/main" id="{0D64B02B-E588-B4BF-613D-4BFBAFAC9104}"/>
              </a:ext>
            </a:extLst>
          </p:cNvPr>
          <p:cNvSpPr>
            <a:spLocks noGrp="1"/>
          </p:cNvSpPr>
          <p:nvPr>
            <p:ph type="body" sz="quarter" idx="37"/>
          </p:nvPr>
        </p:nvSpPr>
        <p:spPr/>
        <p:txBody>
          <a:bodyPr/>
          <a:lstStyle/>
          <a:p>
            <a:endParaRPr lang="en-US"/>
          </a:p>
        </p:txBody>
      </p:sp>
      <p:sp>
        <p:nvSpPr>
          <p:cNvPr id="26" name="Text Placeholder 25">
            <a:extLst>
              <a:ext uri="{FF2B5EF4-FFF2-40B4-BE49-F238E27FC236}">
                <a16:creationId xmlns:a16="http://schemas.microsoft.com/office/drawing/2014/main" id="{14046435-EAA7-EA69-2690-8878DAA2A043}"/>
              </a:ext>
            </a:extLst>
          </p:cNvPr>
          <p:cNvSpPr>
            <a:spLocks noGrp="1"/>
          </p:cNvSpPr>
          <p:nvPr>
            <p:ph type="body" sz="quarter" idx="38"/>
          </p:nvPr>
        </p:nvSpPr>
        <p:spPr/>
        <p:txBody>
          <a:bodyPr/>
          <a:lstStyle/>
          <a:p>
            <a:endParaRPr lang="en-US" dirty="0"/>
          </a:p>
        </p:txBody>
      </p:sp>
      <p:sp>
        <p:nvSpPr>
          <p:cNvPr id="27" name="Text Placeholder 26">
            <a:extLst>
              <a:ext uri="{FF2B5EF4-FFF2-40B4-BE49-F238E27FC236}">
                <a16:creationId xmlns:a16="http://schemas.microsoft.com/office/drawing/2014/main" id="{3BB107E9-ABFB-129C-4877-01E48BCFFA4E}"/>
              </a:ext>
            </a:extLst>
          </p:cNvPr>
          <p:cNvSpPr>
            <a:spLocks noGrp="1"/>
          </p:cNvSpPr>
          <p:nvPr>
            <p:ph type="body" sz="quarter" idx="39"/>
          </p:nvPr>
        </p:nvSpPr>
        <p:spPr/>
        <p:txBody>
          <a:bodyPr/>
          <a:lstStyle/>
          <a:p>
            <a:endParaRPr lang="en-US" dirty="0"/>
          </a:p>
        </p:txBody>
      </p:sp>
      <p:sp>
        <p:nvSpPr>
          <p:cNvPr id="28" name="Text Placeholder 27">
            <a:extLst>
              <a:ext uri="{FF2B5EF4-FFF2-40B4-BE49-F238E27FC236}">
                <a16:creationId xmlns:a16="http://schemas.microsoft.com/office/drawing/2014/main" id="{946AD6E6-85F9-A433-7E68-2255EF1302A8}"/>
              </a:ext>
            </a:extLst>
          </p:cNvPr>
          <p:cNvSpPr>
            <a:spLocks noGrp="1"/>
          </p:cNvSpPr>
          <p:nvPr>
            <p:ph type="body" sz="quarter" idx="40"/>
          </p:nvPr>
        </p:nvSpPr>
        <p:spPr/>
        <p:txBody>
          <a:bodyPr/>
          <a:lstStyle/>
          <a:p>
            <a:endParaRPr lang="en-US"/>
          </a:p>
        </p:txBody>
      </p:sp>
      <p:sp>
        <p:nvSpPr>
          <p:cNvPr id="29" name="Text Placeholder 28">
            <a:extLst>
              <a:ext uri="{FF2B5EF4-FFF2-40B4-BE49-F238E27FC236}">
                <a16:creationId xmlns:a16="http://schemas.microsoft.com/office/drawing/2014/main" id="{76644F8D-ABC4-D409-74AB-CD33242B9D57}"/>
              </a:ext>
            </a:extLst>
          </p:cNvPr>
          <p:cNvSpPr>
            <a:spLocks noGrp="1"/>
          </p:cNvSpPr>
          <p:nvPr>
            <p:ph type="body" sz="quarter" idx="41"/>
          </p:nvPr>
        </p:nvSpPr>
        <p:spPr/>
        <p:txBody>
          <a:bodyPr/>
          <a:lstStyle/>
          <a:p>
            <a:endParaRPr lang="en-US"/>
          </a:p>
        </p:txBody>
      </p:sp>
      <p:sp>
        <p:nvSpPr>
          <p:cNvPr id="30" name="Text Placeholder 29">
            <a:extLst>
              <a:ext uri="{FF2B5EF4-FFF2-40B4-BE49-F238E27FC236}">
                <a16:creationId xmlns:a16="http://schemas.microsoft.com/office/drawing/2014/main" id="{AA84E5AB-275D-AEBE-8845-7AB0CEE3F93B}"/>
              </a:ext>
            </a:extLst>
          </p:cNvPr>
          <p:cNvSpPr>
            <a:spLocks noGrp="1"/>
          </p:cNvSpPr>
          <p:nvPr>
            <p:ph type="body" sz="quarter" idx="42"/>
          </p:nvPr>
        </p:nvSpPr>
        <p:spPr/>
        <p:txBody>
          <a:bodyPr/>
          <a:lstStyle/>
          <a:p>
            <a:endParaRPr lang="en-US" dirty="0"/>
          </a:p>
        </p:txBody>
      </p:sp>
      <p:sp>
        <p:nvSpPr>
          <p:cNvPr id="31" name="Text Placeholder 30">
            <a:extLst>
              <a:ext uri="{FF2B5EF4-FFF2-40B4-BE49-F238E27FC236}">
                <a16:creationId xmlns:a16="http://schemas.microsoft.com/office/drawing/2014/main" id="{38DEC226-F82A-352C-56B6-DDD3E276DD33}"/>
              </a:ext>
            </a:extLst>
          </p:cNvPr>
          <p:cNvSpPr>
            <a:spLocks noGrp="1"/>
          </p:cNvSpPr>
          <p:nvPr>
            <p:ph type="body" sz="quarter" idx="43"/>
          </p:nvPr>
        </p:nvSpPr>
        <p:spPr/>
        <p:txBody>
          <a:bodyPr/>
          <a:lstStyle/>
          <a:p>
            <a:endParaRPr lang="en-US" dirty="0"/>
          </a:p>
        </p:txBody>
      </p:sp>
      <p:sp>
        <p:nvSpPr>
          <p:cNvPr id="32" name="Text Placeholder 31">
            <a:extLst>
              <a:ext uri="{FF2B5EF4-FFF2-40B4-BE49-F238E27FC236}">
                <a16:creationId xmlns:a16="http://schemas.microsoft.com/office/drawing/2014/main" id="{E5E9988A-B31F-FD71-271F-B896EAC7C5FE}"/>
              </a:ext>
            </a:extLst>
          </p:cNvPr>
          <p:cNvSpPr>
            <a:spLocks noGrp="1"/>
          </p:cNvSpPr>
          <p:nvPr>
            <p:ph type="body" sz="quarter" idx="44"/>
          </p:nvPr>
        </p:nvSpPr>
        <p:spPr/>
        <p:txBody>
          <a:bodyPr/>
          <a:lstStyle/>
          <a:p>
            <a:endParaRPr lang="en-US"/>
          </a:p>
        </p:txBody>
      </p:sp>
      <p:sp>
        <p:nvSpPr>
          <p:cNvPr id="33" name="Text Placeholder 32">
            <a:extLst>
              <a:ext uri="{FF2B5EF4-FFF2-40B4-BE49-F238E27FC236}">
                <a16:creationId xmlns:a16="http://schemas.microsoft.com/office/drawing/2014/main" id="{0E7298A3-CF47-D04D-A5F8-44F0F5DAE949}"/>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07AC931A-EC4D-309D-B90D-7F56BB27AB97}"/>
              </a:ext>
            </a:extLst>
          </p:cNvPr>
          <p:cNvSpPr>
            <a:spLocks noGrp="1"/>
          </p:cNvSpPr>
          <p:nvPr>
            <p:ph type="body" sz="quarter" idx="12"/>
          </p:nvPr>
        </p:nvSpPr>
        <p:spPr/>
        <p:txBody>
          <a:bodyPr/>
          <a:lstStyle/>
          <a:p>
            <a:endParaRPr lang="en-US"/>
          </a:p>
        </p:txBody>
      </p:sp>
      <p:sp>
        <p:nvSpPr>
          <p:cNvPr id="38" name="Text Placeholder 37">
            <a:extLst>
              <a:ext uri="{FF2B5EF4-FFF2-40B4-BE49-F238E27FC236}">
                <a16:creationId xmlns:a16="http://schemas.microsoft.com/office/drawing/2014/main" id="{7927EC84-6DD1-D0D0-11AF-7307803AEE3D}"/>
              </a:ext>
            </a:extLst>
          </p:cNvPr>
          <p:cNvSpPr>
            <a:spLocks noGrp="1"/>
          </p:cNvSpPr>
          <p:nvPr>
            <p:ph type="body" sz="quarter" idx="56"/>
          </p:nvPr>
        </p:nvSpPr>
        <p:spPr/>
        <p:txBody>
          <a:bodyPr/>
          <a:lstStyle/>
          <a:p>
            <a:endParaRPr lang="en-US"/>
          </a:p>
        </p:txBody>
      </p:sp>
    </p:spTree>
    <p:extLst>
      <p:ext uri="{BB962C8B-B14F-4D97-AF65-F5344CB8AC3E}">
        <p14:creationId xmlns:p14="http://schemas.microsoft.com/office/powerpoint/2010/main" val="2775698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BB9E9CE-0D9E-0705-4743-B7FB66A68336}"/>
              </a:ext>
            </a:extLst>
          </p:cNvPr>
          <p:cNvGraphicFramePr>
            <a:graphicFrameLocks noChangeAspect="1"/>
          </p:cNvGraphicFramePr>
          <p:nvPr>
            <p:custDataLst>
              <p:tags r:id="rId1"/>
            </p:custDataLst>
            <p:extLst>
              <p:ext uri="{D42A27DB-BD31-4B8C-83A1-F6EECF244321}">
                <p14:modId xmlns:p14="http://schemas.microsoft.com/office/powerpoint/2010/main" val="24646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5" name="think-cell data - do not delete" hidden="1">
                        <a:extLst>
                          <a:ext uri="{FF2B5EF4-FFF2-40B4-BE49-F238E27FC236}">
                            <a16:creationId xmlns:a16="http://schemas.microsoft.com/office/drawing/2014/main" id="{ABB9E9CE-0D9E-0705-4743-B7FB66A683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C0EDBF33-FED7-97C1-6221-B8A2E1881F44}"/>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3C8692E5-A33A-520B-1468-ED381A80EAD4}"/>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4" name="Textplatzhalter 3">
            <a:extLst>
              <a:ext uri="{FF2B5EF4-FFF2-40B4-BE49-F238E27FC236}">
                <a16:creationId xmlns:a16="http://schemas.microsoft.com/office/drawing/2014/main" id="{7A91DC4A-CE50-E791-B16C-8E24904274CB}"/>
              </a:ext>
            </a:extLst>
          </p:cNvPr>
          <p:cNvSpPr>
            <a:spLocks noGrp="1"/>
          </p:cNvSpPr>
          <p:nvPr>
            <p:ph type="body" sz="quarter" idx="11"/>
          </p:nvPr>
        </p:nvSpPr>
        <p:spPr/>
        <p:txBody>
          <a:bodyPr/>
          <a:lstStyle/>
          <a:p>
            <a:endParaRPr lang="de-DE" dirty="0"/>
          </a:p>
        </p:txBody>
      </p:sp>
      <p:sp>
        <p:nvSpPr>
          <p:cNvPr id="8" name="Textplatzhalter 7">
            <a:extLst>
              <a:ext uri="{FF2B5EF4-FFF2-40B4-BE49-F238E27FC236}">
                <a16:creationId xmlns:a16="http://schemas.microsoft.com/office/drawing/2014/main" id="{DCBD120C-8D29-253A-E509-A400C6E06206}"/>
              </a:ext>
            </a:extLst>
          </p:cNvPr>
          <p:cNvSpPr>
            <a:spLocks noGrp="1"/>
          </p:cNvSpPr>
          <p:nvPr>
            <p:ph type="body" sz="quarter" idx="13"/>
          </p:nvPr>
        </p:nvSpPr>
        <p:spPr/>
        <p:txBody>
          <a:bodyPr/>
          <a:lstStyle/>
          <a:p>
            <a:endParaRPr lang="de-DE" dirty="0"/>
          </a:p>
        </p:txBody>
      </p:sp>
      <p:sp>
        <p:nvSpPr>
          <p:cNvPr id="10" name="Textplatzhalter 9">
            <a:extLst>
              <a:ext uri="{FF2B5EF4-FFF2-40B4-BE49-F238E27FC236}">
                <a16:creationId xmlns:a16="http://schemas.microsoft.com/office/drawing/2014/main" id="{4F379653-8F3A-1EEC-3B54-93CE543978D1}"/>
              </a:ext>
            </a:extLst>
          </p:cNvPr>
          <p:cNvSpPr>
            <a:spLocks noGrp="1"/>
          </p:cNvSpPr>
          <p:nvPr>
            <p:ph type="body" sz="quarter" idx="19"/>
          </p:nvPr>
        </p:nvSpPr>
        <p:spPr/>
        <p:txBody>
          <a:bodyPr/>
          <a:lstStyle/>
          <a:p>
            <a:endParaRPr lang="de-DE" dirty="0"/>
          </a:p>
        </p:txBody>
      </p:sp>
      <p:sp>
        <p:nvSpPr>
          <p:cNvPr id="9" name="Diagrammplatzhalter 8">
            <a:extLst>
              <a:ext uri="{FF2B5EF4-FFF2-40B4-BE49-F238E27FC236}">
                <a16:creationId xmlns:a16="http://schemas.microsoft.com/office/drawing/2014/main" id="{9769F008-A08B-1CFE-3752-C9C95A85DF88}"/>
              </a:ext>
            </a:extLst>
          </p:cNvPr>
          <p:cNvSpPr>
            <a:spLocks noGrp="1"/>
          </p:cNvSpPr>
          <p:nvPr>
            <p:ph type="chart" sz="quarter" idx="14"/>
          </p:nvPr>
        </p:nvSpPr>
        <p:spPr/>
        <p:txBody>
          <a:bodyPr/>
          <a:lstStyle/>
          <a:p>
            <a:endParaRPr lang="de-DE"/>
          </a:p>
        </p:txBody>
      </p:sp>
      <p:sp>
        <p:nvSpPr>
          <p:cNvPr id="11" name="Textplatzhalter 10">
            <a:extLst>
              <a:ext uri="{FF2B5EF4-FFF2-40B4-BE49-F238E27FC236}">
                <a16:creationId xmlns:a16="http://schemas.microsoft.com/office/drawing/2014/main" id="{BA1AF25A-ABE1-1668-5A81-82627948AE68}"/>
              </a:ext>
            </a:extLst>
          </p:cNvPr>
          <p:cNvSpPr>
            <a:spLocks noGrp="1"/>
          </p:cNvSpPr>
          <p:nvPr>
            <p:ph type="body" sz="quarter" idx="20"/>
          </p:nvPr>
        </p:nvSpPr>
        <p:spPr/>
        <p:txBody>
          <a:bodyPr/>
          <a:lstStyle/>
          <a:p>
            <a:endParaRPr lang="de-DE" dirty="0"/>
          </a:p>
        </p:txBody>
      </p:sp>
      <p:sp>
        <p:nvSpPr>
          <p:cNvPr id="12" name="Diagrammplatzhalter 11">
            <a:extLst>
              <a:ext uri="{FF2B5EF4-FFF2-40B4-BE49-F238E27FC236}">
                <a16:creationId xmlns:a16="http://schemas.microsoft.com/office/drawing/2014/main" id="{42BF3C8B-1F85-1650-BF0C-47A0A48D050B}"/>
              </a:ext>
            </a:extLst>
          </p:cNvPr>
          <p:cNvSpPr>
            <a:spLocks noGrp="1"/>
          </p:cNvSpPr>
          <p:nvPr>
            <p:ph type="chart" sz="quarter" idx="21"/>
          </p:nvPr>
        </p:nvSpPr>
        <p:spPr/>
        <p:txBody>
          <a:bodyPr/>
          <a:lstStyle/>
          <a:p>
            <a:endParaRPr lang="de-DE"/>
          </a:p>
        </p:txBody>
      </p:sp>
      <p:sp>
        <p:nvSpPr>
          <p:cNvPr id="7" name="Textplatzhalter 6">
            <a:extLst>
              <a:ext uri="{FF2B5EF4-FFF2-40B4-BE49-F238E27FC236}">
                <a16:creationId xmlns:a16="http://schemas.microsoft.com/office/drawing/2014/main" id="{C4473DFA-8FC5-E150-DE91-6FDC85B3EAFA}"/>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4186033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5A478C4-D2FD-A7E0-062C-20E1E62AAC6C}"/>
              </a:ext>
            </a:extLst>
          </p:cNvPr>
          <p:cNvGraphicFramePr>
            <a:graphicFrameLocks noChangeAspect="1"/>
          </p:cNvGraphicFramePr>
          <p:nvPr>
            <p:custDataLst>
              <p:tags r:id="rId1"/>
            </p:custDataLst>
            <p:extLst>
              <p:ext uri="{D42A27DB-BD31-4B8C-83A1-F6EECF244321}">
                <p14:modId xmlns:p14="http://schemas.microsoft.com/office/powerpoint/2010/main" val="4208514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B5A478C4-D2FD-A7E0-062C-20E1E62AAC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extplatzhalter 10">
            <a:extLst>
              <a:ext uri="{FF2B5EF4-FFF2-40B4-BE49-F238E27FC236}">
                <a16:creationId xmlns:a16="http://schemas.microsoft.com/office/drawing/2014/main" id="{3694E418-F28F-65C3-B933-4872B1F5B546}"/>
              </a:ext>
            </a:extLst>
          </p:cNvPr>
          <p:cNvSpPr>
            <a:spLocks noGrp="1"/>
          </p:cNvSpPr>
          <p:nvPr>
            <p:ph type="body" sz="quarter" idx="19"/>
          </p:nvPr>
        </p:nvSpPr>
        <p:spPr/>
        <p:txBody>
          <a:bodyPr/>
          <a:lstStyle/>
          <a:p>
            <a:endParaRPr lang="de-DE" dirty="0"/>
          </a:p>
        </p:txBody>
      </p:sp>
      <p:sp>
        <p:nvSpPr>
          <p:cNvPr id="12" name="Textplatzhalter 11">
            <a:extLst>
              <a:ext uri="{FF2B5EF4-FFF2-40B4-BE49-F238E27FC236}">
                <a16:creationId xmlns:a16="http://schemas.microsoft.com/office/drawing/2014/main" id="{3061320A-97AB-23E9-6761-41EBD4CE0327}"/>
              </a:ext>
            </a:extLst>
          </p:cNvPr>
          <p:cNvSpPr>
            <a:spLocks noGrp="1"/>
          </p:cNvSpPr>
          <p:nvPr>
            <p:ph type="body" sz="quarter" idx="21"/>
          </p:nvPr>
        </p:nvSpPr>
        <p:spPr/>
        <p:txBody>
          <a:bodyPr/>
          <a:lstStyle/>
          <a:p>
            <a:endParaRPr lang="de-DE"/>
          </a:p>
        </p:txBody>
      </p:sp>
      <p:sp>
        <p:nvSpPr>
          <p:cNvPr id="13" name="Textplatzhalter 12">
            <a:extLst>
              <a:ext uri="{FF2B5EF4-FFF2-40B4-BE49-F238E27FC236}">
                <a16:creationId xmlns:a16="http://schemas.microsoft.com/office/drawing/2014/main" id="{A29F7D79-A4C6-3C75-9C5E-07935C5ABFD4}"/>
              </a:ext>
            </a:extLst>
          </p:cNvPr>
          <p:cNvSpPr>
            <a:spLocks noGrp="1"/>
          </p:cNvSpPr>
          <p:nvPr>
            <p:ph type="body" sz="quarter" idx="23"/>
          </p:nvPr>
        </p:nvSpPr>
        <p:spPr/>
        <p:txBody>
          <a:bodyPr/>
          <a:lstStyle/>
          <a:p>
            <a:endParaRPr lang="de-DE"/>
          </a:p>
        </p:txBody>
      </p:sp>
      <p:sp>
        <p:nvSpPr>
          <p:cNvPr id="14" name="Textplatzhalter 13">
            <a:extLst>
              <a:ext uri="{FF2B5EF4-FFF2-40B4-BE49-F238E27FC236}">
                <a16:creationId xmlns:a16="http://schemas.microsoft.com/office/drawing/2014/main" id="{6FE5C301-0ACC-EBDB-6E0C-39ADA578D409}"/>
              </a:ext>
            </a:extLst>
          </p:cNvPr>
          <p:cNvSpPr>
            <a:spLocks noGrp="1"/>
          </p:cNvSpPr>
          <p:nvPr>
            <p:ph type="body" sz="quarter" idx="25"/>
          </p:nvPr>
        </p:nvSpPr>
        <p:spPr/>
        <p:txBody>
          <a:bodyPr/>
          <a:lstStyle/>
          <a:p>
            <a:endParaRPr lang="de-DE" dirty="0"/>
          </a:p>
        </p:txBody>
      </p:sp>
      <p:sp>
        <p:nvSpPr>
          <p:cNvPr id="15" name="Textplatzhalter 14">
            <a:extLst>
              <a:ext uri="{FF2B5EF4-FFF2-40B4-BE49-F238E27FC236}">
                <a16:creationId xmlns:a16="http://schemas.microsoft.com/office/drawing/2014/main" id="{3B725B6F-043C-D65E-D4AA-43B134876AE7}"/>
              </a:ext>
            </a:extLst>
          </p:cNvPr>
          <p:cNvSpPr>
            <a:spLocks noGrp="1"/>
          </p:cNvSpPr>
          <p:nvPr>
            <p:ph type="body" sz="quarter" idx="27"/>
          </p:nvPr>
        </p:nvSpPr>
        <p:spPr/>
        <p:txBody>
          <a:bodyPr/>
          <a:lstStyle/>
          <a:p>
            <a:endParaRPr lang="de-DE"/>
          </a:p>
        </p:txBody>
      </p:sp>
      <p:sp>
        <p:nvSpPr>
          <p:cNvPr id="16" name="Textplatzhalter 15">
            <a:extLst>
              <a:ext uri="{FF2B5EF4-FFF2-40B4-BE49-F238E27FC236}">
                <a16:creationId xmlns:a16="http://schemas.microsoft.com/office/drawing/2014/main" id="{533EE7B2-5A90-2B91-CCB9-AB08B2468F22}"/>
              </a:ext>
            </a:extLst>
          </p:cNvPr>
          <p:cNvSpPr>
            <a:spLocks noGrp="1"/>
          </p:cNvSpPr>
          <p:nvPr>
            <p:ph type="body" sz="quarter" idx="29"/>
          </p:nvPr>
        </p:nvSpPr>
        <p:spPr/>
        <p:txBody>
          <a:bodyPr/>
          <a:lstStyle/>
          <a:p>
            <a:endParaRPr lang="de-DE"/>
          </a:p>
        </p:txBody>
      </p:sp>
      <p:sp>
        <p:nvSpPr>
          <p:cNvPr id="4" name="Textplatzhalter 3">
            <a:extLst>
              <a:ext uri="{FF2B5EF4-FFF2-40B4-BE49-F238E27FC236}">
                <a16:creationId xmlns:a16="http://schemas.microsoft.com/office/drawing/2014/main" id="{DB94CFED-3611-8EE1-66CD-A1DCC6BC6A87}"/>
              </a:ext>
            </a:extLst>
          </p:cNvPr>
          <p:cNvSpPr>
            <a:spLocks noGrp="1"/>
          </p:cNvSpPr>
          <p:nvPr>
            <p:ph type="body" sz="quarter" idx="10"/>
          </p:nvPr>
        </p:nvSpPr>
        <p:spPr/>
        <p:txBody>
          <a:bodyPr/>
          <a:lstStyle/>
          <a:p>
            <a:endParaRPr lang="de-DE"/>
          </a:p>
        </p:txBody>
      </p:sp>
      <p:sp>
        <p:nvSpPr>
          <p:cNvPr id="5" name="Textplatzhalter 4">
            <a:extLst>
              <a:ext uri="{FF2B5EF4-FFF2-40B4-BE49-F238E27FC236}">
                <a16:creationId xmlns:a16="http://schemas.microsoft.com/office/drawing/2014/main" id="{83A3D07E-0371-07EB-0942-001A76E397B6}"/>
              </a:ext>
            </a:extLst>
          </p:cNvPr>
          <p:cNvSpPr>
            <a:spLocks noGrp="1"/>
          </p:cNvSpPr>
          <p:nvPr>
            <p:ph type="body" sz="quarter" idx="12"/>
          </p:nvPr>
        </p:nvSpPr>
        <p:spPr/>
        <p:txBody>
          <a:bodyPr/>
          <a:lstStyle/>
          <a:p>
            <a:endParaRPr lang="de-DE" dirty="0"/>
          </a:p>
        </p:txBody>
      </p:sp>
      <p:sp>
        <p:nvSpPr>
          <p:cNvPr id="6" name="Textplatzhalter 5">
            <a:extLst>
              <a:ext uri="{FF2B5EF4-FFF2-40B4-BE49-F238E27FC236}">
                <a16:creationId xmlns:a16="http://schemas.microsoft.com/office/drawing/2014/main" id="{296266F0-BF8A-FA70-CB76-FD3DF6D4526A}"/>
              </a:ext>
            </a:extLst>
          </p:cNvPr>
          <p:cNvSpPr>
            <a:spLocks noGrp="1"/>
          </p:cNvSpPr>
          <p:nvPr>
            <p:ph type="body" sz="quarter" idx="13"/>
          </p:nvPr>
        </p:nvSpPr>
        <p:spPr/>
        <p:txBody>
          <a:bodyPr/>
          <a:lstStyle/>
          <a:p>
            <a:endParaRPr lang="de-DE" dirty="0"/>
          </a:p>
        </p:txBody>
      </p:sp>
      <p:sp>
        <p:nvSpPr>
          <p:cNvPr id="7" name="Textplatzhalter 6">
            <a:extLst>
              <a:ext uri="{FF2B5EF4-FFF2-40B4-BE49-F238E27FC236}">
                <a16:creationId xmlns:a16="http://schemas.microsoft.com/office/drawing/2014/main" id="{3D0A61C4-B83C-BEAF-68B9-B6E35A30FED1}"/>
              </a:ext>
            </a:extLst>
          </p:cNvPr>
          <p:cNvSpPr>
            <a:spLocks noGrp="1"/>
          </p:cNvSpPr>
          <p:nvPr>
            <p:ph type="body" sz="quarter" idx="14"/>
          </p:nvPr>
        </p:nvSpPr>
        <p:spPr/>
        <p:txBody>
          <a:bodyPr/>
          <a:lstStyle/>
          <a:p>
            <a:endParaRPr lang="de-DE" dirty="0"/>
          </a:p>
        </p:txBody>
      </p:sp>
      <p:sp>
        <p:nvSpPr>
          <p:cNvPr id="8" name="Textplatzhalter 7">
            <a:extLst>
              <a:ext uri="{FF2B5EF4-FFF2-40B4-BE49-F238E27FC236}">
                <a16:creationId xmlns:a16="http://schemas.microsoft.com/office/drawing/2014/main" id="{97E59C2A-5E63-2A30-59C5-228DAEAADCC4}"/>
              </a:ext>
            </a:extLst>
          </p:cNvPr>
          <p:cNvSpPr>
            <a:spLocks noGrp="1"/>
          </p:cNvSpPr>
          <p:nvPr>
            <p:ph type="body" sz="quarter" idx="15"/>
          </p:nvPr>
        </p:nvSpPr>
        <p:spPr/>
        <p:txBody>
          <a:bodyPr/>
          <a:lstStyle/>
          <a:p>
            <a:endParaRPr lang="de-DE" dirty="0"/>
          </a:p>
        </p:txBody>
      </p:sp>
      <p:sp>
        <p:nvSpPr>
          <p:cNvPr id="9" name="Textplatzhalter 8">
            <a:extLst>
              <a:ext uri="{FF2B5EF4-FFF2-40B4-BE49-F238E27FC236}">
                <a16:creationId xmlns:a16="http://schemas.microsoft.com/office/drawing/2014/main" id="{A0B7ED28-DD8F-DDEE-3481-6429669346F1}"/>
              </a:ext>
            </a:extLst>
          </p:cNvPr>
          <p:cNvSpPr>
            <a:spLocks noGrp="1"/>
          </p:cNvSpPr>
          <p:nvPr>
            <p:ph type="body" sz="quarter" idx="16"/>
          </p:nvPr>
        </p:nvSpPr>
        <p:spPr/>
        <p:txBody>
          <a:bodyPr/>
          <a:lstStyle/>
          <a:p>
            <a:endParaRPr lang="de-DE"/>
          </a:p>
        </p:txBody>
      </p:sp>
      <p:sp>
        <p:nvSpPr>
          <p:cNvPr id="10" name="Textplatzhalter 9">
            <a:extLst>
              <a:ext uri="{FF2B5EF4-FFF2-40B4-BE49-F238E27FC236}">
                <a16:creationId xmlns:a16="http://schemas.microsoft.com/office/drawing/2014/main" id="{F747A84D-3B47-099B-9FE8-642CA1BED00A}"/>
              </a:ext>
            </a:extLst>
          </p:cNvPr>
          <p:cNvSpPr>
            <a:spLocks noGrp="1"/>
          </p:cNvSpPr>
          <p:nvPr>
            <p:ph type="body" sz="quarter" idx="17"/>
          </p:nvPr>
        </p:nvSpPr>
        <p:spPr/>
        <p:txBody>
          <a:bodyPr/>
          <a:lstStyle/>
          <a:p>
            <a:endParaRPr lang="de-DE"/>
          </a:p>
        </p:txBody>
      </p:sp>
      <p:sp>
        <p:nvSpPr>
          <p:cNvPr id="17" name="Bildplatzhalter 16">
            <a:extLst>
              <a:ext uri="{FF2B5EF4-FFF2-40B4-BE49-F238E27FC236}">
                <a16:creationId xmlns:a16="http://schemas.microsoft.com/office/drawing/2014/main" id="{B0CEEFD5-17B3-F40F-2EED-4B30D3547644}"/>
              </a:ext>
            </a:extLst>
          </p:cNvPr>
          <p:cNvSpPr>
            <a:spLocks noGrp="1"/>
          </p:cNvSpPr>
          <p:nvPr>
            <p:ph type="pic" sz="quarter" idx="30"/>
          </p:nvPr>
        </p:nvSpPr>
        <p:spPr/>
        <p:txBody>
          <a:bodyPr/>
          <a:lstStyle/>
          <a:p>
            <a:endParaRPr lang="de-DE"/>
          </a:p>
        </p:txBody>
      </p:sp>
      <p:sp>
        <p:nvSpPr>
          <p:cNvPr id="18" name="Bildplatzhalter 17">
            <a:extLst>
              <a:ext uri="{FF2B5EF4-FFF2-40B4-BE49-F238E27FC236}">
                <a16:creationId xmlns:a16="http://schemas.microsoft.com/office/drawing/2014/main" id="{397B7F90-482E-C1A6-EA3C-55BF8A23D348}"/>
              </a:ext>
            </a:extLst>
          </p:cNvPr>
          <p:cNvSpPr>
            <a:spLocks noGrp="1"/>
          </p:cNvSpPr>
          <p:nvPr>
            <p:ph type="pic" sz="quarter" idx="31"/>
          </p:nvPr>
        </p:nvSpPr>
        <p:spPr/>
        <p:txBody>
          <a:bodyPr/>
          <a:lstStyle/>
          <a:p>
            <a:endParaRPr lang="de-DE"/>
          </a:p>
        </p:txBody>
      </p:sp>
      <p:sp>
        <p:nvSpPr>
          <p:cNvPr id="19" name="Bildplatzhalter 18">
            <a:extLst>
              <a:ext uri="{FF2B5EF4-FFF2-40B4-BE49-F238E27FC236}">
                <a16:creationId xmlns:a16="http://schemas.microsoft.com/office/drawing/2014/main" id="{AAA8558C-A5B4-5CA0-D151-F16782BBC1E8}"/>
              </a:ext>
            </a:extLst>
          </p:cNvPr>
          <p:cNvSpPr>
            <a:spLocks noGrp="1"/>
          </p:cNvSpPr>
          <p:nvPr>
            <p:ph type="pic" sz="quarter" idx="32"/>
          </p:nvPr>
        </p:nvSpPr>
        <p:spPr/>
        <p:txBody>
          <a:bodyPr/>
          <a:lstStyle/>
          <a:p>
            <a:endParaRPr lang="de-DE"/>
          </a:p>
        </p:txBody>
      </p:sp>
      <p:sp>
        <p:nvSpPr>
          <p:cNvPr id="20" name="Bildplatzhalter 19">
            <a:extLst>
              <a:ext uri="{FF2B5EF4-FFF2-40B4-BE49-F238E27FC236}">
                <a16:creationId xmlns:a16="http://schemas.microsoft.com/office/drawing/2014/main" id="{339697D5-AA39-0C34-4B6F-A7DC78E60948}"/>
              </a:ext>
            </a:extLst>
          </p:cNvPr>
          <p:cNvSpPr>
            <a:spLocks noGrp="1"/>
          </p:cNvSpPr>
          <p:nvPr>
            <p:ph type="pic" sz="quarter" idx="33"/>
          </p:nvPr>
        </p:nvSpPr>
        <p:spPr/>
        <p:txBody>
          <a:bodyPr/>
          <a:lstStyle/>
          <a:p>
            <a:endParaRPr lang="de-DE"/>
          </a:p>
        </p:txBody>
      </p:sp>
      <p:sp>
        <p:nvSpPr>
          <p:cNvPr id="21" name="Bildplatzhalter 20">
            <a:extLst>
              <a:ext uri="{FF2B5EF4-FFF2-40B4-BE49-F238E27FC236}">
                <a16:creationId xmlns:a16="http://schemas.microsoft.com/office/drawing/2014/main" id="{C0FE9F39-E2E7-AABF-7043-0163932AF532}"/>
              </a:ext>
            </a:extLst>
          </p:cNvPr>
          <p:cNvSpPr>
            <a:spLocks noGrp="1"/>
          </p:cNvSpPr>
          <p:nvPr>
            <p:ph type="pic" sz="quarter" idx="34"/>
          </p:nvPr>
        </p:nvSpPr>
        <p:spPr/>
        <p:txBody>
          <a:bodyPr/>
          <a:lstStyle/>
          <a:p>
            <a:endParaRPr lang="de-DE"/>
          </a:p>
        </p:txBody>
      </p:sp>
      <p:sp>
        <p:nvSpPr>
          <p:cNvPr id="22" name="Bildplatzhalter 21">
            <a:extLst>
              <a:ext uri="{FF2B5EF4-FFF2-40B4-BE49-F238E27FC236}">
                <a16:creationId xmlns:a16="http://schemas.microsoft.com/office/drawing/2014/main" id="{18964A9A-D5DA-7D69-20E8-ADFE65555596}"/>
              </a:ext>
            </a:extLst>
          </p:cNvPr>
          <p:cNvSpPr>
            <a:spLocks noGrp="1"/>
          </p:cNvSpPr>
          <p:nvPr>
            <p:ph type="pic" sz="quarter" idx="35"/>
          </p:nvPr>
        </p:nvSpPr>
        <p:spPr/>
        <p:txBody>
          <a:bodyPr/>
          <a:lstStyle/>
          <a:p>
            <a:endParaRPr lang="de-DE"/>
          </a:p>
        </p:txBody>
      </p:sp>
      <p:sp>
        <p:nvSpPr>
          <p:cNvPr id="23" name="Textplatzhalter 22">
            <a:extLst>
              <a:ext uri="{FF2B5EF4-FFF2-40B4-BE49-F238E27FC236}">
                <a16:creationId xmlns:a16="http://schemas.microsoft.com/office/drawing/2014/main" id="{FB1A5277-F668-EB24-BCDF-E8019EAD9E37}"/>
              </a:ext>
            </a:extLst>
          </p:cNvPr>
          <p:cNvSpPr>
            <a:spLocks noGrp="1"/>
          </p:cNvSpPr>
          <p:nvPr>
            <p:ph type="body" sz="quarter" idx="36"/>
          </p:nvPr>
        </p:nvSpPr>
        <p:spPr/>
        <p:txBody>
          <a:bodyPr/>
          <a:lstStyle/>
          <a:p>
            <a:endParaRPr lang="de-DE"/>
          </a:p>
        </p:txBody>
      </p:sp>
      <p:sp>
        <p:nvSpPr>
          <p:cNvPr id="24" name="Footer Placeholder 6">
            <a:extLst>
              <a:ext uri="{FF2B5EF4-FFF2-40B4-BE49-F238E27FC236}">
                <a16:creationId xmlns:a16="http://schemas.microsoft.com/office/drawing/2014/main" id="{FAE336D3-0091-4FCC-9288-AABA5EA3F00B}"/>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lstStyle>
            <a:lvl1pPr algn="l">
              <a:defRPr sz="900">
                <a:solidFill>
                  <a:schemeClr val="tx1">
                    <a:tint val="82000"/>
                  </a:schemeClr>
                </a:solidFill>
              </a:defRPr>
            </a:lvl1pPr>
          </a:lstStyle>
          <a:p>
            <a:endParaRPr lang="en-GB"/>
          </a:p>
        </p:txBody>
      </p:sp>
    </p:spTree>
    <p:extLst>
      <p:ext uri="{BB962C8B-B14F-4D97-AF65-F5344CB8AC3E}">
        <p14:creationId xmlns:p14="http://schemas.microsoft.com/office/powerpoint/2010/main" val="3641812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010672-5985-DEE6-6329-8F7475A75F49}"/>
              </a:ext>
            </a:extLst>
          </p:cNvPr>
          <p:cNvGraphicFramePr>
            <a:graphicFrameLocks noChangeAspect="1"/>
          </p:cNvGraphicFramePr>
          <p:nvPr>
            <p:custDataLst>
              <p:tags r:id="rId1"/>
            </p:custDataLst>
            <p:extLst>
              <p:ext uri="{D42A27DB-BD31-4B8C-83A1-F6EECF244321}">
                <p14:modId xmlns:p14="http://schemas.microsoft.com/office/powerpoint/2010/main" val="4165797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49010672-5985-DEE6-6329-8F7475A75F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platzhalter 1">
            <a:extLst>
              <a:ext uri="{FF2B5EF4-FFF2-40B4-BE49-F238E27FC236}">
                <a16:creationId xmlns:a16="http://schemas.microsoft.com/office/drawing/2014/main" id="{A758900A-A491-31EE-B74E-BE346F555054}"/>
              </a:ext>
            </a:extLst>
          </p:cNvPr>
          <p:cNvSpPr>
            <a:spLocks noGrp="1"/>
          </p:cNvSpPr>
          <p:nvPr>
            <p:ph type="body" sz="quarter" idx="10"/>
          </p:nvPr>
        </p:nvSpPr>
        <p:spPr>
          <a:xfrm>
            <a:off x="690605" y="3242373"/>
            <a:ext cx="4714789" cy="590931"/>
          </a:xfrm>
        </p:spPr>
        <p:txBody>
          <a:bodyPr/>
          <a:lstStyle/>
          <a:p>
            <a:endParaRPr lang="de-DE" dirty="0"/>
          </a:p>
        </p:txBody>
      </p:sp>
      <p:sp>
        <p:nvSpPr>
          <p:cNvPr id="3" name="Textplatzhalter 2">
            <a:extLst>
              <a:ext uri="{FF2B5EF4-FFF2-40B4-BE49-F238E27FC236}">
                <a16:creationId xmlns:a16="http://schemas.microsoft.com/office/drawing/2014/main" id="{4FCE1688-4B37-B80B-99EA-9637FDFCFE27}"/>
              </a:ext>
            </a:extLst>
          </p:cNvPr>
          <p:cNvSpPr>
            <a:spLocks noGrp="1"/>
          </p:cNvSpPr>
          <p:nvPr>
            <p:ph type="body" sz="quarter" idx="11"/>
          </p:nvPr>
        </p:nvSpPr>
        <p:spPr/>
        <p:txBody>
          <a:bodyPr/>
          <a:lstStyle/>
          <a:p>
            <a:endParaRPr lang="de-DE" dirty="0"/>
          </a:p>
        </p:txBody>
      </p:sp>
      <p:sp>
        <p:nvSpPr>
          <p:cNvPr id="4" name="Bildplatzhalter 3">
            <a:extLst>
              <a:ext uri="{FF2B5EF4-FFF2-40B4-BE49-F238E27FC236}">
                <a16:creationId xmlns:a16="http://schemas.microsoft.com/office/drawing/2014/main" id="{B88B7D69-B5E3-E0CE-22B8-5BB0606A862A}"/>
              </a:ext>
            </a:extLst>
          </p:cNvPr>
          <p:cNvSpPr>
            <a:spLocks noGrp="1"/>
          </p:cNvSpPr>
          <p:nvPr>
            <p:ph type="pic" sz="quarter" idx="12"/>
          </p:nvPr>
        </p:nvSpPr>
        <p:spPr/>
        <p:txBody>
          <a:bodyPr/>
          <a:lstStyle/>
          <a:p>
            <a:endParaRPr lang="de-DE"/>
          </a:p>
        </p:txBody>
      </p:sp>
      <p:sp>
        <p:nvSpPr>
          <p:cNvPr id="5" name="Bildplatzhalter 4">
            <a:extLst>
              <a:ext uri="{FF2B5EF4-FFF2-40B4-BE49-F238E27FC236}">
                <a16:creationId xmlns:a16="http://schemas.microsoft.com/office/drawing/2014/main" id="{AE00BEA1-70F1-809E-6432-A60A49A2E0E9}"/>
              </a:ext>
            </a:extLst>
          </p:cNvPr>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39330155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0E3BE29-9030-A9EF-76D4-52A1E3974369}"/>
              </a:ext>
            </a:extLst>
          </p:cNvPr>
          <p:cNvGraphicFramePr>
            <a:graphicFrameLocks noChangeAspect="1"/>
          </p:cNvGraphicFramePr>
          <p:nvPr>
            <p:custDataLst>
              <p:tags r:id="rId1"/>
            </p:custDataLst>
            <p:extLst>
              <p:ext uri="{D42A27DB-BD31-4B8C-83A1-F6EECF244321}">
                <p14:modId xmlns:p14="http://schemas.microsoft.com/office/powerpoint/2010/main" val="106730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60E3BE29-9030-A9EF-76D4-52A1E39743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 name="Textplatzhalter 25">
            <a:extLst>
              <a:ext uri="{FF2B5EF4-FFF2-40B4-BE49-F238E27FC236}">
                <a16:creationId xmlns:a16="http://schemas.microsoft.com/office/drawing/2014/main" id="{01DDD822-F09C-8C2E-F5DD-4AA2497D9021}"/>
              </a:ext>
            </a:extLst>
          </p:cNvPr>
          <p:cNvSpPr>
            <a:spLocks noGrp="1"/>
          </p:cNvSpPr>
          <p:nvPr>
            <p:ph type="body" sz="quarter" idx="19"/>
          </p:nvPr>
        </p:nvSpPr>
        <p:spPr/>
        <p:txBody>
          <a:bodyPr/>
          <a:lstStyle/>
          <a:p>
            <a:endParaRPr lang="de-DE" dirty="0"/>
          </a:p>
        </p:txBody>
      </p:sp>
      <p:sp>
        <p:nvSpPr>
          <p:cNvPr id="29" name="Textplatzhalter 28">
            <a:extLst>
              <a:ext uri="{FF2B5EF4-FFF2-40B4-BE49-F238E27FC236}">
                <a16:creationId xmlns:a16="http://schemas.microsoft.com/office/drawing/2014/main" id="{AC4B17AB-84A1-357A-CC51-BA32C9E163E1}"/>
              </a:ext>
            </a:extLst>
          </p:cNvPr>
          <p:cNvSpPr>
            <a:spLocks noGrp="1"/>
          </p:cNvSpPr>
          <p:nvPr>
            <p:ph type="body" sz="quarter" idx="47"/>
          </p:nvPr>
        </p:nvSpPr>
        <p:spPr/>
        <p:txBody>
          <a:bodyPr/>
          <a:lstStyle/>
          <a:p>
            <a:endParaRPr lang="de-DE"/>
          </a:p>
        </p:txBody>
      </p:sp>
      <p:sp>
        <p:nvSpPr>
          <p:cNvPr id="28" name="Textplatzhalter 27">
            <a:extLst>
              <a:ext uri="{FF2B5EF4-FFF2-40B4-BE49-F238E27FC236}">
                <a16:creationId xmlns:a16="http://schemas.microsoft.com/office/drawing/2014/main" id="{64918DE4-333F-D4F9-DFC0-1CD9A5ED2D69}"/>
              </a:ext>
            </a:extLst>
          </p:cNvPr>
          <p:cNvSpPr>
            <a:spLocks noGrp="1"/>
          </p:cNvSpPr>
          <p:nvPr>
            <p:ph type="body" sz="quarter" idx="46"/>
          </p:nvPr>
        </p:nvSpPr>
        <p:spPr/>
        <p:txBody>
          <a:bodyPr/>
          <a:lstStyle/>
          <a:p>
            <a:endParaRPr lang="de-DE" dirty="0"/>
          </a:p>
        </p:txBody>
      </p:sp>
      <p:sp>
        <p:nvSpPr>
          <p:cNvPr id="24" name="Textplatzhalter 23">
            <a:extLst>
              <a:ext uri="{FF2B5EF4-FFF2-40B4-BE49-F238E27FC236}">
                <a16:creationId xmlns:a16="http://schemas.microsoft.com/office/drawing/2014/main" id="{1DCB8D6C-A949-716A-2B9B-391790D8F79A}"/>
              </a:ext>
            </a:extLst>
          </p:cNvPr>
          <p:cNvSpPr>
            <a:spLocks noGrp="1"/>
          </p:cNvSpPr>
          <p:nvPr>
            <p:ph type="body" sz="quarter" idx="10"/>
          </p:nvPr>
        </p:nvSpPr>
        <p:spPr/>
        <p:txBody>
          <a:bodyPr/>
          <a:lstStyle/>
          <a:p>
            <a:endParaRPr lang="de-DE"/>
          </a:p>
        </p:txBody>
      </p:sp>
      <p:sp>
        <p:nvSpPr>
          <p:cNvPr id="49" name="Footer Placeholder 6">
            <a:extLst>
              <a:ext uri="{FF2B5EF4-FFF2-40B4-BE49-F238E27FC236}">
                <a16:creationId xmlns:a16="http://schemas.microsoft.com/office/drawing/2014/main" id="{A293FEF7-C90E-EA67-7F0C-CBF04E125790}"/>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27" name="Textplatzhalter 26">
            <a:extLst>
              <a:ext uri="{FF2B5EF4-FFF2-40B4-BE49-F238E27FC236}">
                <a16:creationId xmlns:a16="http://schemas.microsoft.com/office/drawing/2014/main" id="{3D5DAEFD-8BA1-4075-FC9D-56F3F22634B2}"/>
              </a:ext>
            </a:extLst>
          </p:cNvPr>
          <p:cNvSpPr>
            <a:spLocks noGrp="1"/>
          </p:cNvSpPr>
          <p:nvPr>
            <p:ph type="body" sz="quarter" idx="28"/>
          </p:nvPr>
        </p:nvSpPr>
        <p:spPr/>
        <p:txBody>
          <a:bodyPr/>
          <a:lstStyle/>
          <a:p>
            <a:endParaRPr lang="de-DE" dirty="0"/>
          </a:p>
        </p:txBody>
      </p:sp>
      <p:sp>
        <p:nvSpPr>
          <p:cNvPr id="30" name="Textplatzhalter 29">
            <a:extLst>
              <a:ext uri="{FF2B5EF4-FFF2-40B4-BE49-F238E27FC236}">
                <a16:creationId xmlns:a16="http://schemas.microsoft.com/office/drawing/2014/main" id="{CE565A10-D3EF-C9F3-FF21-30480224A660}"/>
              </a:ext>
            </a:extLst>
          </p:cNvPr>
          <p:cNvSpPr>
            <a:spLocks noGrp="1"/>
          </p:cNvSpPr>
          <p:nvPr>
            <p:ph type="body" sz="quarter" idx="48"/>
          </p:nvPr>
        </p:nvSpPr>
        <p:spPr/>
        <p:txBody>
          <a:bodyPr/>
          <a:lstStyle/>
          <a:p>
            <a:endParaRPr lang="de-DE" dirty="0"/>
          </a:p>
        </p:txBody>
      </p:sp>
      <p:sp>
        <p:nvSpPr>
          <p:cNvPr id="31" name="Textplatzhalter 30">
            <a:extLst>
              <a:ext uri="{FF2B5EF4-FFF2-40B4-BE49-F238E27FC236}">
                <a16:creationId xmlns:a16="http://schemas.microsoft.com/office/drawing/2014/main" id="{93E60802-3592-2F4C-9E28-BDD376FB7396}"/>
              </a:ext>
            </a:extLst>
          </p:cNvPr>
          <p:cNvSpPr>
            <a:spLocks noGrp="1"/>
          </p:cNvSpPr>
          <p:nvPr>
            <p:ph type="body" sz="quarter" idx="49"/>
          </p:nvPr>
        </p:nvSpPr>
        <p:spPr/>
        <p:txBody>
          <a:bodyPr/>
          <a:lstStyle/>
          <a:p>
            <a:endParaRPr lang="de-DE" dirty="0"/>
          </a:p>
        </p:txBody>
      </p:sp>
      <p:sp>
        <p:nvSpPr>
          <p:cNvPr id="32" name="Textplatzhalter 31">
            <a:extLst>
              <a:ext uri="{FF2B5EF4-FFF2-40B4-BE49-F238E27FC236}">
                <a16:creationId xmlns:a16="http://schemas.microsoft.com/office/drawing/2014/main" id="{A30FC448-10FE-D834-D739-68B8158709BC}"/>
              </a:ext>
            </a:extLst>
          </p:cNvPr>
          <p:cNvSpPr>
            <a:spLocks noGrp="1"/>
          </p:cNvSpPr>
          <p:nvPr>
            <p:ph type="body" sz="quarter" idx="50"/>
          </p:nvPr>
        </p:nvSpPr>
        <p:spPr/>
        <p:txBody>
          <a:bodyPr/>
          <a:lstStyle/>
          <a:p>
            <a:endParaRPr lang="de-DE"/>
          </a:p>
        </p:txBody>
      </p:sp>
      <p:sp>
        <p:nvSpPr>
          <p:cNvPr id="33" name="Textplatzhalter 32">
            <a:extLst>
              <a:ext uri="{FF2B5EF4-FFF2-40B4-BE49-F238E27FC236}">
                <a16:creationId xmlns:a16="http://schemas.microsoft.com/office/drawing/2014/main" id="{B2E02581-3032-AE33-E624-87E16EB740AA}"/>
              </a:ext>
            </a:extLst>
          </p:cNvPr>
          <p:cNvSpPr>
            <a:spLocks noGrp="1"/>
          </p:cNvSpPr>
          <p:nvPr>
            <p:ph type="body" sz="quarter" idx="51"/>
          </p:nvPr>
        </p:nvSpPr>
        <p:spPr/>
        <p:txBody>
          <a:bodyPr/>
          <a:lstStyle/>
          <a:p>
            <a:endParaRPr lang="de-DE"/>
          </a:p>
        </p:txBody>
      </p:sp>
      <p:sp>
        <p:nvSpPr>
          <p:cNvPr id="50" name="Textplatzhalter 49">
            <a:extLst>
              <a:ext uri="{FF2B5EF4-FFF2-40B4-BE49-F238E27FC236}">
                <a16:creationId xmlns:a16="http://schemas.microsoft.com/office/drawing/2014/main" id="{B77E4D25-1C05-5321-12BC-F261050DEAD9}"/>
              </a:ext>
            </a:extLst>
          </p:cNvPr>
          <p:cNvSpPr>
            <a:spLocks noGrp="1"/>
          </p:cNvSpPr>
          <p:nvPr>
            <p:ph type="body" sz="quarter" idx="52"/>
          </p:nvPr>
        </p:nvSpPr>
        <p:spPr/>
        <p:txBody>
          <a:bodyPr/>
          <a:lstStyle/>
          <a:p>
            <a:endParaRPr lang="de-DE" dirty="0"/>
          </a:p>
        </p:txBody>
      </p:sp>
      <p:sp>
        <p:nvSpPr>
          <p:cNvPr id="51" name="Textplatzhalter 50">
            <a:extLst>
              <a:ext uri="{FF2B5EF4-FFF2-40B4-BE49-F238E27FC236}">
                <a16:creationId xmlns:a16="http://schemas.microsoft.com/office/drawing/2014/main" id="{B90F4AB2-54A1-7C72-2DD7-93FB0484087C}"/>
              </a:ext>
            </a:extLst>
          </p:cNvPr>
          <p:cNvSpPr>
            <a:spLocks noGrp="1"/>
          </p:cNvSpPr>
          <p:nvPr>
            <p:ph type="body" sz="quarter" idx="53"/>
          </p:nvPr>
        </p:nvSpPr>
        <p:spPr/>
        <p:txBody>
          <a:bodyPr/>
          <a:lstStyle/>
          <a:p>
            <a:endParaRPr lang="de-DE" dirty="0"/>
          </a:p>
        </p:txBody>
      </p:sp>
      <p:sp>
        <p:nvSpPr>
          <p:cNvPr id="52" name="Textplatzhalter 51">
            <a:extLst>
              <a:ext uri="{FF2B5EF4-FFF2-40B4-BE49-F238E27FC236}">
                <a16:creationId xmlns:a16="http://schemas.microsoft.com/office/drawing/2014/main" id="{9B16DF3A-0254-96F6-CCA6-DF7FB6073A11}"/>
              </a:ext>
            </a:extLst>
          </p:cNvPr>
          <p:cNvSpPr>
            <a:spLocks noGrp="1"/>
          </p:cNvSpPr>
          <p:nvPr>
            <p:ph type="body" sz="quarter" idx="54"/>
          </p:nvPr>
        </p:nvSpPr>
        <p:spPr/>
        <p:txBody>
          <a:bodyPr/>
          <a:lstStyle/>
          <a:p>
            <a:endParaRPr lang="de-DE" dirty="0"/>
          </a:p>
        </p:txBody>
      </p:sp>
      <p:sp>
        <p:nvSpPr>
          <p:cNvPr id="25" name="Textplatzhalter 24">
            <a:extLst>
              <a:ext uri="{FF2B5EF4-FFF2-40B4-BE49-F238E27FC236}">
                <a16:creationId xmlns:a16="http://schemas.microsoft.com/office/drawing/2014/main" id="{0B3CE3A1-F796-34E4-AC50-70051F3414E1}"/>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20277412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595CF5F-CE9A-90C8-A11A-D869B663D9FF}"/>
              </a:ext>
            </a:extLst>
          </p:cNvPr>
          <p:cNvGraphicFramePr>
            <a:graphicFrameLocks noChangeAspect="1"/>
          </p:cNvGraphicFramePr>
          <p:nvPr>
            <p:custDataLst>
              <p:tags r:id="rId1"/>
            </p:custDataLst>
            <p:extLst>
              <p:ext uri="{D42A27DB-BD31-4B8C-83A1-F6EECF244321}">
                <p14:modId xmlns:p14="http://schemas.microsoft.com/office/powerpoint/2010/main" val="40219004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5595CF5F-CE9A-90C8-A11A-D869B663D9F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35E5D1BC-6D53-1819-2903-84F78E2DD563}"/>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E174E264-D320-4389-43B2-02C1360B043E}"/>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3958DD83-CFE8-76D2-FBA9-4A60FE4327D9}"/>
              </a:ext>
            </a:extLst>
          </p:cNvPr>
          <p:cNvSpPr>
            <a:spLocks noGrp="1"/>
          </p:cNvSpPr>
          <p:nvPr>
            <p:ph type="body" sz="quarter" idx="19"/>
          </p:nvPr>
        </p:nvSpPr>
        <p:spPr/>
        <p:txBody>
          <a:bodyPr/>
          <a:lstStyle/>
          <a:p>
            <a:endParaRPr lang="de-DE" dirty="0"/>
          </a:p>
        </p:txBody>
      </p:sp>
      <p:sp>
        <p:nvSpPr>
          <p:cNvPr id="4" name="Textplatzhalter 3">
            <a:extLst>
              <a:ext uri="{FF2B5EF4-FFF2-40B4-BE49-F238E27FC236}">
                <a16:creationId xmlns:a16="http://schemas.microsoft.com/office/drawing/2014/main" id="{50084BB4-288B-BB88-C661-124BDD195295}"/>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703319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28CE2E1-BF17-3726-2A5C-811A6D465E20}"/>
              </a:ext>
            </a:extLst>
          </p:cNvPr>
          <p:cNvGraphicFramePr>
            <a:graphicFrameLocks noChangeAspect="1"/>
          </p:cNvGraphicFramePr>
          <p:nvPr>
            <p:custDataLst>
              <p:tags r:id="rId1"/>
            </p:custDataLst>
            <p:extLst>
              <p:ext uri="{D42A27DB-BD31-4B8C-83A1-F6EECF244321}">
                <p14:modId xmlns:p14="http://schemas.microsoft.com/office/powerpoint/2010/main" val="1115732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D28CE2E1-BF17-3726-2A5C-811A6D465E2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5C2BA797-3A08-1909-F07B-8976D84E7A0D}"/>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D7822F93-C8B0-63F6-03D0-2264BEDB7096}"/>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9F72B3BA-66DC-6014-43C9-F32CB49A9460}"/>
              </a:ext>
            </a:extLst>
          </p:cNvPr>
          <p:cNvSpPr>
            <a:spLocks noGrp="1"/>
          </p:cNvSpPr>
          <p:nvPr>
            <p:ph type="body" sz="quarter" idx="19"/>
          </p:nvPr>
        </p:nvSpPr>
        <p:spPr/>
        <p:txBody>
          <a:bodyPr/>
          <a:lstStyle/>
          <a:p>
            <a:endParaRPr lang="de-DE"/>
          </a:p>
        </p:txBody>
      </p:sp>
      <p:sp>
        <p:nvSpPr>
          <p:cNvPr id="11" name="Textplatzhalter 10">
            <a:extLst>
              <a:ext uri="{FF2B5EF4-FFF2-40B4-BE49-F238E27FC236}">
                <a16:creationId xmlns:a16="http://schemas.microsoft.com/office/drawing/2014/main" id="{05625022-F54D-44CE-8CA3-65D924B95C19}"/>
              </a:ext>
            </a:extLst>
          </p:cNvPr>
          <p:cNvSpPr>
            <a:spLocks noGrp="1"/>
          </p:cNvSpPr>
          <p:nvPr>
            <p:ph type="body" sz="quarter" idx="20"/>
          </p:nvPr>
        </p:nvSpPr>
        <p:spPr/>
        <p:txBody>
          <a:bodyPr/>
          <a:lstStyle/>
          <a:p>
            <a:endParaRPr lang="de-DE" dirty="0"/>
          </a:p>
        </p:txBody>
      </p:sp>
      <p:sp>
        <p:nvSpPr>
          <p:cNvPr id="4" name="Textplatzhalter 3">
            <a:extLst>
              <a:ext uri="{FF2B5EF4-FFF2-40B4-BE49-F238E27FC236}">
                <a16:creationId xmlns:a16="http://schemas.microsoft.com/office/drawing/2014/main" id="{7FBD276D-10AC-4495-3184-3EEEAC3518D6}"/>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2096554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B042DC2-53BB-A6FE-A2B6-5B3AE4493336}"/>
              </a:ext>
            </a:extLst>
          </p:cNvPr>
          <p:cNvGraphicFramePr>
            <a:graphicFrameLocks noChangeAspect="1"/>
          </p:cNvGraphicFramePr>
          <p:nvPr>
            <p:custDataLst>
              <p:tags r:id="rId1"/>
            </p:custDataLst>
            <p:extLst>
              <p:ext uri="{D42A27DB-BD31-4B8C-83A1-F6EECF244321}">
                <p14:modId xmlns:p14="http://schemas.microsoft.com/office/powerpoint/2010/main" val="2370538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BB042DC2-53BB-A6FE-A2B6-5B3AE44933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147CC1BD-9A74-0547-4EDF-06B0B0E4C816}"/>
              </a:ext>
            </a:extLst>
          </p:cNvPr>
          <p:cNvSpPr>
            <a:spLocks noGrp="1"/>
          </p:cNvSpPr>
          <p:nvPr>
            <p:ph type="body" sz="quarter" idx="20"/>
          </p:nvPr>
        </p:nvSpPr>
        <p:spPr/>
        <p:txBody>
          <a:bodyPr/>
          <a:lstStyle/>
          <a:p>
            <a:endParaRPr lang="en-US" dirty="0"/>
          </a:p>
        </p:txBody>
      </p:sp>
      <p:sp>
        <p:nvSpPr>
          <p:cNvPr id="4" name="Text Placeholder 3">
            <a:extLst>
              <a:ext uri="{FF2B5EF4-FFF2-40B4-BE49-F238E27FC236}">
                <a16:creationId xmlns:a16="http://schemas.microsoft.com/office/drawing/2014/main" id="{0EDBB765-9AA7-A104-C9FB-C0798E63B6BD}"/>
              </a:ext>
            </a:extLst>
          </p:cNvPr>
          <p:cNvSpPr>
            <a:spLocks noGrp="1"/>
          </p:cNvSpPr>
          <p:nvPr>
            <p:ph type="body" sz="quarter" idx="21"/>
          </p:nvPr>
        </p:nvSpPr>
        <p:spPr/>
        <p:txBody>
          <a:bodyPr/>
          <a:lstStyle/>
          <a:p>
            <a:endParaRPr lang="en-US" dirty="0"/>
          </a:p>
        </p:txBody>
      </p:sp>
      <p:sp>
        <p:nvSpPr>
          <p:cNvPr id="5" name="Text Placeholder 4">
            <a:extLst>
              <a:ext uri="{FF2B5EF4-FFF2-40B4-BE49-F238E27FC236}">
                <a16:creationId xmlns:a16="http://schemas.microsoft.com/office/drawing/2014/main" id="{E47BC47D-5C80-ABBB-FC66-C8B82B6936E8}"/>
              </a:ext>
            </a:extLst>
          </p:cNvPr>
          <p:cNvSpPr>
            <a:spLocks noGrp="1"/>
          </p:cNvSpPr>
          <p:nvPr>
            <p:ph type="body" sz="quarter" idx="22"/>
          </p:nvPr>
        </p:nvSpPr>
        <p:spPr/>
        <p:txBody>
          <a:bodyPr/>
          <a:lstStyle/>
          <a:p>
            <a:endParaRPr lang="en-US"/>
          </a:p>
        </p:txBody>
      </p:sp>
      <p:sp>
        <p:nvSpPr>
          <p:cNvPr id="6" name="Text Placeholder 5">
            <a:extLst>
              <a:ext uri="{FF2B5EF4-FFF2-40B4-BE49-F238E27FC236}">
                <a16:creationId xmlns:a16="http://schemas.microsoft.com/office/drawing/2014/main" id="{D1EED7C6-EF38-8836-84A8-D43A44FB5A58}"/>
              </a:ext>
            </a:extLst>
          </p:cNvPr>
          <p:cNvSpPr>
            <a:spLocks noGrp="1"/>
          </p:cNvSpPr>
          <p:nvPr>
            <p:ph type="body" sz="quarter" idx="33"/>
          </p:nvPr>
        </p:nvSpPr>
        <p:spPr/>
        <p:txBody>
          <a:bodyPr/>
          <a:lstStyle/>
          <a:p>
            <a:endParaRPr lang="en-US" dirty="0"/>
          </a:p>
        </p:txBody>
      </p:sp>
      <p:sp>
        <p:nvSpPr>
          <p:cNvPr id="7" name="Text Placeholder 6">
            <a:extLst>
              <a:ext uri="{FF2B5EF4-FFF2-40B4-BE49-F238E27FC236}">
                <a16:creationId xmlns:a16="http://schemas.microsoft.com/office/drawing/2014/main" id="{CE23A9D8-CA55-FEBB-0B96-46854D8A0607}"/>
              </a:ext>
            </a:extLst>
          </p:cNvPr>
          <p:cNvSpPr>
            <a:spLocks noGrp="1"/>
          </p:cNvSpPr>
          <p:nvPr>
            <p:ph type="body" sz="quarter" idx="34"/>
          </p:nvPr>
        </p:nvSpPr>
        <p:spPr/>
        <p:txBody>
          <a:bodyPr/>
          <a:lstStyle/>
          <a:p>
            <a:endParaRPr lang="en-US"/>
          </a:p>
        </p:txBody>
      </p:sp>
      <p:sp>
        <p:nvSpPr>
          <p:cNvPr id="11" name="Text Placeholder 10">
            <a:extLst>
              <a:ext uri="{FF2B5EF4-FFF2-40B4-BE49-F238E27FC236}">
                <a16:creationId xmlns:a16="http://schemas.microsoft.com/office/drawing/2014/main" id="{3618A30E-3507-B15F-5F1E-2815073F3918}"/>
              </a:ext>
            </a:extLst>
          </p:cNvPr>
          <p:cNvSpPr>
            <a:spLocks noGrp="1"/>
          </p:cNvSpPr>
          <p:nvPr>
            <p:ph type="body" sz="quarter" idx="35"/>
          </p:nvPr>
        </p:nvSpPr>
        <p:spPr/>
        <p:txBody>
          <a:bodyPr/>
          <a:lstStyle/>
          <a:p>
            <a:endParaRPr lang="en-US"/>
          </a:p>
        </p:txBody>
      </p:sp>
    </p:spTree>
    <p:extLst>
      <p:ext uri="{BB962C8B-B14F-4D97-AF65-F5344CB8AC3E}">
        <p14:creationId xmlns:p14="http://schemas.microsoft.com/office/powerpoint/2010/main" val="3326440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EFAF904-0449-01E3-D009-F84ABE3FE481}"/>
              </a:ext>
            </a:extLst>
          </p:cNvPr>
          <p:cNvGraphicFramePr>
            <a:graphicFrameLocks noChangeAspect="1"/>
          </p:cNvGraphicFramePr>
          <p:nvPr>
            <p:custDataLst>
              <p:tags r:id="rId1"/>
            </p:custDataLst>
            <p:extLst>
              <p:ext uri="{D42A27DB-BD31-4B8C-83A1-F6EECF244321}">
                <p14:modId xmlns:p14="http://schemas.microsoft.com/office/powerpoint/2010/main" val="3626074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BEFAF904-0449-01E3-D009-F84ABE3FE4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 name="Textplatzhalter 19">
            <a:extLst>
              <a:ext uri="{FF2B5EF4-FFF2-40B4-BE49-F238E27FC236}">
                <a16:creationId xmlns:a16="http://schemas.microsoft.com/office/drawing/2014/main" id="{20C654B2-3582-EB13-7F08-682CFAA4E785}"/>
              </a:ext>
            </a:extLst>
          </p:cNvPr>
          <p:cNvSpPr>
            <a:spLocks noGrp="1"/>
          </p:cNvSpPr>
          <p:nvPr>
            <p:ph type="body" sz="quarter" idx="22"/>
          </p:nvPr>
        </p:nvSpPr>
        <p:spPr/>
        <p:txBody>
          <a:bodyPr/>
          <a:lstStyle/>
          <a:p>
            <a:endParaRPr lang="de-DE" dirty="0"/>
          </a:p>
        </p:txBody>
      </p:sp>
      <p:sp>
        <p:nvSpPr>
          <p:cNvPr id="21" name="Textplatzhalter 20">
            <a:extLst>
              <a:ext uri="{FF2B5EF4-FFF2-40B4-BE49-F238E27FC236}">
                <a16:creationId xmlns:a16="http://schemas.microsoft.com/office/drawing/2014/main" id="{B6FB536B-D370-D152-21C3-9EA0E3208ED8}"/>
              </a:ext>
            </a:extLst>
          </p:cNvPr>
          <p:cNvSpPr>
            <a:spLocks noGrp="1"/>
          </p:cNvSpPr>
          <p:nvPr>
            <p:ph type="body" sz="quarter" idx="23"/>
          </p:nvPr>
        </p:nvSpPr>
        <p:spPr/>
        <p:txBody>
          <a:bodyPr/>
          <a:lstStyle/>
          <a:p>
            <a:endParaRPr lang="de-DE"/>
          </a:p>
        </p:txBody>
      </p:sp>
      <p:sp>
        <p:nvSpPr>
          <p:cNvPr id="22" name="Textplatzhalter 21">
            <a:extLst>
              <a:ext uri="{FF2B5EF4-FFF2-40B4-BE49-F238E27FC236}">
                <a16:creationId xmlns:a16="http://schemas.microsoft.com/office/drawing/2014/main" id="{859FC6B1-3FCB-D553-217B-3346AD7597C7}"/>
              </a:ext>
            </a:extLst>
          </p:cNvPr>
          <p:cNvSpPr>
            <a:spLocks noGrp="1"/>
          </p:cNvSpPr>
          <p:nvPr>
            <p:ph type="body" sz="quarter" idx="24"/>
          </p:nvPr>
        </p:nvSpPr>
        <p:spPr/>
        <p:txBody>
          <a:bodyPr/>
          <a:lstStyle/>
          <a:p>
            <a:endParaRPr lang="de-DE"/>
          </a:p>
        </p:txBody>
      </p:sp>
      <p:sp>
        <p:nvSpPr>
          <p:cNvPr id="23" name="Textplatzhalter 22">
            <a:extLst>
              <a:ext uri="{FF2B5EF4-FFF2-40B4-BE49-F238E27FC236}">
                <a16:creationId xmlns:a16="http://schemas.microsoft.com/office/drawing/2014/main" id="{82A711CA-D4D9-EC9F-4EF4-889BD2A7104C}"/>
              </a:ext>
            </a:extLst>
          </p:cNvPr>
          <p:cNvSpPr>
            <a:spLocks noGrp="1"/>
          </p:cNvSpPr>
          <p:nvPr>
            <p:ph type="body" sz="quarter" idx="25"/>
          </p:nvPr>
        </p:nvSpPr>
        <p:spPr/>
        <p:txBody>
          <a:bodyPr/>
          <a:lstStyle/>
          <a:p>
            <a:endParaRPr lang="de-DE" dirty="0"/>
          </a:p>
        </p:txBody>
      </p:sp>
      <p:sp>
        <p:nvSpPr>
          <p:cNvPr id="24" name="Textplatzhalter 23">
            <a:extLst>
              <a:ext uri="{FF2B5EF4-FFF2-40B4-BE49-F238E27FC236}">
                <a16:creationId xmlns:a16="http://schemas.microsoft.com/office/drawing/2014/main" id="{01E33D8C-2721-FE62-53C7-F8041AE4B417}"/>
              </a:ext>
            </a:extLst>
          </p:cNvPr>
          <p:cNvSpPr>
            <a:spLocks noGrp="1"/>
          </p:cNvSpPr>
          <p:nvPr>
            <p:ph type="body" sz="quarter" idx="26"/>
          </p:nvPr>
        </p:nvSpPr>
        <p:spPr/>
        <p:txBody>
          <a:bodyPr/>
          <a:lstStyle/>
          <a:p>
            <a:endParaRPr lang="de-DE"/>
          </a:p>
        </p:txBody>
      </p:sp>
      <p:sp>
        <p:nvSpPr>
          <p:cNvPr id="25" name="Textplatzhalter 24">
            <a:extLst>
              <a:ext uri="{FF2B5EF4-FFF2-40B4-BE49-F238E27FC236}">
                <a16:creationId xmlns:a16="http://schemas.microsoft.com/office/drawing/2014/main" id="{57B0C6B5-64F1-6E11-4AC5-630F657FC1F7}"/>
              </a:ext>
            </a:extLst>
          </p:cNvPr>
          <p:cNvSpPr>
            <a:spLocks noGrp="1"/>
          </p:cNvSpPr>
          <p:nvPr>
            <p:ph type="body" sz="quarter" idx="27"/>
          </p:nvPr>
        </p:nvSpPr>
        <p:spPr/>
        <p:txBody>
          <a:bodyPr/>
          <a:lstStyle/>
          <a:p>
            <a:endParaRPr lang="de-DE"/>
          </a:p>
        </p:txBody>
      </p:sp>
      <p:sp>
        <p:nvSpPr>
          <p:cNvPr id="5" name="Textplatzhalter 4">
            <a:extLst>
              <a:ext uri="{FF2B5EF4-FFF2-40B4-BE49-F238E27FC236}">
                <a16:creationId xmlns:a16="http://schemas.microsoft.com/office/drawing/2014/main" id="{DACD7132-173A-F2F3-CB93-E311A82CDF84}"/>
              </a:ext>
            </a:extLst>
          </p:cNvPr>
          <p:cNvSpPr>
            <a:spLocks noGrp="1"/>
          </p:cNvSpPr>
          <p:nvPr>
            <p:ph type="body" sz="quarter" idx="19"/>
          </p:nvPr>
        </p:nvSpPr>
        <p:spPr/>
        <p:txBody>
          <a:bodyPr/>
          <a:lstStyle/>
          <a:p>
            <a:endParaRPr lang="de-DE" dirty="0"/>
          </a:p>
        </p:txBody>
      </p:sp>
      <p:sp>
        <p:nvSpPr>
          <p:cNvPr id="18" name="Textplatzhalter 17">
            <a:extLst>
              <a:ext uri="{FF2B5EF4-FFF2-40B4-BE49-F238E27FC236}">
                <a16:creationId xmlns:a16="http://schemas.microsoft.com/office/drawing/2014/main" id="{DDD98FD4-9147-158C-0B08-F14AFC944D9E}"/>
              </a:ext>
            </a:extLst>
          </p:cNvPr>
          <p:cNvSpPr>
            <a:spLocks noGrp="1"/>
          </p:cNvSpPr>
          <p:nvPr>
            <p:ph type="body" sz="quarter" idx="20"/>
          </p:nvPr>
        </p:nvSpPr>
        <p:spPr/>
        <p:txBody>
          <a:bodyPr/>
          <a:lstStyle/>
          <a:p>
            <a:endParaRPr lang="de-DE"/>
          </a:p>
        </p:txBody>
      </p:sp>
      <p:sp>
        <p:nvSpPr>
          <p:cNvPr id="19" name="Textplatzhalter 18">
            <a:extLst>
              <a:ext uri="{FF2B5EF4-FFF2-40B4-BE49-F238E27FC236}">
                <a16:creationId xmlns:a16="http://schemas.microsoft.com/office/drawing/2014/main" id="{79F192B5-9525-BAA4-2A72-6027683B294F}"/>
              </a:ext>
            </a:extLst>
          </p:cNvPr>
          <p:cNvSpPr>
            <a:spLocks noGrp="1"/>
          </p:cNvSpPr>
          <p:nvPr>
            <p:ph type="body" sz="quarter" idx="21"/>
          </p:nvPr>
        </p:nvSpPr>
        <p:spPr/>
        <p:txBody>
          <a:bodyPr/>
          <a:lstStyle/>
          <a:p>
            <a:endParaRPr lang="de-DE"/>
          </a:p>
        </p:txBody>
      </p:sp>
      <p:sp>
        <p:nvSpPr>
          <p:cNvPr id="3" name="Textplatzhalter 2">
            <a:extLst>
              <a:ext uri="{FF2B5EF4-FFF2-40B4-BE49-F238E27FC236}">
                <a16:creationId xmlns:a16="http://schemas.microsoft.com/office/drawing/2014/main" id="{559D471D-7C62-2F7A-7F6D-CF7B9AA450E4}"/>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E3DBA920-BEC9-D2CE-1524-AB1ABDAED0BB}"/>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4" name="Textplatzhalter 3">
            <a:extLst>
              <a:ext uri="{FF2B5EF4-FFF2-40B4-BE49-F238E27FC236}">
                <a16:creationId xmlns:a16="http://schemas.microsoft.com/office/drawing/2014/main" id="{E3679853-746C-F45B-8B1E-2B4538257493}"/>
              </a:ext>
            </a:extLst>
          </p:cNvPr>
          <p:cNvSpPr>
            <a:spLocks noGrp="1"/>
          </p:cNvSpPr>
          <p:nvPr>
            <p:ph type="body" sz="quarter" idx="12"/>
          </p:nvPr>
        </p:nvSpPr>
        <p:spPr/>
        <p:txBody>
          <a:bodyPr/>
          <a:lstStyle/>
          <a:p>
            <a:endParaRPr lang="de-DE"/>
          </a:p>
        </p:txBody>
      </p:sp>
      <p:cxnSp>
        <p:nvCxnSpPr>
          <p:cNvPr id="7" name="Straight Connector 6">
            <a:extLst>
              <a:ext uri="{FF2B5EF4-FFF2-40B4-BE49-F238E27FC236}">
                <a16:creationId xmlns:a16="http://schemas.microsoft.com/office/drawing/2014/main" id="{276CE3DC-46D9-C027-5FDD-0C0B7F87FC2B}"/>
              </a:ext>
            </a:extLst>
          </p:cNvPr>
          <p:cNvCxnSpPr>
            <a:cxnSpLocks/>
          </p:cNvCxnSpPr>
          <p:nvPr/>
        </p:nvCxnSpPr>
        <p:spPr>
          <a:xfrm>
            <a:off x="881063" y="6143625"/>
            <a:ext cx="338819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AE975E8-4D41-D866-89F6-CCBED0DB53F4}"/>
              </a:ext>
            </a:extLst>
          </p:cNvPr>
          <p:cNvCxnSpPr>
            <a:cxnSpLocks/>
          </p:cNvCxnSpPr>
          <p:nvPr/>
        </p:nvCxnSpPr>
        <p:spPr>
          <a:xfrm>
            <a:off x="657310" y="2238375"/>
            <a:ext cx="0" cy="369093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Arc 8">
            <a:extLst>
              <a:ext uri="{FF2B5EF4-FFF2-40B4-BE49-F238E27FC236}">
                <a16:creationId xmlns:a16="http://schemas.microsoft.com/office/drawing/2014/main" id="{AB378053-9B98-599F-3B58-C27F8E73D0A2}"/>
              </a:ext>
            </a:extLst>
          </p:cNvPr>
          <p:cNvSpPr/>
          <p:nvPr/>
        </p:nvSpPr>
        <p:spPr>
          <a:xfrm rot="10800000">
            <a:off x="657310" y="5685009"/>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grpSp>
        <p:nvGrpSpPr>
          <p:cNvPr id="10" name="Group 9">
            <a:extLst>
              <a:ext uri="{FF2B5EF4-FFF2-40B4-BE49-F238E27FC236}">
                <a16:creationId xmlns:a16="http://schemas.microsoft.com/office/drawing/2014/main" id="{DFF4C039-72BF-628C-A4F1-60C2CEA0C451}"/>
              </a:ext>
            </a:extLst>
          </p:cNvPr>
          <p:cNvGrpSpPr/>
          <p:nvPr/>
        </p:nvGrpSpPr>
        <p:grpSpPr>
          <a:xfrm>
            <a:off x="4033783" y="1489077"/>
            <a:ext cx="917233" cy="4654548"/>
            <a:chOff x="4033783" y="1489077"/>
            <a:chExt cx="917233" cy="4654548"/>
          </a:xfrm>
        </p:grpSpPr>
        <p:cxnSp>
          <p:nvCxnSpPr>
            <p:cNvPr id="11" name="Straight Connector 10">
              <a:extLst>
                <a:ext uri="{FF2B5EF4-FFF2-40B4-BE49-F238E27FC236}">
                  <a16:creationId xmlns:a16="http://schemas.microsoft.com/office/drawing/2014/main" id="{114FA644-DE3B-331C-6513-80587BAA5309}"/>
                </a:ext>
              </a:extLst>
            </p:cNvPr>
            <p:cNvCxnSpPr>
              <a:cxnSpLocks/>
            </p:cNvCxnSpPr>
            <p:nvPr userDrawn="1"/>
          </p:nvCxnSpPr>
          <p:spPr>
            <a:xfrm>
              <a:off x="4492400" y="1705232"/>
              <a:ext cx="0" cy="422408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Arc 11">
              <a:extLst>
                <a:ext uri="{FF2B5EF4-FFF2-40B4-BE49-F238E27FC236}">
                  <a16:creationId xmlns:a16="http://schemas.microsoft.com/office/drawing/2014/main" id="{7FEBEB96-B61F-298C-028B-21EAD68C2536}"/>
                </a:ext>
              </a:extLst>
            </p:cNvPr>
            <p:cNvSpPr/>
            <p:nvPr userDrawn="1"/>
          </p:nvSpPr>
          <p:spPr>
            <a:xfrm rot="10800000" flipH="1">
              <a:off x="4033783" y="5685009"/>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sp>
          <p:nvSpPr>
            <p:cNvPr id="13" name="Arc 12">
              <a:extLst>
                <a:ext uri="{FF2B5EF4-FFF2-40B4-BE49-F238E27FC236}">
                  <a16:creationId xmlns:a16="http://schemas.microsoft.com/office/drawing/2014/main" id="{20A8B4F7-5419-EEE4-FC67-0057A195AD48}"/>
                </a:ext>
              </a:extLst>
            </p:cNvPr>
            <p:cNvSpPr/>
            <p:nvPr userDrawn="1"/>
          </p:nvSpPr>
          <p:spPr>
            <a:xfrm rot="10800000" flipV="1">
              <a:off x="4492400" y="1489077"/>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grpSp>
      <p:cxnSp>
        <p:nvCxnSpPr>
          <p:cNvPr id="14" name="Straight Connector 13">
            <a:extLst>
              <a:ext uri="{FF2B5EF4-FFF2-40B4-BE49-F238E27FC236}">
                <a16:creationId xmlns:a16="http://schemas.microsoft.com/office/drawing/2014/main" id="{0F4EE2AD-0CDC-D91C-4E32-093D8602920A}"/>
              </a:ext>
            </a:extLst>
          </p:cNvPr>
          <p:cNvCxnSpPr>
            <a:cxnSpLocks/>
          </p:cNvCxnSpPr>
          <p:nvPr/>
        </p:nvCxnSpPr>
        <p:spPr>
          <a:xfrm>
            <a:off x="8327493" y="1705232"/>
            <a:ext cx="0" cy="422408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Arc 14">
            <a:extLst>
              <a:ext uri="{FF2B5EF4-FFF2-40B4-BE49-F238E27FC236}">
                <a16:creationId xmlns:a16="http://schemas.microsoft.com/office/drawing/2014/main" id="{5376B274-BF44-F7E8-B1CF-71AE492DC4FC}"/>
              </a:ext>
            </a:extLst>
          </p:cNvPr>
          <p:cNvSpPr/>
          <p:nvPr/>
        </p:nvSpPr>
        <p:spPr>
          <a:xfrm rot="10800000" flipH="1" flipV="1">
            <a:off x="7868877" y="1489077"/>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cxnSp>
        <p:nvCxnSpPr>
          <p:cNvPr id="16" name="Straight Connector 15">
            <a:extLst>
              <a:ext uri="{FF2B5EF4-FFF2-40B4-BE49-F238E27FC236}">
                <a16:creationId xmlns:a16="http://schemas.microsoft.com/office/drawing/2014/main" id="{F955DC7C-8391-3902-8875-C40EE49F983A}"/>
              </a:ext>
            </a:extLst>
          </p:cNvPr>
          <p:cNvCxnSpPr>
            <a:cxnSpLocks/>
          </p:cNvCxnSpPr>
          <p:nvPr/>
        </p:nvCxnSpPr>
        <p:spPr>
          <a:xfrm>
            <a:off x="4717911" y="1489077"/>
            <a:ext cx="338819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Arc 16">
            <a:extLst>
              <a:ext uri="{FF2B5EF4-FFF2-40B4-BE49-F238E27FC236}">
                <a16:creationId xmlns:a16="http://schemas.microsoft.com/office/drawing/2014/main" id="{90F41623-1F55-E8B6-0418-1FB611097358}"/>
              </a:ext>
            </a:extLst>
          </p:cNvPr>
          <p:cNvSpPr/>
          <p:nvPr/>
        </p:nvSpPr>
        <p:spPr>
          <a:xfrm rot="10800000">
            <a:off x="8327493" y="5685009"/>
            <a:ext cx="458616" cy="458616"/>
          </a:xfrm>
          <a:prstGeom prst="arc">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GB"/>
          </a:p>
        </p:txBody>
      </p:sp>
      <p:cxnSp>
        <p:nvCxnSpPr>
          <p:cNvPr id="26" name="Straight Connector 25">
            <a:extLst>
              <a:ext uri="{FF2B5EF4-FFF2-40B4-BE49-F238E27FC236}">
                <a16:creationId xmlns:a16="http://schemas.microsoft.com/office/drawing/2014/main" id="{1B99B91B-2BB2-9982-34D1-841B08FA98EF}"/>
              </a:ext>
            </a:extLst>
          </p:cNvPr>
          <p:cNvCxnSpPr>
            <a:cxnSpLocks/>
          </p:cNvCxnSpPr>
          <p:nvPr/>
        </p:nvCxnSpPr>
        <p:spPr>
          <a:xfrm>
            <a:off x="8557054" y="6143625"/>
            <a:ext cx="363494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36">
            <a:extLst>
              <a:ext uri="{FF2B5EF4-FFF2-40B4-BE49-F238E27FC236}">
                <a16:creationId xmlns:a16="http://schemas.microsoft.com/office/drawing/2014/main" id="{43CA7A16-8DEE-A68F-07E5-B05FCBEE731E}"/>
              </a:ext>
            </a:extLst>
          </p:cNvPr>
          <p:cNvSpPr>
            <a:spLocks noGrp="1"/>
          </p:cNvSpPr>
          <p:nvPr>
            <p:ph type="body" sz="quarter" idx="35"/>
          </p:nvPr>
        </p:nvSpPr>
        <p:spPr>
          <a:xfrm>
            <a:off x="431800" y="2154238"/>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p>
            <a:pPr lvl="0" algn="ctr"/>
            <a:r>
              <a:rPr lang="en-GB" b="0" dirty="0">
                <a:solidFill>
                  <a:schemeClr val="bg1"/>
                </a:solidFill>
              </a:rPr>
              <a:t>1</a:t>
            </a:r>
          </a:p>
        </p:txBody>
      </p:sp>
      <p:sp>
        <p:nvSpPr>
          <p:cNvPr id="28" name="Text Placeholder 36">
            <a:extLst>
              <a:ext uri="{FF2B5EF4-FFF2-40B4-BE49-F238E27FC236}">
                <a16:creationId xmlns:a16="http://schemas.microsoft.com/office/drawing/2014/main" id="{B8BA8372-9C3D-01C7-9FEC-53625A2A6870}"/>
              </a:ext>
            </a:extLst>
          </p:cNvPr>
          <p:cNvSpPr txBox="1">
            <a:spLocks/>
          </p:cNvSpPr>
          <p:nvPr/>
        </p:nvSpPr>
        <p:spPr>
          <a:xfrm>
            <a:off x="431800" y="3590926"/>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2</a:t>
            </a:r>
          </a:p>
        </p:txBody>
      </p:sp>
      <p:sp>
        <p:nvSpPr>
          <p:cNvPr id="29" name="Text Placeholder 36">
            <a:extLst>
              <a:ext uri="{FF2B5EF4-FFF2-40B4-BE49-F238E27FC236}">
                <a16:creationId xmlns:a16="http://schemas.microsoft.com/office/drawing/2014/main" id="{07A5C1EB-5543-2D7B-7839-6A4BE0F450DF}"/>
              </a:ext>
            </a:extLst>
          </p:cNvPr>
          <p:cNvSpPr txBox="1">
            <a:spLocks/>
          </p:cNvSpPr>
          <p:nvPr/>
        </p:nvSpPr>
        <p:spPr>
          <a:xfrm>
            <a:off x="431800" y="5027613"/>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3</a:t>
            </a:r>
          </a:p>
        </p:txBody>
      </p:sp>
      <p:sp>
        <p:nvSpPr>
          <p:cNvPr id="30" name="Text Placeholder 36">
            <a:extLst>
              <a:ext uri="{FF2B5EF4-FFF2-40B4-BE49-F238E27FC236}">
                <a16:creationId xmlns:a16="http://schemas.microsoft.com/office/drawing/2014/main" id="{4BD410E2-F56F-37A5-F2FC-4336382DC728}"/>
              </a:ext>
            </a:extLst>
          </p:cNvPr>
          <p:cNvSpPr txBox="1">
            <a:spLocks/>
          </p:cNvSpPr>
          <p:nvPr/>
        </p:nvSpPr>
        <p:spPr>
          <a:xfrm>
            <a:off x="4267061" y="2154238"/>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6</a:t>
            </a:r>
          </a:p>
        </p:txBody>
      </p:sp>
      <p:sp>
        <p:nvSpPr>
          <p:cNvPr id="31" name="Text Placeholder 36">
            <a:extLst>
              <a:ext uri="{FF2B5EF4-FFF2-40B4-BE49-F238E27FC236}">
                <a16:creationId xmlns:a16="http://schemas.microsoft.com/office/drawing/2014/main" id="{28AD4D21-394A-4A4D-03E2-028BC30371FB}"/>
              </a:ext>
            </a:extLst>
          </p:cNvPr>
          <p:cNvSpPr txBox="1">
            <a:spLocks/>
          </p:cNvSpPr>
          <p:nvPr/>
        </p:nvSpPr>
        <p:spPr>
          <a:xfrm>
            <a:off x="4267061" y="3590926"/>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5</a:t>
            </a:r>
          </a:p>
        </p:txBody>
      </p:sp>
      <p:sp>
        <p:nvSpPr>
          <p:cNvPr id="32" name="Text Placeholder 36">
            <a:extLst>
              <a:ext uri="{FF2B5EF4-FFF2-40B4-BE49-F238E27FC236}">
                <a16:creationId xmlns:a16="http://schemas.microsoft.com/office/drawing/2014/main" id="{76148DBC-4C11-EDBB-8055-A7951A74C20D}"/>
              </a:ext>
            </a:extLst>
          </p:cNvPr>
          <p:cNvSpPr txBox="1">
            <a:spLocks/>
          </p:cNvSpPr>
          <p:nvPr/>
        </p:nvSpPr>
        <p:spPr>
          <a:xfrm>
            <a:off x="4267061" y="5027613"/>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4</a:t>
            </a:r>
          </a:p>
        </p:txBody>
      </p:sp>
      <p:sp>
        <p:nvSpPr>
          <p:cNvPr id="33" name="Text Placeholder 36">
            <a:extLst>
              <a:ext uri="{FF2B5EF4-FFF2-40B4-BE49-F238E27FC236}">
                <a16:creationId xmlns:a16="http://schemas.microsoft.com/office/drawing/2014/main" id="{BA092C46-F410-6FA6-FB78-405B5A652738}"/>
              </a:ext>
            </a:extLst>
          </p:cNvPr>
          <p:cNvSpPr txBox="1">
            <a:spLocks/>
          </p:cNvSpPr>
          <p:nvPr/>
        </p:nvSpPr>
        <p:spPr>
          <a:xfrm>
            <a:off x="8102154" y="2154238"/>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7</a:t>
            </a:r>
          </a:p>
        </p:txBody>
      </p:sp>
      <p:sp>
        <p:nvSpPr>
          <p:cNvPr id="34" name="Text Placeholder 36">
            <a:extLst>
              <a:ext uri="{FF2B5EF4-FFF2-40B4-BE49-F238E27FC236}">
                <a16:creationId xmlns:a16="http://schemas.microsoft.com/office/drawing/2014/main" id="{5A51DE02-F1F4-C9B5-E43B-CCA3A2C9A16C}"/>
              </a:ext>
            </a:extLst>
          </p:cNvPr>
          <p:cNvSpPr txBox="1">
            <a:spLocks/>
          </p:cNvSpPr>
          <p:nvPr/>
        </p:nvSpPr>
        <p:spPr>
          <a:xfrm>
            <a:off x="8102154" y="3590926"/>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8</a:t>
            </a:r>
          </a:p>
        </p:txBody>
      </p:sp>
      <p:sp>
        <p:nvSpPr>
          <p:cNvPr id="35" name="Text Placeholder 36">
            <a:extLst>
              <a:ext uri="{FF2B5EF4-FFF2-40B4-BE49-F238E27FC236}">
                <a16:creationId xmlns:a16="http://schemas.microsoft.com/office/drawing/2014/main" id="{02B2D467-86AA-B503-9528-458950A886CD}"/>
              </a:ext>
            </a:extLst>
          </p:cNvPr>
          <p:cNvSpPr txBox="1">
            <a:spLocks/>
          </p:cNvSpPr>
          <p:nvPr/>
        </p:nvSpPr>
        <p:spPr>
          <a:xfrm>
            <a:off x="8102154" y="5027613"/>
            <a:ext cx="450850" cy="45085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a:solidFill>
            <a:schemeClr val="accent1"/>
          </a:solidFill>
          <a:ln w="57150" cap="flat" cmpd="sng" algn="ctr">
            <a:solidFill>
              <a:schemeClr val="bg1"/>
            </a:solidFill>
            <a:prstDash val="solid"/>
            <a:miter lim="800000"/>
          </a:ln>
        </p:spPr>
        <p:style>
          <a:lnRef idx="1">
            <a:schemeClr val="accent1"/>
          </a:lnRef>
          <a:fillRef idx="0">
            <a:schemeClr val="accent1"/>
          </a:fillRef>
          <a:effectRef idx="0">
            <a:schemeClr val="accent1"/>
          </a:effectRef>
          <a:fontRef idx="minor">
            <a:schemeClr val="tx1"/>
          </a:fontRef>
        </p:style>
        <p:txBody>
          <a:bodyPr vert="horz" lIns="91440" tIns="45720" rIns="91440" bIns="45720" rtlCol="0" anchor="ctr">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lang="en-GB" sz="1800" b="0"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800" kern="1200" smtClean="0">
                <a:solidFill>
                  <a:schemeClr val="lt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lang="en-US" sz="1400" kern="1200" smtClean="0">
                <a:solidFill>
                  <a:schemeClr val="lt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lang="en-GB" sz="14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9</a:t>
            </a:r>
          </a:p>
        </p:txBody>
      </p:sp>
    </p:spTree>
    <p:extLst>
      <p:ext uri="{BB962C8B-B14F-4D97-AF65-F5344CB8AC3E}">
        <p14:creationId xmlns:p14="http://schemas.microsoft.com/office/powerpoint/2010/main" val="25791492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E9BFB0B-7CFD-C4C9-32F2-36149DACC9E8}"/>
              </a:ext>
            </a:extLst>
          </p:cNvPr>
          <p:cNvGraphicFramePr>
            <a:graphicFrameLocks noChangeAspect="1"/>
          </p:cNvGraphicFramePr>
          <p:nvPr>
            <p:custDataLst>
              <p:tags r:id="rId1"/>
            </p:custDataLst>
            <p:extLst>
              <p:ext uri="{D42A27DB-BD31-4B8C-83A1-F6EECF244321}">
                <p14:modId xmlns:p14="http://schemas.microsoft.com/office/powerpoint/2010/main" val="693698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9" name="think-cell data - do not delete" hidden="1">
                        <a:extLst>
                          <a:ext uri="{FF2B5EF4-FFF2-40B4-BE49-F238E27FC236}">
                            <a16:creationId xmlns:a16="http://schemas.microsoft.com/office/drawing/2014/main" id="{BE9BFB0B-7CFD-C4C9-32F2-36149DACC9E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16">
            <a:extLst>
              <a:ext uri="{FF2B5EF4-FFF2-40B4-BE49-F238E27FC236}">
                <a16:creationId xmlns:a16="http://schemas.microsoft.com/office/drawing/2014/main" id="{DC00C01A-E527-0690-E705-997C06C20CDD}"/>
              </a:ext>
            </a:extLst>
          </p:cNvPr>
          <p:cNvSpPr>
            <a:spLocks noGrp="1"/>
          </p:cNvSpPr>
          <p:nvPr>
            <p:ph type="body" sz="quarter" idx="23"/>
          </p:nvPr>
        </p:nvSpPr>
        <p:spPr/>
        <p:txBody>
          <a:bodyPr/>
          <a:lstStyle/>
          <a:p>
            <a:endParaRPr lang="en-US"/>
          </a:p>
        </p:txBody>
      </p:sp>
      <p:sp>
        <p:nvSpPr>
          <p:cNvPr id="13" name="Text Placeholder 12">
            <a:extLst>
              <a:ext uri="{FF2B5EF4-FFF2-40B4-BE49-F238E27FC236}">
                <a16:creationId xmlns:a16="http://schemas.microsoft.com/office/drawing/2014/main" id="{898FC88D-C063-073A-29A8-F0B0FF2413F7}"/>
              </a:ext>
            </a:extLst>
          </p:cNvPr>
          <p:cNvSpPr>
            <a:spLocks noGrp="1"/>
          </p:cNvSpPr>
          <p:nvPr>
            <p:ph type="body" sz="quarter" idx="19"/>
          </p:nvPr>
        </p:nvSpPr>
        <p:spPr/>
        <p:txBody>
          <a:bodyPr/>
          <a:lstStyle/>
          <a:p>
            <a:endParaRPr lang="en-US"/>
          </a:p>
        </p:txBody>
      </p:sp>
      <p:sp>
        <p:nvSpPr>
          <p:cNvPr id="11" name="Text Placeholder 10">
            <a:extLst>
              <a:ext uri="{FF2B5EF4-FFF2-40B4-BE49-F238E27FC236}">
                <a16:creationId xmlns:a16="http://schemas.microsoft.com/office/drawing/2014/main" id="{B714F294-71AF-B04D-1E36-13BC7C476C08}"/>
              </a:ext>
            </a:extLst>
          </p:cNvPr>
          <p:cNvSpPr>
            <a:spLocks noGrp="1"/>
          </p:cNvSpPr>
          <p:nvPr>
            <p:ph type="body" sz="quarter" idx="10"/>
          </p:nvPr>
        </p:nvSpPr>
        <p:spPr/>
        <p:txBody>
          <a:bodyPr/>
          <a:lstStyle/>
          <a:p>
            <a:endParaRPr lang="en-US"/>
          </a:p>
        </p:txBody>
      </p:sp>
      <p:sp>
        <p:nvSpPr>
          <p:cNvPr id="2" name="Footer Placeholder 6">
            <a:extLst>
              <a:ext uri="{FF2B5EF4-FFF2-40B4-BE49-F238E27FC236}">
                <a16:creationId xmlns:a16="http://schemas.microsoft.com/office/drawing/2014/main" id="{099D7690-F417-A2BE-87C1-B43676C6E730}"/>
              </a:ext>
            </a:extLst>
          </p:cNvPr>
          <p:cNvSpPr>
            <a:spLocks noGrp="1"/>
          </p:cNvSpPr>
          <p:nvPr>
            <p:ph type="ftr" sz="quarter" idx="3"/>
          </p:nvPr>
        </p:nvSpPr>
        <p:spPr>
          <a:xfrm>
            <a:off x="431800" y="6318250"/>
            <a:ext cx="4114800" cy="365125"/>
          </a:xfrm>
        </p:spPr>
        <p:txBody>
          <a:bodyPr vert="horz" lIns="0" tIns="45720" rIns="91440" bIns="45720" rtlCol="0" anchor="ctr"/>
          <a:lstStyle>
            <a:lvl1pPr algn="l">
              <a:defRPr sz="900">
                <a:solidFill>
                  <a:schemeClr val="tx1">
                    <a:tint val="82000"/>
                  </a:schemeClr>
                </a:solidFill>
              </a:defRPr>
            </a:lvl1pPr>
          </a:lstStyle>
          <a:p>
            <a:endParaRPr lang="en-GB"/>
          </a:p>
        </p:txBody>
      </p:sp>
      <p:sp>
        <p:nvSpPr>
          <p:cNvPr id="14" name="Text Placeholder 13">
            <a:extLst>
              <a:ext uri="{FF2B5EF4-FFF2-40B4-BE49-F238E27FC236}">
                <a16:creationId xmlns:a16="http://schemas.microsoft.com/office/drawing/2014/main" id="{8A02773A-4E3D-674A-1B2A-36D50B0747CE}"/>
              </a:ext>
            </a:extLst>
          </p:cNvPr>
          <p:cNvSpPr>
            <a:spLocks noGrp="1"/>
          </p:cNvSpPr>
          <p:nvPr>
            <p:ph type="body" sz="quarter" idx="20"/>
          </p:nvPr>
        </p:nvSpPr>
        <p:spPr/>
        <p:txBody>
          <a:bodyPr/>
          <a:lstStyle/>
          <a:p>
            <a:endParaRPr lang="en-US"/>
          </a:p>
        </p:txBody>
      </p:sp>
      <p:sp>
        <p:nvSpPr>
          <p:cNvPr id="15" name="Text Placeholder 14">
            <a:extLst>
              <a:ext uri="{FF2B5EF4-FFF2-40B4-BE49-F238E27FC236}">
                <a16:creationId xmlns:a16="http://schemas.microsoft.com/office/drawing/2014/main" id="{6B07D4ED-75F1-50F9-A7EC-065A1236A712}"/>
              </a:ext>
            </a:extLst>
          </p:cNvPr>
          <p:cNvSpPr>
            <a:spLocks noGrp="1"/>
          </p:cNvSpPr>
          <p:nvPr>
            <p:ph type="body" sz="quarter" idx="21"/>
          </p:nvPr>
        </p:nvSpPr>
        <p:spPr/>
        <p:txBody>
          <a:bodyPr/>
          <a:lstStyle/>
          <a:p>
            <a:endParaRPr lang="en-US"/>
          </a:p>
        </p:txBody>
      </p:sp>
      <p:sp>
        <p:nvSpPr>
          <p:cNvPr id="16" name="Text Placeholder 15">
            <a:extLst>
              <a:ext uri="{FF2B5EF4-FFF2-40B4-BE49-F238E27FC236}">
                <a16:creationId xmlns:a16="http://schemas.microsoft.com/office/drawing/2014/main" id="{A7CCF792-32DB-D34D-FFBA-B9E7A3CEA106}"/>
              </a:ext>
            </a:extLst>
          </p:cNvPr>
          <p:cNvSpPr>
            <a:spLocks noGrp="1"/>
          </p:cNvSpPr>
          <p:nvPr>
            <p:ph type="body" sz="quarter" idx="22"/>
          </p:nvPr>
        </p:nvSpPr>
        <p:spPr/>
        <p:txBody>
          <a:bodyPr/>
          <a:lstStyle/>
          <a:p>
            <a:endParaRPr lang="en-US"/>
          </a:p>
        </p:txBody>
      </p:sp>
      <p:sp>
        <p:nvSpPr>
          <p:cNvPr id="12" name="Text Placeholder 11">
            <a:extLst>
              <a:ext uri="{FF2B5EF4-FFF2-40B4-BE49-F238E27FC236}">
                <a16:creationId xmlns:a16="http://schemas.microsoft.com/office/drawing/2014/main" id="{5A0B18DD-A663-697A-C4C2-D40D23863F64}"/>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1074081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863437D-D609-4075-8EAA-B028503A9A57}"/>
              </a:ext>
            </a:extLst>
          </p:cNvPr>
          <p:cNvGraphicFramePr>
            <a:graphicFrameLocks noChangeAspect="1"/>
          </p:cNvGraphicFramePr>
          <p:nvPr>
            <p:custDataLst>
              <p:tags r:id="rId1"/>
            </p:custDataLst>
            <p:extLst>
              <p:ext uri="{D42A27DB-BD31-4B8C-83A1-F6EECF244321}">
                <p14:modId xmlns:p14="http://schemas.microsoft.com/office/powerpoint/2010/main" val="2960871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9" name="think-cell data - do not delete" hidden="1">
                        <a:extLst>
                          <a:ext uri="{FF2B5EF4-FFF2-40B4-BE49-F238E27FC236}">
                            <a16:creationId xmlns:a16="http://schemas.microsoft.com/office/drawing/2014/main" id="{4863437D-D609-4075-8EAA-B028503A9A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E5B0B610-70FA-E6B3-C20F-E43517741925}"/>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41931327-0F04-A107-C4F8-CA0596C565EC}"/>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6" name="Textplatzhalter 5">
            <a:extLst>
              <a:ext uri="{FF2B5EF4-FFF2-40B4-BE49-F238E27FC236}">
                <a16:creationId xmlns:a16="http://schemas.microsoft.com/office/drawing/2014/main" id="{3E4D847B-73A2-4F51-4A8C-0EAB89A98AAE}"/>
              </a:ext>
            </a:extLst>
          </p:cNvPr>
          <p:cNvSpPr>
            <a:spLocks noGrp="1"/>
          </p:cNvSpPr>
          <p:nvPr>
            <p:ph type="body" sz="quarter" idx="19"/>
          </p:nvPr>
        </p:nvSpPr>
        <p:spPr/>
        <p:txBody>
          <a:bodyPr/>
          <a:lstStyle/>
          <a:p>
            <a:endParaRPr lang="de-DE" dirty="0"/>
          </a:p>
        </p:txBody>
      </p:sp>
      <p:sp>
        <p:nvSpPr>
          <p:cNvPr id="7" name="Textplatzhalter 6">
            <a:extLst>
              <a:ext uri="{FF2B5EF4-FFF2-40B4-BE49-F238E27FC236}">
                <a16:creationId xmlns:a16="http://schemas.microsoft.com/office/drawing/2014/main" id="{878C680D-417A-896A-BFFA-83A74B8473E4}"/>
              </a:ext>
            </a:extLst>
          </p:cNvPr>
          <p:cNvSpPr>
            <a:spLocks noGrp="1"/>
          </p:cNvSpPr>
          <p:nvPr>
            <p:ph type="body" sz="quarter" idx="20"/>
          </p:nvPr>
        </p:nvSpPr>
        <p:spPr/>
        <p:txBody>
          <a:bodyPr/>
          <a:lstStyle/>
          <a:p>
            <a:endParaRPr lang="de-DE"/>
          </a:p>
        </p:txBody>
      </p:sp>
      <p:sp>
        <p:nvSpPr>
          <p:cNvPr id="8" name="Textplatzhalter 7">
            <a:extLst>
              <a:ext uri="{FF2B5EF4-FFF2-40B4-BE49-F238E27FC236}">
                <a16:creationId xmlns:a16="http://schemas.microsoft.com/office/drawing/2014/main" id="{23DAABF0-279B-4290-BD0D-BBF597BA7ACD}"/>
              </a:ext>
            </a:extLst>
          </p:cNvPr>
          <p:cNvSpPr>
            <a:spLocks noGrp="1"/>
          </p:cNvSpPr>
          <p:nvPr>
            <p:ph type="body" sz="quarter" idx="21"/>
          </p:nvPr>
        </p:nvSpPr>
        <p:spPr/>
        <p:txBody>
          <a:bodyPr/>
          <a:lstStyle/>
          <a:p>
            <a:endParaRPr lang="de-DE"/>
          </a:p>
        </p:txBody>
      </p:sp>
      <p:sp>
        <p:nvSpPr>
          <p:cNvPr id="5" name="Diagrammplatzhalter 4">
            <a:extLst>
              <a:ext uri="{FF2B5EF4-FFF2-40B4-BE49-F238E27FC236}">
                <a16:creationId xmlns:a16="http://schemas.microsoft.com/office/drawing/2014/main" id="{2D4A49C4-BCA7-9130-4031-BF20D6907098}"/>
              </a:ext>
            </a:extLst>
          </p:cNvPr>
          <p:cNvSpPr>
            <a:spLocks noGrp="1"/>
          </p:cNvSpPr>
          <p:nvPr>
            <p:ph type="chart" sz="quarter" idx="14"/>
          </p:nvPr>
        </p:nvSpPr>
        <p:spPr/>
        <p:txBody>
          <a:bodyPr/>
          <a:lstStyle/>
          <a:p>
            <a:endParaRPr lang="de-DE"/>
          </a:p>
        </p:txBody>
      </p:sp>
      <p:sp>
        <p:nvSpPr>
          <p:cNvPr id="18" name="Diagrammplatzhalter 17">
            <a:extLst>
              <a:ext uri="{FF2B5EF4-FFF2-40B4-BE49-F238E27FC236}">
                <a16:creationId xmlns:a16="http://schemas.microsoft.com/office/drawing/2014/main" id="{BCF31D04-8A6A-CAEE-CD4F-CEE37F9EEAAF}"/>
              </a:ext>
            </a:extLst>
          </p:cNvPr>
          <p:cNvSpPr>
            <a:spLocks noGrp="1"/>
          </p:cNvSpPr>
          <p:nvPr>
            <p:ph type="chart" sz="quarter" idx="22"/>
          </p:nvPr>
        </p:nvSpPr>
        <p:spPr/>
        <p:txBody>
          <a:bodyPr/>
          <a:lstStyle/>
          <a:p>
            <a:endParaRPr lang="de-DE"/>
          </a:p>
        </p:txBody>
      </p:sp>
      <p:sp>
        <p:nvSpPr>
          <p:cNvPr id="19" name="Diagrammplatzhalter 18">
            <a:extLst>
              <a:ext uri="{FF2B5EF4-FFF2-40B4-BE49-F238E27FC236}">
                <a16:creationId xmlns:a16="http://schemas.microsoft.com/office/drawing/2014/main" id="{114D4F77-4E62-B7CF-CF1E-1822D6D242EA}"/>
              </a:ext>
            </a:extLst>
          </p:cNvPr>
          <p:cNvSpPr>
            <a:spLocks noGrp="1"/>
          </p:cNvSpPr>
          <p:nvPr>
            <p:ph type="chart" sz="quarter" idx="23"/>
          </p:nvPr>
        </p:nvSpPr>
        <p:spPr/>
        <p:txBody>
          <a:bodyPr/>
          <a:lstStyle/>
          <a:p>
            <a:endParaRPr lang="de-DE"/>
          </a:p>
        </p:txBody>
      </p:sp>
      <p:sp>
        <p:nvSpPr>
          <p:cNvPr id="4" name="Textplatzhalter 3">
            <a:extLst>
              <a:ext uri="{FF2B5EF4-FFF2-40B4-BE49-F238E27FC236}">
                <a16:creationId xmlns:a16="http://schemas.microsoft.com/office/drawing/2014/main" id="{3E244278-5A0E-A381-AAB0-6FA143D203DD}"/>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2183716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0F85F8F-1A86-5FE9-8253-53F4632E2352}"/>
              </a:ext>
            </a:extLst>
          </p:cNvPr>
          <p:cNvGraphicFramePr>
            <a:graphicFrameLocks noChangeAspect="1"/>
          </p:cNvGraphicFramePr>
          <p:nvPr>
            <p:custDataLst>
              <p:tags r:id="rId1"/>
            </p:custDataLst>
            <p:extLst>
              <p:ext uri="{D42A27DB-BD31-4B8C-83A1-F6EECF244321}">
                <p14:modId xmlns:p14="http://schemas.microsoft.com/office/powerpoint/2010/main" val="1005497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E0F85F8F-1A86-5FE9-8253-53F4632E235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9" name="Textplatzhalter 98">
            <a:extLst>
              <a:ext uri="{FF2B5EF4-FFF2-40B4-BE49-F238E27FC236}">
                <a16:creationId xmlns:a16="http://schemas.microsoft.com/office/drawing/2014/main" id="{E35F9125-8089-3368-97BB-655297995CDF}"/>
              </a:ext>
            </a:extLst>
          </p:cNvPr>
          <p:cNvSpPr>
            <a:spLocks noGrp="1"/>
          </p:cNvSpPr>
          <p:nvPr>
            <p:ph type="body" sz="quarter" idx="19"/>
          </p:nvPr>
        </p:nvSpPr>
        <p:spPr/>
        <p:txBody>
          <a:bodyPr/>
          <a:lstStyle/>
          <a:p>
            <a:endParaRPr lang="de-DE" dirty="0"/>
          </a:p>
        </p:txBody>
      </p:sp>
      <p:sp>
        <p:nvSpPr>
          <p:cNvPr id="100" name="Textplatzhalter 99">
            <a:extLst>
              <a:ext uri="{FF2B5EF4-FFF2-40B4-BE49-F238E27FC236}">
                <a16:creationId xmlns:a16="http://schemas.microsoft.com/office/drawing/2014/main" id="{C64816AA-17EA-D0BD-63A5-37BF0E0B76D4}"/>
              </a:ext>
            </a:extLst>
          </p:cNvPr>
          <p:cNvSpPr>
            <a:spLocks noGrp="1"/>
          </p:cNvSpPr>
          <p:nvPr>
            <p:ph type="body" sz="quarter" idx="20"/>
          </p:nvPr>
        </p:nvSpPr>
        <p:spPr/>
        <p:txBody>
          <a:bodyPr/>
          <a:lstStyle/>
          <a:p>
            <a:endParaRPr lang="de-DE" dirty="0"/>
          </a:p>
        </p:txBody>
      </p:sp>
      <p:sp>
        <p:nvSpPr>
          <p:cNvPr id="101" name="Textplatzhalter 100">
            <a:extLst>
              <a:ext uri="{FF2B5EF4-FFF2-40B4-BE49-F238E27FC236}">
                <a16:creationId xmlns:a16="http://schemas.microsoft.com/office/drawing/2014/main" id="{010411F1-9C2B-29E3-AEF5-2D52AB8876EE}"/>
              </a:ext>
            </a:extLst>
          </p:cNvPr>
          <p:cNvSpPr>
            <a:spLocks noGrp="1"/>
          </p:cNvSpPr>
          <p:nvPr>
            <p:ph type="body" sz="quarter" idx="21"/>
          </p:nvPr>
        </p:nvSpPr>
        <p:spPr/>
        <p:txBody>
          <a:bodyPr/>
          <a:lstStyle/>
          <a:p>
            <a:endParaRPr lang="de-DE"/>
          </a:p>
        </p:txBody>
      </p:sp>
      <p:sp>
        <p:nvSpPr>
          <p:cNvPr id="102" name="Textplatzhalter 101">
            <a:extLst>
              <a:ext uri="{FF2B5EF4-FFF2-40B4-BE49-F238E27FC236}">
                <a16:creationId xmlns:a16="http://schemas.microsoft.com/office/drawing/2014/main" id="{A89C6A85-A82F-78C0-B262-1290EE5BB86D}"/>
              </a:ext>
            </a:extLst>
          </p:cNvPr>
          <p:cNvSpPr>
            <a:spLocks noGrp="1"/>
          </p:cNvSpPr>
          <p:nvPr>
            <p:ph type="body" sz="quarter" idx="22"/>
          </p:nvPr>
        </p:nvSpPr>
        <p:spPr/>
        <p:txBody>
          <a:bodyPr/>
          <a:lstStyle/>
          <a:p>
            <a:endParaRPr lang="de-DE"/>
          </a:p>
        </p:txBody>
      </p:sp>
      <p:sp>
        <p:nvSpPr>
          <p:cNvPr id="103" name="Textplatzhalter 102">
            <a:extLst>
              <a:ext uri="{FF2B5EF4-FFF2-40B4-BE49-F238E27FC236}">
                <a16:creationId xmlns:a16="http://schemas.microsoft.com/office/drawing/2014/main" id="{D1FABCD2-0132-3DD3-E961-0657DA7D1F9B}"/>
              </a:ext>
            </a:extLst>
          </p:cNvPr>
          <p:cNvSpPr>
            <a:spLocks noGrp="1"/>
          </p:cNvSpPr>
          <p:nvPr>
            <p:ph type="body" sz="quarter" idx="23"/>
          </p:nvPr>
        </p:nvSpPr>
        <p:spPr/>
        <p:txBody>
          <a:bodyPr/>
          <a:lstStyle/>
          <a:p>
            <a:endParaRPr lang="de-DE"/>
          </a:p>
        </p:txBody>
      </p:sp>
      <p:sp>
        <p:nvSpPr>
          <p:cNvPr id="104" name="Textplatzhalter 103">
            <a:extLst>
              <a:ext uri="{FF2B5EF4-FFF2-40B4-BE49-F238E27FC236}">
                <a16:creationId xmlns:a16="http://schemas.microsoft.com/office/drawing/2014/main" id="{FDEFE87C-17EF-BA70-DA57-6F52D6F44DB0}"/>
              </a:ext>
            </a:extLst>
          </p:cNvPr>
          <p:cNvSpPr>
            <a:spLocks noGrp="1"/>
          </p:cNvSpPr>
          <p:nvPr>
            <p:ph type="body" sz="quarter" idx="24"/>
          </p:nvPr>
        </p:nvSpPr>
        <p:spPr/>
        <p:txBody>
          <a:bodyPr/>
          <a:lstStyle/>
          <a:p>
            <a:endParaRPr lang="de-DE"/>
          </a:p>
        </p:txBody>
      </p:sp>
      <p:sp>
        <p:nvSpPr>
          <p:cNvPr id="93" name="Textplatzhalter 92">
            <a:extLst>
              <a:ext uri="{FF2B5EF4-FFF2-40B4-BE49-F238E27FC236}">
                <a16:creationId xmlns:a16="http://schemas.microsoft.com/office/drawing/2014/main" id="{FCF9D160-2525-7828-8919-FACC79B89B0F}"/>
              </a:ext>
            </a:extLst>
          </p:cNvPr>
          <p:cNvSpPr>
            <a:spLocks noGrp="1"/>
          </p:cNvSpPr>
          <p:nvPr>
            <p:ph type="body" sz="quarter" idx="10"/>
          </p:nvPr>
        </p:nvSpPr>
        <p:spPr/>
        <p:txBody>
          <a:bodyPr/>
          <a:lstStyle/>
          <a:p>
            <a:endParaRPr lang="de-DE"/>
          </a:p>
        </p:txBody>
      </p:sp>
      <p:sp>
        <p:nvSpPr>
          <p:cNvPr id="6" name="Footer Placeholder 6">
            <a:extLst>
              <a:ext uri="{FF2B5EF4-FFF2-40B4-BE49-F238E27FC236}">
                <a16:creationId xmlns:a16="http://schemas.microsoft.com/office/drawing/2014/main" id="{E84F34BD-F32A-740D-F6F2-B689B37FEEF6}"/>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sp>
        <p:nvSpPr>
          <p:cNvPr id="105" name="Textplatzhalter 104">
            <a:extLst>
              <a:ext uri="{FF2B5EF4-FFF2-40B4-BE49-F238E27FC236}">
                <a16:creationId xmlns:a16="http://schemas.microsoft.com/office/drawing/2014/main" id="{0B25F78F-012C-44D8-C7CF-385688BBDEB3}"/>
              </a:ext>
            </a:extLst>
          </p:cNvPr>
          <p:cNvSpPr>
            <a:spLocks noGrp="1"/>
          </p:cNvSpPr>
          <p:nvPr>
            <p:ph type="body" sz="quarter" idx="25"/>
          </p:nvPr>
        </p:nvSpPr>
        <p:spPr/>
        <p:txBody>
          <a:bodyPr/>
          <a:lstStyle/>
          <a:p>
            <a:endParaRPr lang="de-DE" dirty="0"/>
          </a:p>
        </p:txBody>
      </p:sp>
      <p:sp>
        <p:nvSpPr>
          <p:cNvPr id="106" name="Textplatzhalter 105">
            <a:extLst>
              <a:ext uri="{FF2B5EF4-FFF2-40B4-BE49-F238E27FC236}">
                <a16:creationId xmlns:a16="http://schemas.microsoft.com/office/drawing/2014/main" id="{6468FDD2-C68B-3D1A-05D9-722F33C253DE}"/>
              </a:ext>
            </a:extLst>
          </p:cNvPr>
          <p:cNvSpPr>
            <a:spLocks noGrp="1"/>
          </p:cNvSpPr>
          <p:nvPr>
            <p:ph type="body" sz="quarter" idx="26"/>
          </p:nvPr>
        </p:nvSpPr>
        <p:spPr/>
        <p:txBody>
          <a:bodyPr/>
          <a:lstStyle/>
          <a:p>
            <a:endParaRPr lang="de-DE"/>
          </a:p>
        </p:txBody>
      </p:sp>
      <p:sp>
        <p:nvSpPr>
          <p:cNvPr id="107" name="Textplatzhalter 106">
            <a:extLst>
              <a:ext uri="{FF2B5EF4-FFF2-40B4-BE49-F238E27FC236}">
                <a16:creationId xmlns:a16="http://schemas.microsoft.com/office/drawing/2014/main" id="{B5F91BCF-7A45-E723-B684-A731522638C6}"/>
              </a:ext>
            </a:extLst>
          </p:cNvPr>
          <p:cNvSpPr>
            <a:spLocks noGrp="1"/>
          </p:cNvSpPr>
          <p:nvPr>
            <p:ph type="body" sz="quarter" idx="27"/>
          </p:nvPr>
        </p:nvSpPr>
        <p:spPr/>
        <p:txBody>
          <a:bodyPr/>
          <a:lstStyle/>
          <a:p>
            <a:endParaRPr lang="de-DE"/>
          </a:p>
        </p:txBody>
      </p:sp>
      <p:sp>
        <p:nvSpPr>
          <p:cNvPr id="108" name="Textplatzhalter 107">
            <a:extLst>
              <a:ext uri="{FF2B5EF4-FFF2-40B4-BE49-F238E27FC236}">
                <a16:creationId xmlns:a16="http://schemas.microsoft.com/office/drawing/2014/main" id="{30F0D247-7008-6E1C-4C08-A448D95F561A}"/>
              </a:ext>
            </a:extLst>
          </p:cNvPr>
          <p:cNvSpPr>
            <a:spLocks noGrp="1"/>
          </p:cNvSpPr>
          <p:nvPr>
            <p:ph type="body" sz="quarter" idx="28"/>
          </p:nvPr>
        </p:nvSpPr>
        <p:spPr/>
        <p:txBody>
          <a:bodyPr/>
          <a:lstStyle/>
          <a:p>
            <a:endParaRPr lang="de-DE"/>
          </a:p>
        </p:txBody>
      </p:sp>
      <p:sp>
        <p:nvSpPr>
          <p:cNvPr id="109" name="Textplatzhalter 108">
            <a:extLst>
              <a:ext uri="{FF2B5EF4-FFF2-40B4-BE49-F238E27FC236}">
                <a16:creationId xmlns:a16="http://schemas.microsoft.com/office/drawing/2014/main" id="{71EB3013-AB5E-52DA-AACE-4AEBC5B98820}"/>
              </a:ext>
            </a:extLst>
          </p:cNvPr>
          <p:cNvSpPr>
            <a:spLocks noGrp="1"/>
          </p:cNvSpPr>
          <p:nvPr>
            <p:ph type="body" sz="quarter" idx="29"/>
          </p:nvPr>
        </p:nvSpPr>
        <p:spPr/>
        <p:txBody>
          <a:bodyPr/>
          <a:lstStyle/>
          <a:p>
            <a:endParaRPr lang="de-DE"/>
          </a:p>
        </p:txBody>
      </p:sp>
      <p:sp>
        <p:nvSpPr>
          <p:cNvPr id="110" name="Textplatzhalter 109">
            <a:extLst>
              <a:ext uri="{FF2B5EF4-FFF2-40B4-BE49-F238E27FC236}">
                <a16:creationId xmlns:a16="http://schemas.microsoft.com/office/drawing/2014/main" id="{13A9F2B4-358E-05AE-0B8C-FBC7E7A0092C}"/>
              </a:ext>
            </a:extLst>
          </p:cNvPr>
          <p:cNvSpPr>
            <a:spLocks noGrp="1"/>
          </p:cNvSpPr>
          <p:nvPr>
            <p:ph type="body" sz="quarter" idx="30"/>
          </p:nvPr>
        </p:nvSpPr>
        <p:spPr/>
        <p:txBody>
          <a:bodyPr/>
          <a:lstStyle/>
          <a:p>
            <a:pPr marL="0" indent="0" algn="ctr">
              <a:buNone/>
            </a:pPr>
            <a:endParaRPr lang="de-DE"/>
          </a:p>
        </p:txBody>
      </p:sp>
      <p:sp>
        <p:nvSpPr>
          <p:cNvPr id="111" name="Textplatzhalter 110">
            <a:extLst>
              <a:ext uri="{FF2B5EF4-FFF2-40B4-BE49-F238E27FC236}">
                <a16:creationId xmlns:a16="http://schemas.microsoft.com/office/drawing/2014/main" id="{D362D1C3-F2EC-F874-415A-A5E5886C03B4}"/>
              </a:ext>
            </a:extLst>
          </p:cNvPr>
          <p:cNvSpPr>
            <a:spLocks noGrp="1"/>
          </p:cNvSpPr>
          <p:nvPr>
            <p:ph type="body" sz="quarter" idx="31"/>
          </p:nvPr>
        </p:nvSpPr>
        <p:spPr/>
        <p:txBody>
          <a:bodyPr/>
          <a:lstStyle/>
          <a:p>
            <a:endParaRPr lang="de-DE"/>
          </a:p>
        </p:txBody>
      </p:sp>
      <p:sp>
        <p:nvSpPr>
          <p:cNvPr id="112" name="Textplatzhalter 111">
            <a:extLst>
              <a:ext uri="{FF2B5EF4-FFF2-40B4-BE49-F238E27FC236}">
                <a16:creationId xmlns:a16="http://schemas.microsoft.com/office/drawing/2014/main" id="{53A23605-84FE-040B-B5B8-F45AE6559327}"/>
              </a:ext>
            </a:extLst>
          </p:cNvPr>
          <p:cNvSpPr>
            <a:spLocks noGrp="1"/>
          </p:cNvSpPr>
          <p:nvPr>
            <p:ph type="body" sz="quarter" idx="32"/>
          </p:nvPr>
        </p:nvSpPr>
        <p:spPr/>
        <p:txBody>
          <a:bodyPr/>
          <a:lstStyle/>
          <a:p>
            <a:endParaRPr lang="de-DE"/>
          </a:p>
        </p:txBody>
      </p:sp>
      <p:sp>
        <p:nvSpPr>
          <p:cNvPr id="113" name="Textplatzhalter 112">
            <a:extLst>
              <a:ext uri="{FF2B5EF4-FFF2-40B4-BE49-F238E27FC236}">
                <a16:creationId xmlns:a16="http://schemas.microsoft.com/office/drawing/2014/main" id="{2F164691-C2B7-8C0B-E351-8E708118C99D}"/>
              </a:ext>
            </a:extLst>
          </p:cNvPr>
          <p:cNvSpPr>
            <a:spLocks noGrp="1"/>
          </p:cNvSpPr>
          <p:nvPr>
            <p:ph type="body" sz="quarter" idx="33"/>
          </p:nvPr>
        </p:nvSpPr>
        <p:spPr/>
        <p:txBody>
          <a:bodyPr/>
          <a:lstStyle/>
          <a:p>
            <a:endParaRPr lang="de-DE"/>
          </a:p>
        </p:txBody>
      </p:sp>
      <p:sp>
        <p:nvSpPr>
          <p:cNvPr id="114" name="Textplatzhalter 113">
            <a:extLst>
              <a:ext uri="{FF2B5EF4-FFF2-40B4-BE49-F238E27FC236}">
                <a16:creationId xmlns:a16="http://schemas.microsoft.com/office/drawing/2014/main" id="{30EDF71C-77CF-6540-6848-9244867ECD0D}"/>
              </a:ext>
            </a:extLst>
          </p:cNvPr>
          <p:cNvSpPr>
            <a:spLocks noGrp="1"/>
          </p:cNvSpPr>
          <p:nvPr>
            <p:ph type="body" sz="quarter" idx="34"/>
          </p:nvPr>
        </p:nvSpPr>
        <p:spPr/>
        <p:txBody>
          <a:bodyPr/>
          <a:lstStyle/>
          <a:p>
            <a:endParaRPr lang="de-DE"/>
          </a:p>
        </p:txBody>
      </p:sp>
      <p:sp>
        <p:nvSpPr>
          <p:cNvPr id="115" name="Textplatzhalter 114">
            <a:extLst>
              <a:ext uri="{FF2B5EF4-FFF2-40B4-BE49-F238E27FC236}">
                <a16:creationId xmlns:a16="http://schemas.microsoft.com/office/drawing/2014/main" id="{20E484DD-379F-BCA0-9009-656E9A02427B}"/>
              </a:ext>
            </a:extLst>
          </p:cNvPr>
          <p:cNvSpPr>
            <a:spLocks noGrp="1"/>
          </p:cNvSpPr>
          <p:nvPr>
            <p:ph type="body" sz="quarter" idx="35"/>
          </p:nvPr>
        </p:nvSpPr>
        <p:spPr/>
        <p:txBody>
          <a:bodyPr/>
          <a:lstStyle/>
          <a:p>
            <a:endParaRPr lang="de-DE"/>
          </a:p>
        </p:txBody>
      </p:sp>
      <p:sp>
        <p:nvSpPr>
          <p:cNvPr id="116" name="Textplatzhalter 115">
            <a:extLst>
              <a:ext uri="{FF2B5EF4-FFF2-40B4-BE49-F238E27FC236}">
                <a16:creationId xmlns:a16="http://schemas.microsoft.com/office/drawing/2014/main" id="{314A54B8-7E45-20B3-2E10-3CB9E8F51018}"/>
              </a:ext>
            </a:extLst>
          </p:cNvPr>
          <p:cNvSpPr>
            <a:spLocks noGrp="1"/>
          </p:cNvSpPr>
          <p:nvPr>
            <p:ph type="body" sz="quarter" idx="36"/>
          </p:nvPr>
        </p:nvSpPr>
        <p:spPr/>
        <p:txBody>
          <a:bodyPr/>
          <a:lstStyle/>
          <a:p>
            <a:pPr marL="0" indent="0" algn="ctr">
              <a:buNone/>
            </a:pPr>
            <a:endParaRPr lang="de-DE"/>
          </a:p>
        </p:txBody>
      </p:sp>
      <p:sp>
        <p:nvSpPr>
          <p:cNvPr id="117" name="Textplatzhalter 116">
            <a:extLst>
              <a:ext uri="{FF2B5EF4-FFF2-40B4-BE49-F238E27FC236}">
                <a16:creationId xmlns:a16="http://schemas.microsoft.com/office/drawing/2014/main" id="{21D9A56D-7A6E-E361-C26B-A8A7E17F056E}"/>
              </a:ext>
            </a:extLst>
          </p:cNvPr>
          <p:cNvSpPr>
            <a:spLocks noGrp="1"/>
          </p:cNvSpPr>
          <p:nvPr>
            <p:ph type="body" sz="quarter" idx="37"/>
          </p:nvPr>
        </p:nvSpPr>
        <p:spPr/>
        <p:txBody>
          <a:bodyPr/>
          <a:lstStyle/>
          <a:p>
            <a:endParaRPr lang="de-DE"/>
          </a:p>
        </p:txBody>
      </p:sp>
      <p:sp>
        <p:nvSpPr>
          <p:cNvPr id="118" name="Textplatzhalter 117">
            <a:extLst>
              <a:ext uri="{FF2B5EF4-FFF2-40B4-BE49-F238E27FC236}">
                <a16:creationId xmlns:a16="http://schemas.microsoft.com/office/drawing/2014/main" id="{AEAF2C88-8A6E-5D39-DC33-79F1BB1B0D69}"/>
              </a:ext>
            </a:extLst>
          </p:cNvPr>
          <p:cNvSpPr>
            <a:spLocks noGrp="1"/>
          </p:cNvSpPr>
          <p:nvPr>
            <p:ph type="body" sz="quarter" idx="38"/>
          </p:nvPr>
        </p:nvSpPr>
        <p:spPr/>
        <p:txBody>
          <a:bodyPr/>
          <a:lstStyle/>
          <a:p>
            <a:endParaRPr lang="de-DE"/>
          </a:p>
        </p:txBody>
      </p:sp>
      <p:sp>
        <p:nvSpPr>
          <p:cNvPr id="119" name="Textplatzhalter 118">
            <a:extLst>
              <a:ext uri="{FF2B5EF4-FFF2-40B4-BE49-F238E27FC236}">
                <a16:creationId xmlns:a16="http://schemas.microsoft.com/office/drawing/2014/main" id="{4AED3CF6-0838-53F5-19C8-AE7DBE09CF6C}"/>
              </a:ext>
            </a:extLst>
          </p:cNvPr>
          <p:cNvSpPr>
            <a:spLocks noGrp="1"/>
          </p:cNvSpPr>
          <p:nvPr>
            <p:ph type="body" sz="quarter" idx="39"/>
          </p:nvPr>
        </p:nvSpPr>
        <p:spPr/>
        <p:txBody>
          <a:bodyPr/>
          <a:lstStyle/>
          <a:p>
            <a:endParaRPr lang="de-DE"/>
          </a:p>
        </p:txBody>
      </p:sp>
      <p:sp>
        <p:nvSpPr>
          <p:cNvPr id="120" name="Textplatzhalter 119">
            <a:extLst>
              <a:ext uri="{FF2B5EF4-FFF2-40B4-BE49-F238E27FC236}">
                <a16:creationId xmlns:a16="http://schemas.microsoft.com/office/drawing/2014/main" id="{BCED40F1-EF40-2270-1261-137133473403}"/>
              </a:ext>
            </a:extLst>
          </p:cNvPr>
          <p:cNvSpPr>
            <a:spLocks noGrp="1"/>
          </p:cNvSpPr>
          <p:nvPr>
            <p:ph type="body" sz="quarter" idx="40"/>
          </p:nvPr>
        </p:nvSpPr>
        <p:spPr/>
        <p:txBody>
          <a:bodyPr/>
          <a:lstStyle/>
          <a:p>
            <a:endParaRPr lang="de-DE"/>
          </a:p>
        </p:txBody>
      </p:sp>
      <p:sp>
        <p:nvSpPr>
          <p:cNvPr id="121" name="Textplatzhalter 120">
            <a:extLst>
              <a:ext uri="{FF2B5EF4-FFF2-40B4-BE49-F238E27FC236}">
                <a16:creationId xmlns:a16="http://schemas.microsoft.com/office/drawing/2014/main" id="{BE8CD536-CADA-B683-FB36-EB8C1E396F15}"/>
              </a:ext>
            </a:extLst>
          </p:cNvPr>
          <p:cNvSpPr>
            <a:spLocks noGrp="1"/>
          </p:cNvSpPr>
          <p:nvPr>
            <p:ph type="body" sz="quarter" idx="41"/>
          </p:nvPr>
        </p:nvSpPr>
        <p:spPr/>
        <p:txBody>
          <a:bodyPr/>
          <a:lstStyle/>
          <a:p>
            <a:endParaRPr lang="de-DE"/>
          </a:p>
        </p:txBody>
      </p:sp>
      <p:sp>
        <p:nvSpPr>
          <p:cNvPr id="122" name="Textplatzhalter 121">
            <a:extLst>
              <a:ext uri="{FF2B5EF4-FFF2-40B4-BE49-F238E27FC236}">
                <a16:creationId xmlns:a16="http://schemas.microsoft.com/office/drawing/2014/main" id="{158DE28D-6495-9B82-0CAF-F754E81A0BF1}"/>
              </a:ext>
            </a:extLst>
          </p:cNvPr>
          <p:cNvSpPr>
            <a:spLocks noGrp="1"/>
          </p:cNvSpPr>
          <p:nvPr>
            <p:ph type="body" sz="quarter" idx="42"/>
          </p:nvPr>
        </p:nvSpPr>
        <p:spPr/>
        <p:txBody>
          <a:bodyPr/>
          <a:lstStyle/>
          <a:p>
            <a:pPr marL="0" indent="0" algn="ctr">
              <a:buNone/>
            </a:pPr>
            <a:endParaRPr lang="de-DE"/>
          </a:p>
        </p:txBody>
      </p:sp>
      <p:sp>
        <p:nvSpPr>
          <p:cNvPr id="95" name="Textplatzhalter 94">
            <a:extLst>
              <a:ext uri="{FF2B5EF4-FFF2-40B4-BE49-F238E27FC236}">
                <a16:creationId xmlns:a16="http://schemas.microsoft.com/office/drawing/2014/main" id="{D3E20A94-B69D-5D98-8803-1CAE9F5C2746}"/>
              </a:ext>
            </a:extLst>
          </p:cNvPr>
          <p:cNvSpPr>
            <a:spLocks noGrp="1"/>
          </p:cNvSpPr>
          <p:nvPr>
            <p:ph type="body" sz="quarter" idx="14"/>
          </p:nvPr>
        </p:nvSpPr>
        <p:spPr/>
        <p:txBody>
          <a:bodyPr/>
          <a:lstStyle/>
          <a:p>
            <a:endParaRPr lang="de-DE" dirty="0"/>
          </a:p>
        </p:txBody>
      </p:sp>
      <p:sp>
        <p:nvSpPr>
          <p:cNvPr id="96" name="Textplatzhalter 95">
            <a:extLst>
              <a:ext uri="{FF2B5EF4-FFF2-40B4-BE49-F238E27FC236}">
                <a16:creationId xmlns:a16="http://schemas.microsoft.com/office/drawing/2014/main" id="{B8C08D10-C37E-8B32-408F-11ABDB58ADAB}"/>
              </a:ext>
            </a:extLst>
          </p:cNvPr>
          <p:cNvSpPr>
            <a:spLocks noGrp="1"/>
          </p:cNvSpPr>
          <p:nvPr>
            <p:ph type="body" sz="quarter" idx="15"/>
          </p:nvPr>
        </p:nvSpPr>
        <p:spPr/>
        <p:txBody>
          <a:bodyPr/>
          <a:lstStyle/>
          <a:p>
            <a:endParaRPr lang="de-DE" dirty="0"/>
          </a:p>
        </p:txBody>
      </p:sp>
      <p:sp>
        <p:nvSpPr>
          <p:cNvPr id="97" name="Textplatzhalter 96">
            <a:extLst>
              <a:ext uri="{FF2B5EF4-FFF2-40B4-BE49-F238E27FC236}">
                <a16:creationId xmlns:a16="http://schemas.microsoft.com/office/drawing/2014/main" id="{E9A45C1D-D137-4B4A-7AE7-F88070184F9E}"/>
              </a:ext>
            </a:extLst>
          </p:cNvPr>
          <p:cNvSpPr>
            <a:spLocks noGrp="1"/>
          </p:cNvSpPr>
          <p:nvPr>
            <p:ph type="body" sz="quarter" idx="16"/>
          </p:nvPr>
        </p:nvSpPr>
        <p:spPr/>
        <p:txBody>
          <a:bodyPr/>
          <a:lstStyle/>
          <a:p>
            <a:endParaRPr lang="de-DE"/>
          </a:p>
        </p:txBody>
      </p:sp>
      <p:sp>
        <p:nvSpPr>
          <p:cNvPr id="98" name="Textplatzhalter 97">
            <a:extLst>
              <a:ext uri="{FF2B5EF4-FFF2-40B4-BE49-F238E27FC236}">
                <a16:creationId xmlns:a16="http://schemas.microsoft.com/office/drawing/2014/main" id="{D6F52E6B-CD61-9056-4EAE-F149EF8CEE75}"/>
              </a:ext>
            </a:extLst>
          </p:cNvPr>
          <p:cNvSpPr>
            <a:spLocks noGrp="1"/>
          </p:cNvSpPr>
          <p:nvPr>
            <p:ph type="body" sz="quarter" idx="17"/>
          </p:nvPr>
        </p:nvSpPr>
        <p:spPr/>
        <p:txBody>
          <a:bodyPr/>
          <a:lstStyle/>
          <a:p>
            <a:endParaRPr lang="de-DE"/>
          </a:p>
        </p:txBody>
      </p:sp>
      <p:sp>
        <p:nvSpPr>
          <p:cNvPr id="94" name="Textplatzhalter 93">
            <a:extLst>
              <a:ext uri="{FF2B5EF4-FFF2-40B4-BE49-F238E27FC236}">
                <a16:creationId xmlns:a16="http://schemas.microsoft.com/office/drawing/2014/main" id="{9A18E5EA-C57F-20B8-81B3-B8B8DD68BC41}"/>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40450494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908A139-4841-17D1-CF86-94B6858C33DF}"/>
              </a:ext>
            </a:extLst>
          </p:cNvPr>
          <p:cNvGraphicFramePr>
            <a:graphicFrameLocks noChangeAspect="1"/>
          </p:cNvGraphicFramePr>
          <p:nvPr>
            <p:custDataLst>
              <p:tags r:id="rId1"/>
            </p:custDataLst>
            <p:extLst>
              <p:ext uri="{D42A27DB-BD31-4B8C-83A1-F6EECF244321}">
                <p14:modId xmlns:p14="http://schemas.microsoft.com/office/powerpoint/2010/main" val="3659303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6908A139-4841-17D1-CF86-94B6858C33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7" name="Text Placeholder 96">
            <a:extLst>
              <a:ext uri="{FF2B5EF4-FFF2-40B4-BE49-F238E27FC236}">
                <a16:creationId xmlns:a16="http://schemas.microsoft.com/office/drawing/2014/main" id="{146DD21E-358E-7ABC-C885-F89AE5CC4EB1}"/>
              </a:ext>
            </a:extLst>
          </p:cNvPr>
          <p:cNvSpPr>
            <a:spLocks noGrp="1"/>
          </p:cNvSpPr>
          <p:nvPr>
            <p:ph type="body" sz="quarter" idx="10"/>
          </p:nvPr>
        </p:nvSpPr>
        <p:spPr/>
        <p:txBody>
          <a:bodyPr/>
          <a:lstStyle/>
          <a:p>
            <a:endParaRPr lang="en-US"/>
          </a:p>
        </p:txBody>
      </p:sp>
      <p:sp>
        <p:nvSpPr>
          <p:cNvPr id="113" name="Text Placeholder 112">
            <a:extLst>
              <a:ext uri="{FF2B5EF4-FFF2-40B4-BE49-F238E27FC236}">
                <a16:creationId xmlns:a16="http://schemas.microsoft.com/office/drawing/2014/main" id="{ADD0C10F-1EB0-3AB7-98BD-119CFA0F002C}"/>
              </a:ext>
            </a:extLst>
          </p:cNvPr>
          <p:cNvSpPr>
            <a:spLocks noGrp="1"/>
          </p:cNvSpPr>
          <p:nvPr>
            <p:ph type="body" sz="quarter" idx="41"/>
          </p:nvPr>
        </p:nvSpPr>
        <p:spPr/>
        <p:txBody>
          <a:bodyPr/>
          <a:lstStyle/>
          <a:p>
            <a:endParaRPr lang="en-US"/>
          </a:p>
        </p:txBody>
      </p:sp>
      <p:sp>
        <p:nvSpPr>
          <p:cNvPr id="103" name="Text Placeholder 102">
            <a:extLst>
              <a:ext uri="{FF2B5EF4-FFF2-40B4-BE49-F238E27FC236}">
                <a16:creationId xmlns:a16="http://schemas.microsoft.com/office/drawing/2014/main" id="{89215F46-DDB9-7543-1708-8967C31BC136}"/>
              </a:ext>
            </a:extLst>
          </p:cNvPr>
          <p:cNvSpPr>
            <a:spLocks noGrp="1"/>
          </p:cNvSpPr>
          <p:nvPr>
            <p:ph type="body" sz="quarter" idx="19"/>
          </p:nvPr>
        </p:nvSpPr>
        <p:spPr/>
        <p:txBody>
          <a:bodyPr/>
          <a:lstStyle/>
          <a:p>
            <a:endParaRPr lang="en-US"/>
          </a:p>
        </p:txBody>
      </p:sp>
      <p:sp>
        <p:nvSpPr>
          <p:cNvPr id="104" name="Text Placeholder 103">
            <a:extLst>
              <a:ext uri="{FF2B5EF4-FFF2-40B4-BE49-F238E27FC236}">
                <a16:creationId xmlns:a16="http://schemas.microsoft.com/office/drawing/2014/main" id="{24729727-01B5-86BB-36DE-FBB1CBB55151}"/>
              </a:ext>
            </a:extLst>
          </p:cNvPr>
          <p:cNvSpPr>
            <a:spLocks noGrp="1"/>
          </p:cNvSpPr>
          <p:nvPr>
            <p:ph type="body" sz="quarter" idx="20"/>
          </p:nvPr>
        </p:nvSpPr>
        <p:spPr/>
        <p:txBody>
          <a:bodyPr/>
          <a:lstStyle/>
          <a:p>
            <a:endParaRPr lang="en-US"/>
          </a:p>
        </p:txBody>
      </p:sp>
      <p:sp>
        <p:nvSpPr>
          <p:cNvPr id="105" name="Text Placeholder 104">
            <a:extLst>
              <a:ext uri="{FF2B5EF4-FFF2-40B4-BE49-F238E27FC236}">
                <a16:creationId xmlns:a16="http://schemas.microsoft.com/office/drawing/2014/main" id="{C53E573F-847F-D48B-79A4-2895B5F92D91}"/>
              </a:ext>
            </a:extLst>
          </p:cNvPr>
          <p:cNvSpPr>
            <a:spLocks noGrp="1"/>
          </p:cNvSpPr>
          <p:nvPr>
            <p:ph type="body" sz="quarter" idx="21"/>
          </p:nvPr>
        </p:nvSpPr>
        <p:spPr/>
        <p:txBody>
          <a:bodyPr/>
          <a:lstStyle/>
          <a:p>
            <a:endParaRPr lang="en-US"/>
          </a:p>
        </p:txBody>
      </p:sp>
      <p:sp>
        <p:nvSpPr>
          <p:cNvPr id="106" name="Text Placeholder 105">
            <a:extLst>
              <a:ext uri="{FF2B5EF4-FFF2-40B4-BE49-F238E27FC236}">
                <a16:creationId xmlns:a16="http://schemas.microsoft.com/office/drawing/2014/main" id="{084E2429-DA78-5379-D6C6-179AB545B376}"/>
              </a:ext>
            </a:extLst>
          </p:cNvPr>
          <p:cNvSpPr>
            <a:spLocks noGrp="1"/>
          </p:cNvSpPr>
          <p:nvPr>
            <p:ph type="body" sz="quarter" idx="22"/>
          </p:nvPr>
        </p:nvSpPr>
        <p:spPr/>
        <p:txBody>
          <a:bodyPr/>
          <a:lstStyle/>
          <a:p>
            <a:endParaRPr lang="en-US"/>
          </a:p>
        </p:txBody>
      </p:sp>
      <p:sp>
        <p:nvSpPr>
          <p:cNvPr id="107" name="Text Placeholder 106">
            <a:extLst>
              <a:ext uri="{FF2B5EF4-FFF2-40B4-BE49-F238E27FC236}">
                <a16:creationId xmlns:a16="http://schemas.microsoft.com/office/drawing/2014/main" id="{612FC495-4F1F-5E43-A1E5-925905B71CFA}"/>
              </a:ext>
            </a:extLst>
          </p:cNvPr>
          <p:cNvSpPr>
            <a:spLocks noGrp="1"/>
          </p:cNvSpPr>
          <p:nvPr>
            <p:ph type="body" sz="quarter" idx="23"/>
          </p:nvPr>
        </p:nvSpPr>
        <p:spPr/>
        <p:txBody>
          <a:bodyPr/>
          <a:lstStyle/>
          <a:p>
            <a:endParaRPr lang="en-US"/>
          </a:p>
        </p:txBody>
      </p:sp>
      <p:sp>
        <p:nvSpPr>
          <p:cNvPr id="108" name="Text Placeholder 107">
            <a:extLst>
              <a:ext uri="{FF2B5EF4-FFF2-40B4-BE49-F238E27FC236}">
                <a16:creationId xmlns:a16="http://schemas.microsoft.com/office/drawing/2014/main" id="{A628FF96-34BB-4EC9-9AD2-DE4EFC047D7B}"/>
              </a:ext>
            </a:extLst>
          </p:cNvPr>
          <p:cNvSpPr>
            <a:spLocks noGrp="1"/>
          </p:cNvSpPr>
          <p:nvPr>
            <p:ph type="body" sz="quarter" idx="25"/>
          </p:nvPr>
        </p:nvSpPr>
        <p:spPr/>
        <p:txBody>
          <a:bodyPr/>
          <a:lstStyle/>
          <a:p>
            <a:endParaRPr lang="en-US" dirty="0"/>
          </a:p>
        </p:txBody>
      </p:sp>
      <p:sp>
        <p:nvSpPr>
          <p:cNvPr id="109" name="Text Placeholder 108">
            <a:extLst>
              <a:ext uri="{FF2B5EF4-FFF2-40B4-BE49-F238E27FC236}">
                <a16:creationId xmlns:a16="http://schemas.microsoft.com/office/drawing/2014/main" id="{CD7E47C9-CB29-A3E3-4689-91C6C8A2485C}"/>
              </a:ext>
            </a:extLst>
          </p:cNvPr>
          <p:cNvSpPr>
            <a:spLocks noGrp="1"/>
          </p:cNvSpPr>
          <p:nvPr>
            <p:ph type="body" sz="quarter" idx="26"/>
          </p:nvPr>
        </p:nvSpPr>
        <p:spPr/>
        <p:txBody>
          <a:bodyPr/>
          <a:lstStyle/>
          <a:p>
            <a:endParaRPr lang="en-US"/>
          </a:p>
        </p:txBody>
      </p:sp>
      <p:sp>
        <p:nvSpPr>
          <p:cNvPr id="110" name="Text Placeholder 109">
            <a:extLst>
              <a:ext uri="{FF2B5EF4-FFF2-40B4-BE49-F238E27FC236}">
                <a16:creationId xmlns:a16="http://schemas.microsoft.com/office/drawing/2014/main" id="{960470A3-7B1F-FAB4-F7CA-977C829B1EAB}"/>
              </a:ext>
            </a:extLst>
          </p:cNvPr>
          <p:cNvSpPr>
            <a:spLocks noGrp="1"/>
          </p:cNvSpPr>
          <p:nvPr>
            <p:ph type="body" sz="quarter" idx="27"/>
          </p:nvPr>
        </p:nvSpPr>
        <p:spPr/>
        <p:txBody>
          <a:bodyPr/>
          <a:lstStyle/>
          <a:p>
            <a:endParaRPr lang="en-US"/>
          </a:p>
        </p:txBody>
      </p:sp>
      <p:sp>
        <p:nvSpPr>
          <p:cNvPr id="111" name="Text Placeholder 110">
            <a:extLst>
              <a:ext uri="{FF2B5EF4-FFF2-40B4-BE49-F238E27FC236}">
                <a16:creationId xmlns:a16="http://schemas.microsoft.com/office/drawing/2014/main" id="{9CC42232-0B62-E00F-36DC-2E16B7A63292}"/>
              </a:ext>
            </a:extLst>
          </p:cNvPr>
          <p:cNvSpPr>
            <a:spLocks noGrp="1"/>
          </p:cNvSpPr>
          <p:nvPr>
            <p:ph type="body" sz="quarter" idx="28"/>
          </p:nvPr>
        </p:nvSpPr>
        <p:spPr/>
        <p:txBody>
          <a:bodyPr/>
          <a:lstStyle/>
          <a:p>
            <a:endParaRPr lang="en-US"/>
          </a:p>
        </p:txBody>
      </p:sp>
      <p:sp>
        <p:nvSpPr>
          <p:cNvPr id="112" name="Text Placeholder 111">
            <a:extLst>
              <a:ext uri="{FF2B5EF4-FFF2-40B4-BE49-F238E27FC236}">
                <a16:creationId xmlns:a16="http://schemas.microsoft.com/office/drawing/2014/main" id="{CB7C9343-5A2B-7A58-A69C-731CE32CB535}"/>
              </a:ext>
            </a:extLst>
          </p:cNvPr>
          <p:cNvSpPr>
            <a:spLocks noGrp="1"/>
          </p:cNvSpPr>
          <p:nvPr>
            <p:ph type="body" sz="quarter" idx="29"/>
          </p:nvPr>
        </p:nvSpPr>
        <p:spPr/>
        <p:txBody>
          <a:bodyPr/>
          <a:lstStyle/>
          <a:p>
            <a:endParaRPr lang="en-US"/>
          </a:p>
        </p:txBody>
      </p:sp>
      <p:sp>
        <p:nvSpPr>
          <p:cNvPr id="114" name="Text Placeholder 113">
            <a:extLst>
              <a:ext uri="{FF2B5EF4-FFF2-40B4-BE49-F238E27FC236}">
                <a16:creationId xmlns:a16="http://schemas.microsoft.com/office/drawing/2014/main" id="{6E4E4B4B-BD53-E875-2CFC-8E5D93EBD548}"/>
              </a:ext>
            </a:extLst>
          </p:cNvPr>
          <p:cNvSpPr>
            <a:spLocks noGrp="1"/>
          </p:cNvSpPr>
          <p:nvPr>
            <p:ph type="body" sz="quarter" idx="42"/>
          </p:nvPr>
        </p:nvSpPr>
        <p:spPr/>
        <p:txBody>
          <a:bodyPr/>
          <a:lstStyle/>
          <a:p>
            <a:endParaRPr lang="en-US" dirty="0"/>
          </a:p>
        </p:txBody>
      </p:sp>
      <p:sp>
        <p:nvSpPr>
          <p:cNvPr id="115" name="Text Placeholder 114">
            <a:extLst>
              <a:ext uri="{FF2B5EF4-FFF2-40B4-BE49-F238E27FC236}">
                <a16:creationId xmlns:a16="http://schemas.microsoft.com/office/drawing/2014/main" id="{63F89E54-C944-6776-3D76-F3B18A9866D2}"/>
              </a:ext>
            </a:extLst>
          </p:cNvPr>
          <p:cNvSpPr>
            <a:spLocks noGrp="1"/>
          </p:cNvSpPr>
          <p:nvPr>
            <p:ph type="body" sz="quarter" idx="43"/>
          </p:nvPr>
        </p:nvSpPr>
        <p:spPr/>
        <p:txBody>
          <a:bodyPr/>
          <a:lstStyle/>
          <a:p>
            <a:endParaRPr lang="en-US"/>
          </a:p>
        </p:txBody>
      </p:sp>
      <p:sp>
        <p:nvSpPr>
          <p:cNvPr id="116" name="Text Placeholder 115">
            <a:extLst>
              <a:ext uri="{FF2B5EF4-FFF2-40B4-BE49-F238E27FC236}">
                <a16:creationId xmlns:a16="http://schemas.microsoft.com/office/drawing/2014/main" id="{CE89E40B-F6C0-3D4A-4323-46EDB882AB3D}"/>
              </a:ext>
            </a:extLst>
          </p:cNvPr>
          <p:cNvSpPr>
            <a:spLocks noGrp="1"/>
          </p:cNvSpPr>
          <p:nvPr>
            <p:ph type="body" sz="quarter" idx="44"/>
          </p:nvPr>
        </p:nvSpPr>
        <p:spPr/>
        <p:txBody>
          <a:bodyPr/>
          <a:lstStyle/>
          <a:p>
            <a:endParaRPr lang="en-US"/>
          </a:p>
        </p:txBody>
      </p:sp>
      <p:sp>
        <p:nvSpPr>
          <p:cNvPr id="117" name="Text Placeholder 116">
            <a:extLst>
              <a:ext uri="{FF2B5EF4-FFF2-40B4-BE49-F238E27FC236}">
                <a16:creationId xmlns:a16="http://schemas.microsoft.com/office/drawing/2014/main" id="{20743F48-D029-CB6B-4EA8-407FF4D1A0BB}"/>
              </a:ext>
            </a:extLst>
          </p:cNvPr>
          <p:cNvSpPr>
            <a:spLocks noGrp="1"/>
          </p:cNvSpPr>
          <p:nvPr>
            <p:ph type="body" sz="quarter" idx="45"/>
          </p:nvPr>
        </p:nvSpPr>
        <p:spPr/>
        <p:txBody>
          <a:bodyPr/>
          <a:lstStyle/>
          <a:p>
            <a:endParaRPr lang="en-US"/>
          </a:p>
        </p:txBody>
      </p:sp>
      <p:sp>
        <p:nvSpPr>
          <p:cNvPr id="118" name="Text Placeholder 117">
            <a:extLst>
              <a:ext uri="{FF2B5EF4-FFF2-40B4-BE49-F238E27FC236}">
                <a16:creationId xmlns:a16="http://schemas.microsoft.com/office/drawing/2014/main" id="{C1E79CDC-6821-3651-CFF9-40313A7D3373}"/>
              </a:ext>
            </a:extLst>
          </p:cNvPr>
          <p:cNvSpPr>
            <a:spLocks noGrp="1"/>
          </p:cNvSpPr>
          <p:nvPr>
            <p:ph type="body" sz="quarter" idx="46"/>
          </p:nvPr>
        </p:nvSpPr>
        <p:spPr/>
        <p:txBody>
          <a:bodyPr/>
          <a:lstStyle/>
          <a:p>
            <a:endParaRPr lang="en-US"/>
          </a:p>
        </p:txBody>
      </p:sp>
      <p:sp>
        <p:nvSpPr>
          <p:cNvPr id="119" name="Text Placeholder 118">
            <a:extLst>
              <a:ext uri="{FF2B5EF4-FFF2-40B4-BE49-F238E27FC236}">
                <a16:creationId xmlns:a16="http://schemas.microsoft.com/office/drawing/2014/main" id="{D7C06B9C-47FC-8FF3-45B5-E890D177C102}"/>
              </a:ext>
            </a:extLst>
          </p:cNvPr>
          <p:cNvSpPr>
            <a:spLocks noGrp="1"/>
          </p:cNvSpPr>
          <p:nvPr>
            <p:ph type="body" sz="quarter" idx="48"/>
          </p:nvPr>
        </p:nvSpPr>
        <p:spPr/>
        <p:txBody>
          <a:bodyPr/>
          <a:lstStyle/>
          <a:p>
            <a:endParaRPr lang="en-US" dirty="0"/>
          </a:p>
        </p:txBody>
      </p:sp>
      <p:sp>
        <p:nvSpPr>
          <p:cNvPr id="120" name="Text Placeholder 119">
            <a:extLst>
              <a:ext uri="{FF2B5EF4-FFF2-40B4-BE49-F238E27FC236}">
                <a16:creationId xmlns:a16="http://schemas.microsoft.com/office/drawing/2014/main" id="{EB3B9EFE-5ED7-C363-53A3-8C396038094C}"/>
              </a:ext>
            </a:extLst>
          </p:cNvPr>
          <p:cNvSpPr>
            <a:spLocks noGrp="1"/>
          </p:cNvSpPr>
          <p:nvPr>
            <p:ph type="body" sz="quarter" idx="49"/>
          </p:nvPr>
        </p:nvSpPr>
        <p:spPr/>
        <p:txBody>
          <a:bodyPr/>
          <a:lstStyle/>
          <a:p>
            <a:endParaRPr lang="en-US"/>
          </a:p>
        </p:txBody>
      </p:sp>
      <p:sp>
        <p:nvSpPr>
          <p:cNvPr id="121" name="Text Placeholder 120">
            <a:extLst>
              <a:ext uri="{FF2B5EF4-FFF2-40B4-BE49-F238E27FC236}">
                <a16:creationId xmlns:a16="http://schemas.microsoft.com/office/drawing/2014/main" id="{AD847195-B54D-2118-D720-178D25E8648B}"/>
              </a:ext>
            </a:extLst>
          </p:cNvPr>
          <p:cNvSpPr>
            <a:spLocks noGrp="1"/>
          </p:cNvSpPr>
          <p:nvPr>
            <p:ph type="body" sz="quarter" idx="50"/>
          </p:nvPr>
        </p:nvSpPr>
        <p:spPr/>
        <p:txBody>
          <a:bodyPr/>
          <a:lstStyle/>
          <a:p>
            <a:endParaRPr lang="en-US"/>
          </a:p>
        </p:txBody>
      </p:sp>
      <p:sp>
        <p:nvSpPr>
          <p:cNvPr id="122" name="Text Placeholder 121">
            <a:extLst>
              <a:ext uri="{FF2B5EF4-FFF2-40B4-BE49-F238E27FC236}">
                <a16:creationId xmlns:a16="http://schemas.microsoft.com/office/drawing/2014/main" id="{E6341618-F58D-23C7-3755-1E1B6826D1A4}"/>
              </a:ext>
            </a:extLst>
          </p:cNvPr>
          <p:cNvSpPr>
            <a:spLocks noGrp="1"/>
          </p:cNvSpPr>
          <p:nvPr>
            <p:ph type="body" sz="quarter" idx="51"/>
          </p:nvPr>
        </p:nvSpPr>
        <p:spPr/>
        <p:txBody>
          <a:bodyPr/>
          <a:lstStyle/>
          <a:p>
            <a:endParaRPr lang="en-US"/>
          </a:p>
        </p:txBody>
      </p:sp>
      <p:sp>
        <p:nvSpPr>
          <p:cNvPr id="123" name="Text Placeholder 122">
            <a:extLst>
              <a:ext uri="{FF2B5EF4-FFF2-40B4-BE49-F238E27FC236}">
                <a16:creationId xmlns:a16="http://schemas.microsoft.com/office/drawing/2014/main" id="{7FFE5D3C-A512-ED36-58C1-7DA96DA382B9}"/>
              </a:ext>
            </a:extLst>
          </p:cNvPr>
          <p:cNvSpPr>
            <a:spLocks noGrp="1"/>
          </p:cNvSpPr>
          <p:nvPr>
            <p:ph type="body" sz="quarter" idx="52"/>
          </p:nvPr>
        </p:nvSpPr>
        <p:spPr/>
        <p:txBody>
          <a:bodyPr/>
          <a:lstStyle/>
          <a:p>
            <a:endParaRPr lang="en-US"/>
          </a:p>
        </p:txBody>
      </p:sp>
      <p:sp>
        <p:nvSpPr>
          <p:cNvPr id="99" name="Text Placeholder 98">
            <a:extLst>
              <a:ext uri="{FF2B5EF4-FFF2-40B4-BE49-F238E27FC236}">
                <a16:creationId xmlns:a16="http://schemas.microsoft.com/office/drawing/2014/main" id="{CE379F17-8D13-8221-F33D-DF4168B84F43}"/>
              </a:ext>
            </a:extLst>
          </p:cNvPr>
          <p:cNvSpPr>
            <a:spLocks noGrp="1"/>
          </p:cNvSpPr>
          <p:nvPr>
            <p:ph type="body" sz="quarter" idx="14"/>
          </p:nvPr>
        </p:nvSpPr>
        <p:spPr/>
        <p:txBody>
          <a:bodyPr/>
          <a:lstStyle/>
          <a:p>
            <a:endParaRPr lang="en-US" dirty="0"/>
          </a:p>
        </p:txBody>
      </p:sp>
      <p:sp>
        <p:nvSpPr>
          <p:cNvPr id="100" name="Text Placeholder 99">
            <a:extLst>
              <a:ext uri="{FF2B5EF4-FFF2-40B4-BE49-F238E27FC236}">
                <a16:creationId xmlns:a16="http://schemas.microsoft.com/office/drawing/2014/main" id="{D0067851-F72E-D204-470F-0B5C22C6CE54}"/>
              </a:ext>
            </a:extLst>
          </p:cNvPr>
          <p:cNvSpPr>
            <a:spLocks noGrp="1"/>
          </p:cNvSpPr>
          <p:nvPr>
            <p:ph type="body" sz="quarter" idx="15"/>
          </p:nvPr>
        </p:nvSpPr>
        <p:spPr/>
        <p:txBody>
          <a:bodyPr/>
          <a:lstStyle/>
          <a:p>
            <a:endParaRPr lang="en-US"/>
          </a:p>
        </p:txBody>
      </p:sp>
      <p:sp>
        <p:nvSpPr>
          <p:cNvPr id="101" name="Text Placeholder 100">
            <a:extLst>
              <a:ext uri="{FF2B5EF4-FFF2-40B4-BE49-F238E27FC236}">
                <a16:creationId xmlns:a16="http://schemas.microsoft.com/office/drawing/2014/main" id="{55932771-FD61-563A-6AB6-2D519C0AC9EF}"/>
              </a:ext>
            </a:extLst>
          </p:cNvPr>
          <p:cNvSpPr>
            <a:spLocks noGrp="1"/>
          </p:cNvSpPr>
          <p:nvPr>
            <p:ph type="body" sz="quarter" idx="16"/>
          </p:nvPr>
        </p:nvSpPr>
        <p:spPr/>
        <p:txBody>
          <a:bodyPr/>
          <a:lstStyle/>
          <a:p>
            <a:endParaRPr lang="en-US"/>
          </a:p>
        </p:txBody>
      </p:sp>
      <p:sp>
        <p:nvSpPr>
          <p:cNvPr id="102" name="Text Placeholder 101">
            <a:extLst>
              <a:ext uri="{FF2B5EF4-FFF2-40B4-BE49-F238E27FC236}">
                <a16:creationId xmlns:a16="http://schemas.microsoft.com/office/drawing/2014/main" id="{B20A5CEF-9444-BA7B-CDF2-B0BF0AA10D8D}"/>
              </a:ext>
            </a:extLst>
          </p:cNvPr>
          <p:cNvSpPr>
            <a:spLocks noGrp="1"/>
          </p:cNvSpPr>
          <p:nvPr>
            <p:ph type="body" sz="quarter" idx="17"/>
          </p:nvPr>
        </p:nvSpPr>
        <p:spPr/>
        <p:txBody>
          <a:bodyPr/>
          <a:lstStyle/>
          <a:p>
            <a:endParaRPr lang="en-US" dirty="0"/>
          </a:p>
        </p:txBody>
      </p:sp>
      <p:sp>
        <p:nvSpPr>
          <p:cNvPr id="124" name="Text Placeholder 123">
            <a:extLst>
              <a:ext uri="{FF2B5EF4-FFF2-40B4-BE49-F238E27FC236}">
                <a16:creationId xmlns:a16="http://schemas.microsoft.com/office/drawing/2014/main" id="{9A0AFE46-65A0-B358-0663-7BFC21CA7BBE}"/>
              </a:ext>
            </a:extLst>
          </p:cNvPr>
          <p:cNvSpPr>
            <a:spLocks noGrp="1"/>
          </p:cNvSpPr>
          <p:nvPr>
            <p:ph type="body" sz="quarter" idx="54"/>
          </p:nvPr>
        </p:nvSpPr>
        <p:spPr/>
        <p:txBody>
          <a:bodyPr/>
          <a:lstStyle/>
          <a:p>
            <a:endParaRPr lang="en-US"/>
          </a:p>
        </p:txBody>
      </p:sp>
      <p:sp>
        <p:nvSpPr>
          <p:cNvPr id="98" name="Text Placeholder 97">
            <a:extLst>
              <a:ext uri="{FF2B5EF4-FFF2-40B4-BE49-F238E27FC236}">
                <a16:creationId xmlns:a16="http://schemas.microsoft.com/office/drawing/2014/main" id="{3CA08ECA-0607-E686-2554-D96547EB71CA}"/>
              </a:ext>
            </a:extLst>
          </p:cNvPr>
          <p:cNvSpPr>
            <a:spLocks noGrp="1"/>
          </p:cNvSpPr>
          <p:nvPr>
            <p:ph type="body" sz="quarter" idx="12"/>
          </p:nvPr>
        </p:nvSpPr>
        <p:spPr/>
        <p:txBody>
          <a:bodyPr/>
          <a:lstStyle/>
          <a:p>
            <a:endParaRPr lang="en-US"/>
          </a:p>
        </p:txBody>
      </p:sp>
      <p:sp>
        <p:nvSpPr>
          <p:cNvPr id="125" name="Text Placeholder 124">
            <a:extLst>
              <a:ext uri="{FF2B5EF4-FFF2-40B4-BE49-F238E27FC236}">
                <a16:creationId xmlns:a16="http://schemas.microsoft.com/office/drawing/2014/main" id="{70C8962F-55DF-4F03-3967-08406E4776AD}"/>
              </a:ext>
            </a:extLst>
          </p:cNvPr>
          <p:cNvSpPr>
            <a:spLocks noGrp="1"/>
          </p:cNvSpPr>
          <p:nvPr>
            <p:ph type="body" sz="quarter" idx="55"/>
          </p:nvPr>
        </p:nvSpPr>
        <p:spPr/>
        <p:txBody>
          <a:bodyPr/>
          <a:lstStyle/>
          <a:p>
            <a:endParaRPr lang="en-US"/>
          </a:p>
        </p:txBody>
      </p:sp>
      <p:sp>
        <p:nvSpPr>
          <p:cNvPr id="126" name="Text Placeholder 125">
            <a:extLst>
              <a:ext uri="{FF2B5EF4-FFF2-40B4-BE49-F238E27FC236}">
                <a16:creationId xmlns:a16="http://schemas.microsoft.com/office/drawing/2014/main" id="{1E156239-1391-0245-75CA-17166B746F62}"/>
              </a:ext>
            </a:extLst>
          </p:cNvPr>
          <p:cNvSpPr>
            <a:spLocks noGrp="1"/>
          </p:cNvSpPr>
          <p:nvPr>
            <p:ph type="body" sz="quarter" idx="56"/>
          </p:nvPr>
        </p:nvSpPr>
        <p:spPr/>
        <p:txBody>
          <a:bodyPr/>
          <a:lstStyle/>
          <a:p>
            <a:endParaRPr lang="en-US"/>
          </a:p>
        </p:txBody>
      </p:sp>
      <p:sp>
        <p:nvSpPr>
          <p:cNvPr id="127" name="Text Placeholder 126">
            <a:extLst>
              <a:ext uri="{FF2B5EF4-FFF2-40B4-BE49-F238E27FC236}">
                <a16:creationId xmlns:a16="http://schemas.microsoft.com/office/drawing/2014/main" id="{7A6B60A4-68C4-80DB-1BDD-7B2DF0CDEDF6}"/>
              </a:ext>
            </a:extLst>
          </p:cNvPr>
          <p:cNvSpPr>
            <a:spLocks noGrp="1"/>
          </p:cNvSpPr>
          <p:nvPr>
            <p:ph type="body" sz="quarter" idx="57"/>
          </p:nvPr>
        </p:nvSpPr>
        <p:spPr/>
        <p:txBody>
          <a:bodyPr/>
          <a:lstStyle/>
          <a:p>
            <a:endParaRPr lang="en-US"/>
          </a:p>
        </p:txBody>
      </p:sp>
    </p:spTree>
    <p:extLst>
      <p:ext uri="{BB962C8B-B14F-4D97-AF65-F5344CB8AC3E}">
        <p14:creationId xmlns:p14="http://schemas.microsoft.com/office/powerpoint/2010/main" val="4112751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92A5421B-D542-3EA0-362F-EAE51C7F1B3C}"/>
              </a:ext>
            </a:extLst>
          </p:cNvPr>
          <p:cNvGraphicFramePr>
            <a:graphicFrameLocks noChangeAspect="1"/>
          </p:cNvGraphicFramePr>
          <p:nvPr>
            <p:custDataLst>
              <p:tags r:id="rId1"/>
            </p:custDataLst>
            <p:extLst>
              <p:ext uri="{D42A27DB-BD31-4B8C-83A1-F6EECF244321}">
                <p14:modId xmlns:p14="http://schemas.microsoft.com/office/powerpoint/2010/main" val="1918110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9" name="think-cell data - do not delete" hidden="1">
                        <a:extLst>
                          <a:ext uri="{FF2B5EF4-FFF2-40B4-BE49-F238E27FC236}">
                            <a16:creationId xmlns:a16="http://schemas.microsoft.com/office/drawing/2014/main" id="{92A5421B-D542-3EA0-362F-EAE51C7F1B3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8EF92A38-D01C-6A46-98DD-1B335C9A86B0}"/>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286CDE75-A384-C067-AD06-D0714840F111}"/>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50369BC5-843B-2BB0-A5B8-CBEA253BC483}"/>
              </a:ext>
            </a:extLst>
          </p:cNvPr>
          <p:cNvSpPr>
            <a:spLocks noGrp="1"/>
          </p:cNvSpPr>
          <p:nvPr>
            <p:ph type="body" sz="quarter" idx="13"/>
          </p:nvPr>
        </p:nvSpPr>
        <p:spPr/>
        <p:txBody>
          <a:bodyPr/>
          <a:lstStyle/>
          <a:p>
            <a:endParaRPr lang="de-DE"/>
          </a:p>
        </p:txBody>
      </p:sp>
      <p:sp>
        <p:nvSpPr>
          <p:cNvPr id="6" name="Textplatzhalter 5">
            <a:extLst>
              <a:ext uri="{FF2B5EF4-FFF2-40B4-BE49-F238E27FC236}">
                <a16:creationId xmlns:a16="http://schemas.microsoft.com/office/drawing/2014/main" id="{C5417BCC-7FC7-23EB-7F2B-36248A856864}"/>
              </a:ext>
            </a:extLst>
          </p:cNvPr>
          <p:cNvSpPr>
            <a:spLocks noGrp="1"/>
          </p:cNvSpPr>
          <p:nvPr>
            <p:ph type="body" sz="quarter" idx="14"/>
          </p:nvPr>
        </p:nvSpPr>
        <p:spPr/>
        <p:txBody>
          <a:bodyPr/>
          <a:lstStyle/>
          <a:p>
            <a:endParaRPr lang="de-DE" dirty="0"/>
          </a:p>
        </p:txBody>
      </p:sp>
      <p:sp>
        <p:nvSpPr>
          <p:cNvPr id="7" name="Textplatzhalter 6">
            <a:extLst>
              <a:ext uri="{FF2B5EF4-FFF2-40B4-BE49-F238E27FC236}">
                <a16:creationId xmlns:a16="http://schemas.microsoft.com/office/drawing/2014/main" id="{63AD5AD1-3900-3775-0E3C-BE7F5A787F69}"/>
              </a:ext>
            </a:extLst>
          </p:cNvPr>
          <p:cNvSpPr>
            <a:spLocks noGrp="1"/>
          </p:cNvSpPr>
          <p:nvPr>
            <p:ph type="body" sz="quarter" idx="15"/>
          </p:nvPr>
        </p:nvSpPr>
        <p:spPr/>
        <p:txBody>
          <a:bodyPr/>
          <a:lstStyle/>
          <a:p>
            <a:endParaRPr lang="de-DE"/>
          </a:p>
        </p:txBody>
      </p:sp>
      <p:sp>
        <p:nvSpPr>
          <p:cNvPr id="8" name="Textplatzhalter 7">
            <a:extLst>
              <a:ext uri="{FF2B5EF4-FFF2-40B4-BE49-F238E27FC236}">
                <a16:creationId xmlns:a16="http://schemas.microsoft.com/office/drawing/2014/main" id="{100DECDF-5CAA-2022-0921-99849F76ACEE}"/>
              </a:ext>
            </a:extLst>
          </p:cNvPr>
          <p:cNvSpPr>
            <a:spLocks noGrp="1"/>
          </p:cNvSpPr>
          <p:nvPr>
            <p:ph type="body" sz="quarter" idx="16"/>
          </p:nvPr>
        </p:nvSpPr>
        <p:spPr/>
        <p:txBody>
          <a:bodyPr/>
          <a:lstStyle/>
          <a:p>
            <a:endParaRPr lang="de-DE"/>
          </a:p>
        </p:txBody>
      </p:sp>
      <p:sp>
        <p:nvSpPr>
          <p:cNvPr id="9" name="Textplatzhalter 8">
            <a:extLst>
              <a:ext uri="{FF2B5EF4-FFF2-40B4-BE49-F238E27FC236}">
                <a16:creationId xmlns:a16="http://schemas.microsoft.com/office/drawing/2014/main" id="{15505F2D-A9E6-FDEF-1E9C-D053B307E28F}"/>
              </a:ext>
            </a:extLst>
          </p:cNvPr>
          <p:cNvSpPr>
            <a:spLocks noGrp="1"/>
          </p:cNvSpPr>
          <p:nvPr>
            <p:ph type="body" sz="quarter" idx="19"/>
          </p:nvPr>
        </p:nvSpPr>
        <p:spPr/>
        <p:txBody>
          <a:bodyPr/>
          <a:lstStyle/>
          <a:p>
            <a:endParaRPr lang="de-DE" dirty="0"/>
          </a:p>
        </p:txBody>
      </p:sp>
      <p:sp>
        <p:nvSpPr>
          <p:cNvPr id="10" name="Textplatzhalter 9">
            <a:extLst>
              <a:ext uri="{FF2B5EF4-FFF2-40B4-BE49-F238E27FC236}">
                <a16:creationId xmlns:a16="http://schemas.microsoft.com/office/drawing/2014/main" id="{9AD59E96-4583-270D-AEF8-504ABB0A00DB}"/>
              </a:ext>
            </a:extLst>
          </p:cNvPr>
          <p:cNvSpPr>
            <a:spLocks noGrp="1"/>
          </p:cNvSpPr>
          <p:nvPr>
            <p:ph type="body" sz="quarter" idx="20"/>
          </p:nvPr>
        </p:nvSpPr>
        <p:spPr/>
        <p:txBody>
          <a:bodyPr/>
          <a:lstStyle/>
          <a:p>
            <a:endParaRPr lang="de-DE"/>
          </a:p>
        </p:txBody>
      </p:sp>
      <p:sp>
        <p:nvSpPr>
          <p:cNvPr id="11" name="Textplatzhalter 10">
            <a:extLst>
              <a:ext uri="{FF2B5EF4-FFF2-40B4-BE49-F238E27FC236}">
                <a16:creationId xmlns:a16="http://schemas.microsoft.com/office/drawing/2014/main" id="{DA45FC8B-651A-F404-3F42-886BF79D328B}"/>
              </a:ext>
            </a:extLst>
          </p:cNvPr>
          <p:cNvSpPr>
            <a:spLocks noGrp="1"/>
          </p:cNvSpPr>
          <p:nvPr>
            <p:ph type="body" sz="quarter" idx="21"/>
          </p:nvPr>
        </p:nvSpPr>
        <p:spPr/>
        <p:txBody>
          <a:bodyPr/>
          <a:lstStyle/>
          <a:p>
            <a:endParaRPr lang="de-DE"/>
          </a:p>
        </p:txBody>
      </p:sp>
      <p:sp>
        <p:nvSpPr>
          <p:cNvPr id="12" name="Textplatzhalter 11">
            <a:extLst>
              <a:ext uri="{FF2B5EF4-FFF2-40B4-BE49-F238E27FC236}">
                <a16:creationId xmlns:a16="http://schemas.microsoft.com/office/drawing/2014/main" id="{956FCB2D-2367-FAB3-9952-100FCFF9EAB4}"/>
              </a:ext>
            </a:extLst>
          </p:cNvPr>
          <p:cNvSpPr>
            <a:spLocks noGrp="1"/>
          </p:cNvSpPr>
          <p:nvPr>
            <p:ph type="body" sz="quarter" idx="22"/>
          </p:nvPr>
        </p:nvSpPr>
        <p:spPr/>
        <p:txBody>
          <a:bodyPr/>
          <a:lstStyle/>
          <a:p>
            <a:endParaRPr lang="de-DE"/>
          </a:p>
        </p:txBody>
      </p:sp>
      <p:sp>
        <p:nvSpPr>
          <p:cNvPr id="13" name="Textplatzhalter 12">
            <a:extLst>
              <a:ext uri="{FF2B5EF4-FFF2-40B4-BE49-F238E27FC236}">
                <a16:creationId xmlns:a16="http://schemas.microsoft.com/office/drawing/2014/main" id="{927C89C1-0391-62DB-8D9A-2E0E50F0825D}"/>
              </a:ext>
            </a:extLst>
          </p:cNvPr>
          <p:cNvSpPr>
            <a:spLocks noGrp="1"/>
          </p:cNvSpPr>
          <p:nvPr>
            <p:ph type="body" sz="quarter" idx="23"/>
          </p:nvPr>
        </p:nvSpPr>
        <p:spPr/>
        <p:txBody>
          <a:bodyPr/>
          <a:lstStyle/>
          <a:p>
            <a:endParaRPr lang="de-DE"/>
          </a:p>
        </p:txBody>
      </p:sp>
      <p:sp>
        <p:nvSpPr>
          <p:cNvPr id="14" name="Textplatzhalter 13">
            <a:extLst>
              <a:ext uri="{FF2B5EF4-FFF2-40B4-BE49-F238E27FC236}">
                <a16:creationId xmlns:a16="http://schemas.microsoft.com/office/drawing/2014/main" id="{87CB6EDC-76EB-EF1A-E5F3-3743831CE8E2}"/>
              </a:ext>
            </a:extLst>
          </p:cNvPr>
          <p:cNvSpPr>
            <a:spLocks noGrp="1"/>
          </p:cNvSpPr>
          <p:nvPr>
            <p:ph type="body" sz="quarter" idx="24"/>
          </p:nvPr>
        </p:nvSpPr>
        <p:spPr/>
        <p:txBody>
          <a:bodyPr/>
          <a:lstStyle/>
          <a:p>
            <a:endParaRPr lang="de-DE" dirty="0"/>
          </a:p>
        </p:txBody>
      </p:sp>
      <p:sp>
        <p:nvSpPr>
          <p:cNvPr id="15" name="Textplatzhalter 14">
            <a:extLst>
              <a:ext uri="{FF2B5EF4-FFF2-40B4-BE49-F238E27FC236}">
                <a16:creationId xmlns:a16="http://schemas.microsoft.com/office/drawing/2014/main" id="{C736DB87-9199-1609-5799-2B2A6CC78DAE}"/>
              </a:ext>
            </a:extLst>
          </p:cNvPr>
          <p:cNvSpPr>
            <a:spLocks noGrp="1"/>
          </p:cNvSpPr>
          <p:nvPr>
            <p:ph type="body" sz="quarter" idx="25"/>
          </p:nvPr>
        </p:nvSpPr>
        <p:spPr/>
        <p:txBody>
          <a:bodyPr/>
          <a:lstStyle/>
          <a:p>
            <a:endParaRPr lang="de-DE"/>
          </a:p>
        </p:txBody>
      </p:sp>
      <p:sp>
        <p:nvSpPr>
          <p:cNvPr id="16" name="Textplatzhalter 15">
            <a:extLst>
              <a:ext uri="{FF2B5EF4-FFF2-40B4-BE49-F238E27FC236}">
                <a16:creationId xmlns:a16="http://schemas.microsoft.com/office/drawing/2014/main" id="{5208AC0B-0285-29B0-8CEA-D4E2D8F763ED}"/>
              </a:ext>
            </a:extLst>
          </p:cNvPr>
          <p:cNvSpPr>
            <a:spLocks noGrp="1"/>
          </p:cNvSpPr>
          <p:nvPr>
            <p:ph type="body" sz="quarter" idx="26"/>
          </p:nvPr>
        </p:nvSpPr>
        <p:spPr/>
        <p:txBody>
          <a:bodyPr/>
          <a:lstStyle/>
          <a:p>
            <a:endParaRPr lang="de-DE"/>
          </a:p>
        </p:txBody>
      </p:sp>
      <p:sp>
        <p:nvSpPr>
          <p:cNvPr id="17" name="Textplatzhalter 16">
            <a:extLst>
              <a:ext uri="{FF2B5EF4-FFF2-40B4-BE49-F238E27FC236}">
                <a16:creationId xmlns:a16="http://schemas.microsoft.com/office/drawing/2014/main" id="{64C37837-32C2-C0C1-6128-0AC30C88CCA3}"/>
              </a:ext>
            </a:extLst>
          </p:cNvPr>
          <p:cNvSpPr>
            <a:spLocks noGrp="1"/>
          </p:cNvSpPr>
          <p:nvPr>
            <p:ph type="body" sz="quarter" idx="27"/>
          </p:nvPr>
        </p:nvSpPr>
        <p:spPr/>
        <p:txBody>
          <a:bodyPr/>
          <a:lstStyle/>
          <a:p>
            <a:endParaRPr lang="de-DE"/>
          </a:p>
        </p:txBody>
      </p:sp>
      <p:sp>
        <p:nvSpPr>
          <p:cNvPr id="18" name="Textplatzhalter 17">
            <a:extLst>
              <a:ext uri="{FF2B5EF4-FFF2-40B4-BE49-F238E27FC236}">
                <a16:creationId xmlns:a16="http://schemas.microsoft.com/office/drawing/2014/main" id="{CA56C186-E899-936E-63ED-AA2DF6BA2683}"/>
              </a:ext>
            </a:extLst>
          </p:cNvPr>
          <p:cNvSpPr>
            <a:spLocks noGrp="1"/>
          </p:cNvSpPr>
          <p:nvPr>
            <p:ph type="body" sz="quarter" idx="28"/>
          </p:nvPr>
        </p:nvSpPr>
        <p:spPr/>
        <p:txBody>
          <a:bodyPr/>
          <a:lstStyle/>
          <a:p>
            <a:endParaRPr lang="de-DE"/>
          </a:p>
        </p:txBody>
      </p:sp>
      <p:sp>
        <p:nvSpPr>
          <p:cNvPr id="19" name="Textplatzhalter 18">
            <a:extLst>
              <a:ext uri="{FF2B5EF4-FFF2-40B4-BE49-F238E27FC236}">
                <a16:creationId xmlns:a16="http://schemas.microsoft.com/office/drawing/2014/main" id="{AE4E5E28-8394-C644-9782-89947240F54F}"/>
              </a:ext>
            </a:extLst>
          </p:cNvPr>
          <p:cNvSpPr>
            <a:spLocks noGrp="1"/>
          </p:cNvSpPr>
          <p:nvPr>
            <p:ph type="body" sz="quarter" idx="29"/>
          </p:nvPr>
        </p:nvSpPr>
        <p:spPr/>
        <p:txBody>
          <a:bodyPr/>
          <a:lstStyle/>
          <a:p>
            <a:endParaRPr lang="de-DE" dirty="0"/>
          </a:p>
        </p:txBody>
      </p:sp>
      <p:sp>
        <p:nvSpPr>
          <p:cNvPr id="20" name="Textplatzhalter 19">
            <a:extLst>
              <a:ext uri="{FF2B5EF4-FFF2-40B4-BE49-F238E27FC236}">
                <a16:creationId xmlns:a16="http://schemas.microsoft.com/office/drawing/2014/main" id="{8E4E61DF-05AA-98FE-5802-737D53C4A603}"/>
              </a:ext>
            </a:extLst>
          </p:cNvPr>
          <p:cNvSpPr>
            <a:spLocks noGrp="1"/>
          </p:cNvSpPr>
          <p:nvPr>
            <p:ph type="body" sz="quarter" idx="30"/>
          </p:nvPr>
        </p:nvSpPr>
        <p:spPr/>
        <p:txBody>
          <a:bodyPr/>
          <a:lstStyle/>
          <a:p>
            <a:endParaRPr lang="de-DE"/>
          </a:p>
        </p:txBody>
      </p:sp>
      <p:sp>
        <p:nvSpPr>
          <p:cNvPr id="21" name="Textplatzhalter 20">
            <a:extLst>
              <a:ext uri="{FF2B5EF4-FFF2-40B4-BE49-F238E27FC236}">
                <a16:creationId xmlns:a16="http://schemas.microsoft.com/office/drawing/2014/main" id="{CB677DCC-A315-B470-7B73-D9EF0EC0A9AF}"/>
              </a:ext>
            </a:extLst>
          </p:cNvPr>
          <p:cNvSpPr>
            <a:spLocks noGrp="1"/>
          </p:cNvSpPr>
          <p:nvPr>
            <p:ph type="body" sz="quarter" idx="31"/>
          </p:nvPr>
        </p:nvSpPr>
        <p:spPr/>
        <p:txBody>
          <a:bodyPr/>
          <a:lstStyle/>
          <a:p>
            <a:endParaRPr lang="de-DE"/>
          </a:p>
        </p:txBody>
      </p:sp>
      <p:sp>
        <p:nvSpPr>
          <p:cNvPr id="22" name="Textplatzhalter 21">
            <a:extLst>
              <a:ext uri="{FF2B5EF4-FFF2-40B4-BE49-F238E27FC236}">
                <a16:creationId xmlns:a16="http://schemas.microsoft.com/office/drawing/2014/main" id="{BEC1F320-D5AF-77FA-B245-9E0F5E601D44}"/>
              </a:ext>
            </a:extLst>
          </p:cNvPr>
          <p:cNvSpPr>
            <a:spLocks noGrp="1"/>
          </p:cNvSpPr>
          <p:nvPr>
            <p:ph type="body" sz="quarter" idx="32"/>
          </p:nvPr>
        </p:nvSpPr>
        <p:spPr/>
        <p:txBody>
          <a:bodyPr/>
          <a:lstStyle/>
          <a:p>
            <a:endParaRPr lang="de-DE"/>
          </a:p>
        </p:txBody>
      </p:sp>
      <p:sp>
        <p:nvSpPr>
          <p:cNvPr id="23" name="Textplatzhalter 22">
            <a:extLst>
              <a:ext uri="{FF2B5EF4-FFF2-40B4-BE49-F238E27FC236}">
                <a16:creationId xmlns:a16="http://schemas.microsoft.com/office/drawing/2014/main" id="{52F45650-2B1C-FB28-0D17-28707A8B91AF}"/>
              </a:ext>
            </a:extLst>
          </p:cNvPr>
          <p:cNvSpPr>
            <a:spLocks noGrp="1"/>
          </p:cNvSpPr>
          <p:nvPr>
            <p:ph type="body" sz="quarter" idx="33"/>
          </p:nvPr>
        </p:nvSpPr>
        <p:spPr/>
        <p:txBody>
          <a:bodyPr/>
          <a:lstStyle/>
          <a:p>
            <a:endParaRPr lang="de-DE"/>
          </a:p>
        </p:txBody>
      </p:sp>
      <p:sp>
        <p:nvSpPr>
          <p:cNvPr id="24" name="Textplatzhalter 23">
            <a:extLst>
              <a:ext uri="{FF2B5EF4-FFF2-40B4-BE49-F238E27FC236}">
                <a16:creationId xmlns:a16="http://schemas.microsoft.com/office/drawing/2014/main" id="{A9D3E3AC-607A-BB26-DB18-3839B403D679}"/>
              </a:ext>
            </a:extLst>
          </p:cNvPr>
          <p:cNvSpPr>
            <a:spLocks noGrp="1"/>
          </p:cNvSpPr>
          <p:nvPr>
            <p:ph type="body" sz="quarter" idx="34"/>
          </p:nvPr>
        </p:nvSpPr>
        <p:spPr/>
        <p:txBody>
          <a:bodyPr/>
          <a:lstStyle/>
          <a:p>
            <a:endParaRPr lang="de-DE"/>
          </a:p>
        </p:txBody>
      </p:sp>
      <p:sp>
        <p:nvSpPr>
          <p:cNvPr id="25" name="Textplatzhalter 24">
            <a:extLst>
              <a:ext uri="{FF2B5EF4-FFF2-40B4-BE49-F238E27FC236}">
                <a16:creationId xmlns:a16="http://schemas.microsoft.com/office/drawing/2014/main" id="{97DB26A4-8593-E802-3C5E-B8FB6743DD65}"/>
              </a:ext>
            </a:extLst>
          </p:cNvPr>
          <p:cNvSpPr>
            <a:spLocks noGrp="1"/>
          </p:cNvSpPr>
          <p:nvPr>
            <p:ph type="body" sz="quarter" idx="35"/>
          </p:nvPr>
        </p:nvSpPr>
        <p:spPr/>
        <p:txBody>
          <a:bodyPr/>
          <a:lstStyle/>
          <a:p>
            <a:endParaRPr lang="de-DE"/>
          </a:p>
        </p:txBody>
      </p:sp>
      <p:sp>
        <p:nvSpPr>
          <p:cNvPr id="26" name="Textplatzhalter 25">
            <a:extLst>
              <a:ext uri="{FF2B5EF4-FFF2-40B4-BE49-F238E27FC236}">
                <a16:creationId xmlns:a16="http://schemas.microsoft.com/office/drawing/2014/main" id="{1F6D3406-9E96-1D74-5245-7731AE00A9B6}"/>
              </a:ext>
            </a:extLst>
          </p:cNvPr>
          <p:cNvSpPr>
            <a:spLocks noGrp="1"/>
          </p:cNvSpPr>
          <p:nvPr>
            <p:ph type="body" sz="quarter" idx="36"/>
          </p:nvPr>
        </p:nvSpPr>
        <p:spPr/>
        <p:txBody>
          <a:bodyPr/>
          <a:lstStyle/>
          <a:p>
            <a:endParaRPr lang="de-DE"/>
          </a:p>
        </p:txBody>
      </p:sp>
      <p:sp>
        <p:nvSpPr>
          <p:cNvPr id="27" name="Textplatzhalter 26">
            <a:extLst>
              <a:ext uri="{FF2B5EF4-FFF2-40B4-BE49-F238E27FC236}">
                <a16:creationId xmlns:a16="http://schemas.microsoft.com/office/drawing/2014/main" id="{2A569354-8898-CD4D-02B0-E20C070DA666}"/>
              </a:ext>
            </a:extLst>
          </p:cNvPr>
          <p:cNvSpPr>
            <a:spLocks noGrp="1"/>
          </p:cNvSpPr>
          <p:nvPr>
            <p:ph type="body" sz="quarter" idx="37"/>
          </p:nvPr>
        </p:nvSpPr>
        <p:spPr/>
        <p:txBody>
          <a:bodyPr/>
          <a:lstStyle/>
          <a:p>
            <a:endParaRPr lang="de-DE"/>
          </a:p>
        </p:txBody>
      </p:sp>
      <p:sp>
        <p:nvSpPr>
          <p:cNvPr id="28" name="Textplatzhalter 27">
            <a:extLst>
              <a:ext uri="{FF2B5EF4-FFF2-40B4-BE49-F238E27FC236}">
                <a16:creationId xmlns:a16="http://schemas.microsoft.com/office/drawing/2014/main" id="{D0C5AAEF-3E01-6AF0-8903-AD037A818C77}"/>
              </a:ext>
            </a:extLst>
          </p:cNvPr>
          <p:cNvSpPr>
            <a:spLocks noGrp="1"/>
          </p:cNvSpPr>
          <p:nvPr>
            <p:ph type="body" sz="quarter" idx="38"/>
          </p:nvPr>
        </p:nvSpPr>
        <p:spPr/>
        <p:txBody>
          <a:bodyPr/>
          <a:lstStyle/>
          <a:p>
            <a:endParaRPr lang="de-DE"/>
          </a:p>
        </p:txBody>
      </p:sp>
      <p:sp>
        <p:nvSpPr>
          <p:cNvPr id="58" name="Textplatzhalter 57">
            <a:extLst>
              <a:ext uri="{FF2B5EF4-FFF2-40B4-BE49-F238E27FC236}">
                <a16:creationId xmlns:a16="http://schemas.microsoft.com/office/drawing/2014/main" id="{1F50FD0B-AB49-B076-0391-607B1D56FE55}"/>
              </a:ext>
            </a:extLst>
          </p:cNvPr>
          <p:cNvSpPr>
            <a:spLocks noGrp="1"/>
          </p:cNvSpPr>
          <p:nvPr>
            <p:ph type="body" sz="quarter" idx="40"/>
          </p:nvPr>
        </p:nvSpPr>
        <p:spPr/>
        <p:txBody>
          <a:bodyPr/>
          <a:lstStyle/>
          <a:p>
            <a:endParaRPr lang="de-DE"/>
          </a:p>
        </p:txBody>
      </p:sp>
      <p:sp>
        <p:nvSpPr>
          <p:cNvPr id="59" name="Textplatzhalter 58">
            <a:extLst>
              <a:ext uri="{FF2B5EF4-FFF2-40B4-BE49-F238E27FC236}">
                <a16:creationId xmlns:a16="http://schemas.microsoft.com/office/drawing/2014/main" id="{CBCAD843-3EDE-081C-C775-DF94DF34BE6B}"/>
              </a:ext>
            </a:extLst>
          </p:cNvPr>
          <p:cNvSpPr>
            <a:spLocks noGrp="1"/>
          </p:cNvSpPr>
          <p:nvPr>
            <p:ph type="body" sz="quarter" idx="41"/>
          </p:nvPr>
        </p:nvSpPr>
        <p:spPr/>
        <p:txBody>
          <a:bodyPr/>
          <a:lstStyle/>
          <a:p>
            <a:endParaRPr lang="de-DE"/>
          </a:p>
        </p:txBody>
      </p:sp>
      <p:sp>
        <p:nvSpPr>
          <p:cNvPr id="4" name="Textplatzhalter 3">
            <a:extLst>
              <a:ext uri="{FF2B5EF4-FFF2-40B4-BE49-F238E27FC236}">
                <a16:creationId xmlns:a16="http://schemas.microsoft.com/office/drawing/2014/main" id="{B12726CF-9455-362A-AE02-1A1AA3E87572}"/>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39142700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A3272-1F82-BBAD-1482-E2F4EF2F30F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CAFBCA1-CFF0-52E3-5159-353EDFAF82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5" name="think-cell data - do not delete" hidden="1">
                        <a:extLst>
                          <a:ext uri="{FF2B5EF4-FFF2-40B4-BE49-F238E27FC236}">
                            <a16:creationId xmlns:a16="http://schemas.microsoft.com/office/drawing/2014/main" id="{FCAFBCA1-CFF0-52E3-5159-353EDFAF8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1CE43DD7-99B9-6D49-851C-7EE90755C658}"/>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190F52F2-0C14-4BA5-00B7-BD1D4F1C7518}"/>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9" name="Diagrammplatzhalter 8">
            <a:extLst>
              <a:ext uri="{FF2B5EF4-FFF2-40B4-BE49-F238E27FC236}">
                <a16:creationId xmlns:a16="http://schemas.microsoft.com/office/drawing/2014/main" id="{216B7145-201E-4416-EECF-EAF2C85B8821}"/>
              </a:ext>
            </a:extLst>
          </p:cNvPr>
          <p:cNvSpPr>
            <a:spLocks noGrp="1"/>
          </p:cNvSpPr>
          <p:nvPr>
            <p:ph type="chart" sz="quarter" idx="13"/>
          </p:nvPr>
        </p:nvSpPr>
        <p:spPr/>
        <p:txBody>
          <a:bodyPr/>
          <a:lstStyle/>
          <a:p>
            <a:endParaRPr lang="de-DE"/>
          </a:p>
        </p:txBody>
      </p:sp>
      <p:sp>
        <p:nvSpPr>
          <p:cNvPr id="10" name="Textplatzhalter 9">
            <a:extLst>
              <a:ext uri="{FF2B5EF4-FFF2-40B4-BE49-F238E27FC236}">
                <a16:creationId xmlns:a16="http://schemas.microsoft.com/office/drawing/2014/main" id="{9D05CC63-CE4F-F9DC-B264-5E0011811A3D}"/>
              </a:ext>
            </a:extLst>
          </p:cNvPr>
          <p:cNvSpPr>
            <a:spLocks noGrp="1"/>
          </p:cNvSpPr>
          <p:nvPr>
            <p:ph type="body" sz="quarter" idx="21"/>
          </p:nvPr>
        </p:nvSpPr>
        <p:spPr/>
        <p:txBody>
          <a:bodyPr/>
          <a:lstStyle/>
          <a:p>
            <a:endParaRPr lang="de-DE" dirty="0"/>
          </a:p>
        </p:txBody>
      </p:sp>
      <p:sp>
        <p:nvSpPr>
          <p:cNvPr id="4" name="Textplatzhalter 3">
            <a:extLst>
              <a:ext uri="{FF2B5EF4-FFF2-40B4-BE49-F238E27FC236}">
                <a16:creationId xmlns:a16="http://schemas.microsoft.com/office/drawing/2014/main" id="{899B8F73-8850-5F63-512D-8FBFAA37B095}"/>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8162109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DC5B240-D497-F601-9F05-8D1C7F721B6E}"/>
              </a:ext>
            </a:extLst>
          </p:cNvPr>
          <p:cNvSpPr>
            <a:spLocks noGrp="1"/>
          </p:cNvSpPr>
          <p:nvPr>
            <p:ph type="body" sz="quarter" idx="10"/>
          </p:nvPr>
        </p:nvSpPr>
        <p:spPr/>
        <p:txBody>
          <a:bodyPr/>
          <a:lstStyle/>
          <a:p>
            <a:endParaRPr lang="de-DE"/>
          </a:p>
        </p:txBody>
      </p:sp>
      <p:sp>
        <p:nvSpPr>
          <p:cNvPr id="3" name="Diagrammplatzhalter 2">
            <a:extLst>
              <a:ext uri="{FF2B5EF4-FFF2-40B4-BE49-F238E27FC236}">
                <a16:creationId xmlns:a16="http://schemas.microsoft.com/office/drawing/2014/main" id="{A1ED6E93-5FA8-5B4B-F666-88CF395E73A5}"/>
              </a:ext>
            </a:extLst>
          </p:cNvPr>
          <p:cNvSpPr>
            <a:spLocks noGrp="1"/>
          </p:cNvSpPr>
          <p:nvPr>
            <p:ph type="chart" sz="quarter" idx="13"/>
          </p:nvPr>
        </p:nvSpPr>
        <p:spPr/>
        <p:txBody>
          <a:bodyPr/>
          <a:lstStyle/>
          <a:p>
            <a:endParaRPr lang="de-DE"/>
          </a:p>
        </p:txBody>
      </p:sp>
      <p:sp>
        <p:nvSpPr>
          <p:cNvPr id="4" name="Textplatzhalter 3">
            <a:extLst>
              <a:ext uri="{FF2B5EF4-FFF2-40B4-BE49-F238E27FC236}">
                <a16:creationId xmlns:a16="http://schemas.microsoft.com/office/drawing/2014/main" id="{2558DC4D-7E61-B8DF-244E-43BDAE923911}"/>
              </a:ext>
            </a:extLst>
          </p:cNvPr>
          <p:cNvSpPr>
            <a:spLocks noGrp="1"/>
          </p:cNvSpPr>
          <p:nvPr>
            <p:ph type="body" sz="quarter" idx="21"/>
          </p:nvPr>
        </p:nvSpPr>
        <p:spPr/>
        <p:txBody>
          <a:bodyPr/>
          <a:lstStyle/>
          <a:p>
            <a:endParaRPr lang="de-DE"/>
          </a:p>
        </p:txBody>
      </p:sp>
      <p:sp>
        <p:nvSpPr>
          <p:cNvPr id="5" name="Textplatzhalter 4">
            <a:extLst>
              <a:ext uri="{FF2B5EF4-FFF2-40B4-BE49-F238E27FC236}">
                <a16:creationId xmlns:a16="http://schemas.microsoft.com/office/drawing/2014/main" id="{2982AD30-5B87-3C99-F4D8-CDC8C43CB6CD}"/>
              </a:ext>
            </a:extLst>
          </p:cNvPr>
          <p:cNvSpPr>
            <a:spLocks noGrp="1"/>
          </p:cNvSpPr>
          <p:nvPr>
            <p:ph type="body" sz="quarter" idx="36"/>
          </p:nvPr>
        </p:nvSpPr>
        <p:spPr/>
        <p:txBody>
          <a:bodyPr/>
          <a:lstStyle/>
          <a:p>
            <a:endParaRPr lang="de-DE"/>
          </a:p>
        </p:txBody>
      </p:sp>
    </p:spTree>
    <p:extLst>
      <p:ext uri="{BB962C8B-B14F-4D97-AF65-F5344CB8AC3E}">
        <p14:creationId xmlns:p14="http://schemas.microsoft.com/office/powerpoint/2010/main" val="42570743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0D87B2B8-7645-63A6-3AB1-747DDAB16348}"/>
              </a:ext>
            </a:extLst>
          </p:cNvPr>
          <p:cNvGraphicFramePr>
            <a:graphicFrameLocks noChangeAspect="1"/>
          </p:cNvGraphicFramePr>
          <p:nvPr>
            <p:custDataLst>
              <p:tags r:id="rId1"/>
            </p:custDataLst>
            <p:extLst>
              <p:ext uri="{D42A27DB-BD31-4B8C-83A1-F6EECF244321}">
                <p14:modId xmlns:p14="http://schemas.microsoft.com/office/powerpoint/2010/main" val="3899369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19" name="think-cell data - do not delete" hidden="1">
                        <a:extLst>
                          <a:ext uri="{FF2B5EF4-FFF2-40B4-BE49-F238E27FC236}">
                            <a16:creationId xmlns:a16="http://schemas.microsoft.com/office/drawing/2014/main" id="{0D87B2B8-7645-63A6-3AB1-747DDAB163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5B6115A8-0ACC-96CD-41B6-F060EFC074FC}"/>
              </a:ext>
            </a:extLst>
          </p:cNvPr>
          <p:cNvSpPr>
            <a:spLocks noGrp="1"/>
          </p:cNvSpPr>
          <p:nvPr>
            <p:ph type="body" sz="quarter" idx="10"/>
          </p:nvPr>
        </p:nvSpPr>
        <p:spPr/>
        <p:txBody>
          <a:bodyPr/>
          <a:lstStyle/>
          <a:p>
            <a:endParaRPr lang="de-DE"/>
          </a:p>
        </p:txBody>
      </p:sp>
      <p:sp>
        <p:nvSpPr>
          <p:cNvPr id="2" name="Footer Placeholder 6">
            <a:extLst>
              <a:ext uri="{FF2B5EF4-FFF2-40B4-BE49-F238E27FC236}">
                <a16:creationId xmlns:a16="http://schemas.microsoft.com/office/drawing/2014/main" id="{9042CF57-6EEA-303F-B89B-351D10AF1B7E}"/>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A9FD8C76-D3BF-B546-A369-3DC33C34B088}"/>
              </a:ext>
            </a:extLst>
          </p:cNvPr>
          <p:cNvSpPr>
            <a:spLocks noGrp="1"/>
          </p:cNvSpPr>
          <p:nvPr>
            <p:ph type="body" sz="quarter" idx="13"/>
          </p:nvPr>
        </p:nvSpPr>
        <p:spPr/>
        <p:txBody>
          <a:bodyPr/>
          <a:lstStyle/>
          <a:p>
            <a:endParaRPr lang="de-DE" dirty="0"/>
          </a:p>
        </p:txBody>
      </p:sp>
      <p:sp>
        <p:nvSpPr>
          <p:cNvPr id="6" name="Textplatzhalter 5">
            <a:extLst>
              <a:ext uri="{FF2B5EF4-FFF2-40B4-BE49-F238E27FC236}">
                <a16:creationId xmlns:a16="http://schemas.microsoft.com/office/drawing/2014/main" id="{9E9FF46E-5E35-7F84-6FC8-5CC67F64DB55}"/>
              </a:ext>
            </a:extLst>
          </p:cNvPr>
          <p:cNvSpPr>
            <a:spLocks noGrp="1"/>
          </p:cNvSpPr>
          <p:nvPr>
            <p:ph type="body" sz="quarter" idx="19"/>
          </p:nvPr>
        </p:nvSpPr>
        <p:spPr/>
        <p:txBody>
          <a:bodyPr/>
          <a:lstStyle/>
          <a:p>
            <a:endParaRPr lang="de-DE"/>
          </a:p>
        </p:txBody>
      </p:sp>
      <p:sp>
        <p:nvSpPr>
          <p:cNvPr id="7" name="Textplatzhalter 6">
            <a:extLst>
              <a:ext uri="{FF2B5EF4-FFF2-40B4-BE49-F238E27FC236}">
                <a16:creationId xmlns:a16="http://schemas.microsoft.com/office/drawing/2014/main" id="{698BB3F9-2238-5E9F-1D40-79A4CA62E117}"/>
              </a:ext>
            </a:extLst>
          </p:cNvPr>
          <p:cNvSpPr>
            <a:spLocks noGrp="1"/>
          </p:cNvSpPr>
          <p:nvPr>
            <p:ph type="body" sz="quarter" idx="20"/>
          </p:nvPr>
        </p:nvSpPr>
        <p:spPr/>
        <p:txBody>
          <a:bodyPr/>
          <a:lstStyle/>
          <a:p>
            <a:endParaRPr lang="de-DE"/>
          </a:p>
        </p:txBody>
      </p:sp>
      <p:sp>
        <p:nvSpPr>
          <p:cNvPr id="8" name="Textplatzhalter 7">
            <a:extLst>
              <a:ext uri="{FF2B5EF4-FFF2-40B4-BE49-F238E27FC236}">
                <a16:creationId xmlns:a16="http://schemas.microsoft.com/office/drawing/2014/main" id="{2B885F46-78BF-4AEE-97DC-C4967880C8DF}"/>
              </a:ext>
            </a:extLst>
          </p:cNvPr>
          <p:cNvSpPr>
            <a:spLocks noGrp="1"/>
          </p:cNvSpPr>
          <p:nvPr>
            <p:ph type="body" sz="quarter" idx="21"/>
          </p:nvPr>
        </p:nvSpPr>
        <p:spPr/>
        <p:txBody>
          <a:bodyPr/>
          <a:lstStyle/>
          <a:p>
            <a:endParaRPr lang="de-DE"/>
          </a:p>
        </p:txBody>
      </p:sp>
      <p:sp>
        <p:nvSpPr>
          <p:cNvPr id="9" name="Textplatzhalter 8">
            <a:extLst>
              <a:ext uri="{FF2B5EF4-FFF2-40B4-BE49-F238E27FC236}">
                <a16:creationId xmlns:a16="http://schemas.microsoft.com/office/drawing/2014/main" id="{158DE357-37A2-F41E-9F35-A1AA48DD035A}"/>
              </a:ext>
            </a:extLst>
          </p:cNvPr>
          <p:cNvSpPr>
            <a:spLocks noGrp="1"/>
          </p:cNvSpPr>
          <p:nvPr>
            <p:ph type="body" sz="quarter" idx="22"/>
          </p:nvPr>
        </p:nvSpPr>
        <p:spPr/>
        <p:txBody>
          <a:bodyPr/>
          <a:lstStyle/>
          <a:p>
            <a:endParaRPr lang="de-DE"/>
          </a:p>
        </p:txBody>
      </p:sp>
      <p:sp>
        <p:nvSpPr>
          <p:cNvPr id="10" name="Textplatzhalter 9">
            <a:extLst>
              <a:ext uri="{FF2B5EF4-FFF2-40B4-BE49-F238E27FC236}">
                <a16:creationId xmlns:a16="http://schemas.microsoft.com/office/drawing/2014/main" id="{58BC98F5-6C54-DFF1-EE37-8AF2BB0742C6}"/>
              </a:ext>
            </a:extLst>
          </p:cNvPr>
          <p:cNvSpPr>
            <a:spLocks noGrp="1"/>
          </p:cNvSpPr>
          <p:nvPr>
            <p:ph type="body" sz="quarter" idx="26"/>
          </p:nvPr>
        </p:nvSpPr>
        <p:spPr/>
        <p:txBody>
          <a:bodyPr/>
          <a:lstStyle/>
          <a:p>
            <a:endParaRPr lang="de-DE" dirty="0"/>
          </a:p>
        </p:txBody>
      </p:sp>
      <p:sp>
        <p:nvSpPr>
          <p:cNvPr id="11" name="Textplatzhalter 10">
            <a:extLst>
              <a:ext uri="{FF2B5EF4-FFF2-40B4-BE49-F238E27FC236}">
                <a16:creationId xmlns:a16="http://schemas.microsoft.com/office/drawing/2014/main" id="{C1837D60-626D-6FD7-095C-59045560FD8B}"/>
              </a:ext>
            </a:extLst>
          </p:cNvPr>
          <p:cNvSpPr>
            <a:spLocks noGrp="1"/>
          </p:cNvSpPr>
          <p:nvPr>
            <p:ph type="body" sz="quarter" idx="27"/>
          </p:nvPr>
        </p:nvSpPr>
        <p:spPr/>
        <p:txBody>
          <a:bodyPr/>
          <a:lstStyle/>
          <a:p>
            <a:endParaRPr lang="de-DE"/>
          </a:p>
        </p:txBody>
      </p:sp>
      <p:sp>
        <p:nvSpPr>
          <p:cNvPr id="12" name="Textplatzhalter 11">
            <a:extLst>
              <a:ext uri="{FF2B5EF4-FFF2-40B4-BE49-F238E27FC236}">
                <a16:creationId xmlns:a16="http://schemas.microsoft.com/office/drawing/2014/main" id="{CBDC26DB-346A-663E-7178-800090895BA7}"/>
              </a:ext>
            </a:extLst>
          </p:cNvPr>
          <p:cNvSpPr>
            <a:spLocks noGrp="1"/>
          </p:cNvSpPr>
          <p:nvPr>
            <p:ph type="body" sz="quarter" idx="28"/>
          </p:nvPr>
        </p:nvSpPr>
        <p:spPr/>
        <p:txBody>
          <a:bodyPr/>
          <a:lstStyle/>
          <a:p>
            <a:endParaRPr lang="de-DE"/>
          </a:p>
        </p:txBody>
      </p:sp>
      <p:sp>
        <p:nvSpPr>
          <p:cNvPr id="13" name="Textplatzhalter 12">
            <a:extLst>
              <a:ext uri="{FF2B5EF4-FFF2-40B4-BE49-F238E27FC236}">
                <a16:creationId xmlns:a16="http://schemas.microsoft.com/office/drawing/2014/main" id="{67E47951-F359-1D74-48C6-F03F71B18C37}"/>
              </a:ext>
            </a:extLst>
          </p:cNvPr>
          <p:cNvSpPr>
            <a:spLocks noGrp="1"/>
          </p:cNvSpPr>
          <p:nvPr>
            <p:ph type="body" sz="quarter" idx="29"/>
          </p:nvPr>
        </p:nvSpPr>
        <p:spPr/>
        <p:txBody>
          <a:bodyPr/>
          <a:lstStyle/>
          <a:p>
            <a:endParaRPr lang="de-DE"/>
          </a:p>
        </p:txBody>
      </p:sp>
      <p:sp>
        <p:nvSpPr>
          <p:cNvPr id="14" name="Textplatzhalter 13">
            <a:extLst>
              <a:ext uri="{FF2B5EF4-FFF2-40B4-BE49-F238E27FC236}">
                <a16:creationId xmlns:a16="http://schemas.microsoft.com/office/drawing/2014/main" id="{E4518E10-5FD5-A4EA-3A73-A1DD9B742697}"/>
              </a:ext>
            </a:extLst>
          </p:cNvPr>
          <p:cNvSpPr>
            <a:spLocks noGrp="1"/>
          </p:cNvSpPr>
          <p:nvPr>
            <p:ph type="body" sz="quarter" idx="30"/>
          </p:nvPr>
        </p:nvSpPr>
        <p:spPr/>
        <p:txBody>
          <a:bodyPr/>
          <a:lstStyle/>
          <a:p>
            <a:endParaRPr lang="de-DE"/>
          </a:p>
        </p:txBody>
      </p:sp>
      <p:sp>
        <p:nvSpPr>
          <p:cNvPr id="15" name="Textplatzhalter 14">
            <a:extLst>
              <a:ext uri="{FF2B5EF4-FFF2-40B4-BE49-F238E27FC236}">
                <a16:creationId xmlns:a16="http://schemas.microsoft.com/office/drawing/2014/main" id="{22116E93-0A7A-4435-3C01-BA16A23795EA}"/>
              </a:ext>
            </a:extLst>
          </p:cNvPr>
          <p:cNvSpPr>
            <a:spLocks noGrp="1"/>
          </p:cNvSpPr>
          <p:nvPr>
            <p:ph type="body" sz="quarter" idx="31"/>
          </p:nvPr>
        </p:nvSpPr>
        <p:spPr/>
        <p:txBody>
          <a:bodyPr/>
          <a:lstStyle/>
          <a:p>
            <a:endParaRPr lang="de-DE"/>
          </a:p>
        </p:txBody>
      </p:sp>
      <p:sp>
        <p:nvSpPr>
          <p:cNvPr id="16" name="Textplatzhalter 15">
            <a:extLst>
              <a:ext uri="{FF2B5EF4-FFF2-40B4-BE49-F238E27FC236}">
                <a16:creationId xmlns:a16="http://schemas.microsoft.com/office/drawing/2014/main" id="{B6DA1E23-1C4D-AF08-5E8A-72606FC7B0D4}"/>
              </a:ext>
            </a:extLst>
          </p:cNvPr>
          <p:cNvSpPr>
            <a:spLocks noGrp="1"/>
          </p:cNvSpPr>
          <p:nvPr>
            <p:ph type="body" sz="quarter" idx="32"/>
          </p:nvPr>
        </p:nvSpPr>
        <p:spPr/>
        <p:txBody>
          <a:bodyPr/>
          <a:lstStyle/>
          <a:p>
            <a:endParaRPr lang="de-DE" dirty="0"/>
          </a:p>
        </p:txBody>
      </p:sp>
      <p:sp>
        <p:nvSpPr>
          <p:cNvPr id="17" name="Textplatzhalter 16">
            <a:extLst>
              <a:ext uri="{FF2B5EF4-FFF2-40B4-BE49-F238E27FC236}">
                <a16:creationId xmlns:a16="http://schemas.microsoft.com/office/drawing/2014/main" id="{4C8DD4C3-8DDD-9AB0-92A5-6B0CF0EB5747}"/>
              </a:ext>
            </a:extLst>
          </p:cNvPr>
          <p:cNvSpPr>
            <a:spLocks noGrp="1"/>
          </p:cNvSpPr>
          <p:nvPr>
            <p:ph type="body" sz="quarter" idx="33"/>
          </p:nvPr>
        </p:nvSpPr>
        <p:spPr/>
        <p:txBody>
          <a:bodyPr/>
          <a:lstStyle/>
          <a:p>
            <a:endParaRPr lang="de-DE"/>
          </a:p>
        </p:txBody>
      </p:sp>
      <p:sp>
        <p:nvSpPr>
          <p:cNvPr id="18" name="Textplatzhalter 17">
            <a:extLst>
              <a:ext uri="{FF2B5EF4-FFF2-40B4-BE49-F238E27FC236}">
                <a16:creationId xmlns:a16="http://schemas.microsoft.com/office/drawing/2014/main" id="{7D2D5183-5DF2-796C-BE59-7AF660F9EFA0}"/>
              </a:ext>
            </a:extLst>
          </p:cNvPr>
          <p:cNvSpPr>
            <a:spLocks noGrp="1"/>
          </p:cNvSpPr>
          <p:nvPr>
            <p:ph type="body" sz="quarter" idx="34"/>
          </p:nvPr>
        </p:nvSpPr>
        <p:spPr/>
        <p:txBody>
          <a:bodyPr/>
          <a:lstStyle/>
          <a:p>
            <a:endParaRPr lang="de-DE"/>
          </a:p>
        </p:txBody>
      </p:sp>
      <p:sp>
        <p:nvSpPr>
          <p:cNvPr id="4" name="Textplatzhalter 3">
            <a:extLst>
              <a:ext uri="{FF2B5EF4-FFF2-40B4-BE49-F238E27FC236}">
                <a16:creationId xmlns:a16="http://schemas.microsoft.com/office/drawing/2014/main" id="{1D3BD067-12EF-1609-51DE-281571C7FB9B}"/>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25329264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E3F6141-5183-9E23-F1C6-900697585F19}"/>
              </a:ext>
            </a:extLst>
          </p:cNvPr>
          <p:cNvGraphicFramePr>
            <a:graphicFrameLocks noChangeAspect="1"/>
          </p:cNvGraphicFramePr>
          <p:nvPr>
            <p:custDataLst>
              <p:tags r:id="rId1"/>
            </p:custDataLst>
            <p:extLst>
              <p:ext uri="{D42A27DB-BD31-4B8C-83A1-F6EECF244321}">
                <p14:modId xmlns:p14="http://schemas.microsoft.com/office/powerpoint/2010/main" val="3045729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8E3F6141-5183-9E23-F1C6-900697585F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2B7465B4-FA43-226B-B3E9-77C28E49ED8E}"/>
              </a:ext>
            </a:extLst>
          </p:cNvPr>
          <p:cNvSpPr>
            <a:spLocks noGrp="1"/>
          </p:cNvSpPr>
          <p:nvPr>
            <p:ph type="body" sz="quarter" idx="13"/>
          </p:nvPr>
        </p:nvSpPr>
        <p:spPr/>
        <p:txBody>
          <a:bodyPr/>
          <a:lstStyle/>
          <a:p>
            <a:endParaRPr lang="en-US" dirty="0"/>
          </a:p>
        </p:txBody>
      </p:sp>
      <p:sp>
        <p:nvSpPr>
          <p:cNvPr id="5" name="Text Placeholder 4">
            <a:extLst>
              <a:ext uri="{FF2B5EF4-FFF2-40B4-BE49-F238E27FC236}">
                <a16:creationId xmlns:a16="http://schemas.microsoft.com/office/drawing/2014/main" id="{8668933D-68D8-77F9-C2F4-47BE451B311F}"/>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65950933-7442-DBB8-2B33-D387FBD0CD37}"/>
              </a:ext>
            </a:extLst>
          </p:cNvPr>
          <p:cNvSpPr>
            <a:spLocks noGrp="1"/>
          </p:cNvSpPr>
          <p:nvPr>
            <p:ph type="body" sz="quarter" idx="25"/>
          </p:nvPr>
        </p:nvSpPr>
        <p:spPr/>
        <p:txBody>
          <a:bodyPr/>
          <a:lstStyle/>
          <a:p>
            <a:endParaRPr lang="en-US"/>
          </a:p>
        </p:txBody>
      </p:sp>
      <p:sp>
        <p:nvSpPr>
          <p:cNvPr id="7" name="Text Placeholder 6">
            <a:extLst>
              <a:ext uri="{FF2B5EF4-FFF2-40B4-BE49-F238E27FC236}">
                <a16:creationId xmlns:a16="http://schemas.microsoft.com/office/drawing/2014/main" id="{564D411D-8B6F-D6DD-0A83-891998F92CBC}"/>
              </a:ext>
            </a:extLst>
          </p:cNvPr>
          <p:cNvSpPr>
            <a:spLocks noGrp="1"/>
          </p:cNvSpPr>
          <p:nvPr>
            <p:ph type="body" sz="quarter" idx="26"/>
          </p:nvPr>
        </p:nvSpPr>
        <p:spPr/>
        <p:txBody>
          <a:bodyPr/>
          <a:lstStyle/>
          <a:p>
            <a:endParaRPr lang="en-US"/>
          </a:p>
        </p:txBody>
      </p:sp>
      <p:sp>
        <p:nvSpPr>
          <p:cNvPr id="8" name="Text Placeholder 7">
            <a:extLst>
              <a:ext uri="{FF2B5EF4-FFF2-40B4-BE49-F238E27FC236}">
                <a16:creationId xmlns:a16="http://schemas.microsoft.com/office/drawing/2014/main" id="{25639D15-1C6D-6141-D3AA-E43DC5D5CD29}"/>
              </a:ext>
            </a:extLst>
          </p:cNvPr>
          <p:cNvSpPr>
            <a:spLocks noGrp="1"/>
          </p:cNvSpPr>
          <p:nvPr>
            <p:ph type="body" sz="quarter" idx="27"/>
          </p:nvPr>
        </p:nvSpPr>
        <p:spPr/>
        <p:txBody>
          <a:bodyPr/>
          <a:lstStyle/>
          <a:p>
            <a:endParaRPr lang="en-US"/>
          </a:p>
        </p:txBody>
      </p:sp>
      <p:sp>
        <p:nvSpPr>
          <p:cNvPr id="9" name="Text Placeholder 8">
            <a:extLst>
              <a:ext uri="{FF2B5EF4-FFF2-40B4-BE49-F238E27FC236}">
                <a16:creationId xmlns:a16="http://schemas.microsoft.com/office/drawing/2014/main" id="{F75D1CF1-089A-3321-1183-AF253C908FB2}"/>
              </a:ext>
            </a:extLst>
          </p:cNvPr>
          <p:cNvSpPr>
            <a:spLocks noGrp="1"/>
          </p:cNvSpPr>
          <p:nvPr>
            <p:ph type="body" sz="quarter" idx="28"/>
          </p:nvPr>
        </p:nvSpPr>
        <p:spPr/>
        <p:txBody>
          <a:bodyPr/>
          <a:lstStyle/>
          <a:p>
            <a:endParaRPr lang="en-US"/>
          </a:p>
        </p:txBody>
      </p:sp>
      <p:sp>
        <p:nvSpPr>
          <p:cNvPr id="10" name="Text Placeholder 9">
            <a:extLst>
              <a:ext uri="{FF2B5EF4-FFF2-40B4-BE49-F238E27FC236}">
                <a16:creationId xmlns:a16="http://schemas.microsoft.com/office/drawing/2014/main" id="{833EB5D6-104F-FBF2-1234-DEF3051E3020}"/>
              </a:ext>
            </a:extLst>
          </p:cNvPr>
          <p:cNvSpPr>
            <a:spLocks noGrp="1"/>
          </p:cNvSpPr>
          <p:nvPr>
            <p:ph type="body" sz="quarter" idx="29"/>
          </p:nvPr>
        </p:nvSpPr>
        <p:spPr/>
        <p:txBody>
          <a:bodyPr/>
          <a:lstStyle/>
          <a:p>
            <a:endParaRPr lang="en-US"/>
          </a:p>
        </p:txBody>
      </p:sp>
      <p:sp>
        <p:nvSpPr>
          <p:cNvPr id="11" name="Text Placeholder 10">
            <a:extLst>
              <a:ext uri="{FF2B5EF4-FFF2-40B4-BE49-F238E27FC236}">
                <a16:creationId xmlns:a16="http://schemas.microsoft.com/office/drawing/2014/main" id="{BD07CFD5-4315-3498-D357-AEE33D0D3791}"/>
              </a:ext>
            </a:extLst>
          </p:cNvPr>
          <p:cNvSpPr>
            <a:spLocks noGrp="1"/>
          </p:cNvSpPr>
          <p:nvPr>
            <p:ph type="body" sz="quarter" idx="30"/>
          </p:nvPr>
        </p:nvSpPr>
        <p:spPr/>
        <p:txBody>
          <a:bodyPr/>
          <a:lstStyle/>
          <a:p>
            <a:endParaRPr lang="en-US"/>
          </a:p>
        </p:txBody>
      </p:sp>
      <p:sp>
        <p:nvSpPr>
          <p:cNvPr id="12" name="Text Placeholder 11">
            <a:extLst>
              <a:ext uri="{FF2B5EF4-FFF2-40B4-BE49-F238E27FC236}">
                <a16:creationId xmlns:a16="http://schemas.microsoft.com/office/drawing/2014/main" id="{0BFE0585-F0D0-4DBA-972F-9F846E7442C8}"/>
              </a:ext>
            </a:extLst>
          </p:cNvPr>
          <p:cNvSpPr>
            <a:spLocks noGrp="1"/>
          </p:cNvSpPr>
          <p:nvPr>
            <p:ph type="body" sz="quarter" idx="31"/>
          </p:nvPr>
        </p:nvSpPr>
        <p:spPr/>
        <p:txBody>
          <a:bodyPr/>
          <a:lstStyle/>
          <a:p>
            <a:endParaRPr lang="en-US"/>
          </a:p>
        </p:txBody>
      </p:sp>
      <p:sp>
        <p:nvSpPr>
          <p:cNvPr id="13" name="Text Placeholder 12">
            <a:extLst>
              <a:ext uri="{FF2B5EF4-FFF2-40B4-BE49-F238E27FC236}">
                <a16:creationId xmlns:a16="http://schemas.microsoft.com/office/drawing/2014/main" id="{1C17C961-7CED-D277-16D8-C460D431BE2B}"/>
              </a:ext>
            </a:extLst>
          </p:cNvPr>
          <p:cNvSpPr>
            <a:spLocks noGrp="1"/>
          </p:cNvSpPr>
          <p:nvPr>
            <p:ph type="body" sz="quarter" idx="32"/>
          </p:nvPr>
        </p:nvSpPr>
        <p:spPr/>
        <p:txBody>
          <a:bodyPr/>
          <a:lstStyle/>
          <a:p>
            <a:endParaRPr lang="en-US"/>
          </a:p>
        </p:txBody>
      </p:sp>
      <p:sp>
        <p:nvSpPr>
          <p:cNvPr id="14" name="Text Placeholder 13">
            <a:extLst>
              <a:ext uri="{FF2B5EF4-FFF2-40B4-BE49-F238E27FC236}">
                <a16:creationId xmlns:a16="http://schemas.microsoft.com/office/drawing/2014/main" id="{3C1DEEF4-32FF-26FA-2212-529539AE3E92}"/>
              </a:ext>
            </a:extLst>
          </p:cNvPr>
          <p:cNvSpPr>
            <a:spLocks noGrp="1"/>
          </p:cNvSpPr>
          <p:nvPr>
            <p:ph type="body" sz="quarter" idx="33"/>
          </p:nvPr>
        </p:nvSpPr>
        <p:spPr/>
        <p:txBody>
          <a:bodyPr/>
          <a:lstStyle/>
          <a:p>
            <a:endParaRPr lang="en-US" dirty="0"/>
          </a:p>
        </p:txBody>
      </p:sp>
      <p:sp>
        <p:nvSpPr>
          <p:cNvPr id="15" name="Text Placeholder 14">
            <a:extLst>
              <a:ext uri="{FF2B5EF4-FFF2-40B4-BE49-F238E27FC236}">
                <a16:creationId xmlns:a16="http://schemas.microsoft.com/office/drawing/2014/main" id="{C7F764CB-7823-63F0-DFE3-D933676F73A6}"/>
              </a:ext>
            </a:extLst>
          </p:cNvPr>
          <p:cNvSpPr>
            <a:spLocks noGrp="1"/>
          </p:cNvSpPr>
          <p:nvPr>
            <p:ph type="body" sz="quarter" idx="35"/>
          </p:nvPr>
        </p:nvSpPr>
        <p:spPr/>
        <p:txBody>
          <a:bodyPr/>
          <a:lstStyle/>
          <a:p>
            <a:endParaRPr lang="en-US"/>
          </a:p>
        </p:txBody>
      </p:sp>
      <p:sp>
        <p:nvSpPr>
          <p:cNvPr id="16" name="Text Placeholder 15">
            <a:extLst>
              <a:ext uri="{FF2B5EF4-FFF2-40B4-BE49-F238E27FC236}">
                <a16:creationId xmlns:a16="http://schemas.microsoft.com/office/drawing/2014/main" id="{2738A567-463E-4B92-5C44-BF8F20305868}"/>
              </a:ext>
            </a:extLst>
          </p:cNvPr>
          <p:cNvSpPr>
            <a:spLocks noGrp="1"/>
          </p:cNvSpPr>
          <p:nvPr>
            <p:ph type="body" sz="quarter" idx="37"/>
          </p:nvPr>
        </p:nvSpPr>
        <p:spPr/>
        <p:txBody>
          <a:bodyPr/>
          <a:lstStyle/>
          <a:p>
            <a:endParaRPr lang="en-US"/>
          </a:p>
        </p:txBody>
      </p:sp>
      <p:sp>
        <p:nvSpPr>
          <p:cNvPr id="2" name="Footer Placeholder 6">
            <a:extLst>
              <a:ext uri="{FF2B5EF4-FFF2-40B4-BE49-F238E27FC236}">
                <a16:creationId xmlns:a16="http://schemas.microsoft.com/office/drawing/2014/main" id="{25F61CE9-F6A3-6305-A6F9-1B3E288EAC46}"/>
              </a:ext>
            </a:extLst>
          </p:cNvPr>
          <p:cNvSpPr>
            <a:spLocks noGrp="1"/>
          </p:cNvSpPr>
          <p:nvPr>
            <p:ph type="ftr" sz="quarter" idx="3"/>
          </p:nvPr>
        </p:nvSpPr>
        <p:spPr/>
        <p:txBody>
          <a:bodyPr vert="horz" lIns="0" tIns="45720" rIns="91440" bIns="45720" rtlCol="0" anchor="ctr"/>
          <a:lstStyle>
            <a:lvl1pPr algn="l">
              <a:defRPr sz="900">
                <a:solidFill>
                  <a:schemeClr val="tx1">
                    <a:tint val="82000"/>
                  </a:schemeClr>
                </a:solidFill>
              </a:defRPr>
            </a:lvl1pPr>
          </a:lstStyle>
          <a:p>
            <a:endParaRPr lang="en-GB"/>
          </a:p>
        </p:txBody>
      </p:sp>
    </p:spTree>
    <p:extLst>
      <p:ext uri="{BB962C8B-B14F-4D97-AF65-F5344CB8AC3E}">
        <p14:creationId xmlns:p14="http://schemas.microsoft.com/office/powerpoint/2010/main" val="40024701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0D485EB-6611-CD03-9BED-C193A0052DC7}"/>
              </a:ext>
            </a:extLst>
          </p:cNvPr>
          <p:cNvGraphicFramePr>
            <a:graphicFrameLocks noChangeAspect="1"/>
          </p:cNvGraphicFramePr>
          <p:nvPr>
            <p:custDataLst>
              <p:tags r:id="rId1"/>
            </p:custDataLst>
            <p:extLst>
              <p:ext uri="{D42A27DB-BD31-4B8C-83A1-F6EECF244321}">
                <p14:modId xmlns:p14="http://schemas.microsoft.com/office/powerpoint/2010/main" val="1465260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D0D485EB-6611-CD03-9BED-C193A0052D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AB1724C2-E01E-5863-241A-B0D3A7CCF978}"/>
              </a:ext>
            </a:extLst>
          </p:cNvPr>
          <p:cNvSpPr>
            <a:spLocks noGrp="1"/>
          </p:cNvSpPr>
          <p:nvPr>
            <p:ph type="body" sz="quarter" idx="10"/>
          </p:nvPr>
        </p:nvSpPr>
        <p:spPr/>
        <p:txBody>
          <a:bodyPr/>
          <a:lstStyle/>
          <a:p>
            <a:endParaRPr lang="de-DE" dirty="0"/>
          </a:p>
        </p:txBody>
      </p:sp>
      <p:sp>
        <p:nvSpPr>
          <p:cNvPr id="2" name="Footer Placeholder 6">
            <a:extLst>
              <a:ext uri="{FF2B5EF4-FFF2-40B4-BE49-F238E27FC236}">
                <a16:creationId xmlns:a16="http://schemas.microsoft.com/office/drawing/2014/main" id="{26107856-4E5E-5B64-95B3-0142B36F0C03}"/>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14" name="Bildplatzhalter 13">
            <a:extLst>
              <a:ext uri="{FF2B5EF4-FFF2-40B4-BE49-F238E27FC236}">
                <a16:creationId xmlns:a16="http://schemas.microsoft.com/office/drawing/2014/main" id="{AACC65E4-112C-FBA7-1033-CED7EDB555F0}"/>
              </a:ext>
            </a:extLst>
          </p:cNvPr>
          <p:cNvSpPr>
            <a:spLocks noGrp="1"/>
          </p:cNvSpPr>
          <p:nvPr>
            <p:ph type="pic" sz="quarter" idx="13"/>
          </p:nvPr>
        </p:nvSpPr>
        <p:spPr/>
        <p:txBody>
          <a:bodyPr/>
          <a:lstStyle/>
          <a:p>
            <a:endParaRPr lang="de-DE"/>
          </a:p>
        </p:txBody>
      </p:sp>
      <p:sp>
        <p:nvSpPr>
          <p:cNvPr id="15" name="Bildplatzhalter 14">
            <a:extLst>
              <a:ext uri="{FF2B5EF4-FFF2-40B4-BE49-F238E27FC236}">
                <a16:creationId xmlns:a16="http://schemas.microsoft.com/office/drawing/2014/main" id="{02931591-E0A4-CE2C-AE58-627288FF86DA}"/>
              </a:ext>
            </a:extLst>
          </p:cNvPr>
          <p:cNvSpPr>
            <a:spLocks noGrp="1"/>
          </p:cNvSpPr>
          <p:nvPr>
            <p:ph type="pic" sz="quarter" idx="14"/>
          </p:nvPr>
        </p:nvSpPr>
        <p:spPr/>
        <p:txBody>
          <a:bodyPr/>
          <a:lstStyle/>
          <a:p>
            <a:endParaRPr lang="de-DE"/>
          </a:p>
        </p:txBody>
      </p:sp>
      <p:sp>
        <p:nvSpPr>
          <p:cNvPr id="16" name="Bildplatzhalter 15">
            <a:extLst>
              <a:ext uri="{FF2B5EF4-FFF2-40B4-BE49-F238E27FC236}">
                <a16:creationId xmlns:a16="http://schemas.microsoft.com/office/drawing/2014/main" id="{8CBE00EF-0A08-B39E-8987-EF45D98BB4A0}"/>
              </a:ext>
            </a:extLst>
          </p:cNvPr>
          <p:cNvSpPr>
            <a:spLocks noGrp="1"/>
          </p:cNvSpPr>
          <p:nvPr>
            <p:ph type="pic" sz="quarter" idx="15"/>
          </p:nvPr>
        </p:nvSpPr>
        <p:spPr/>
        <p:txBody>
          <a:bodyPr/>
          <a:lstStyle/>
          <a:p>
            <a:endParaRPr lang="de-DE"/>
          </a:p>
        </p:txBody>
      </p:sp>
      <p:sp>
        <p:nvSpPr>
          <p:cNvPr id="17" name="Bildplatzhalter 16">
            <a:extLst>
              <a:ext uri="{FF2B5EF4-FFF2-40B4-BE49-F238E27FC236}">
                <a16:creationId xmlns:a16="http://schemas.microsoft.com/office/drawing/2014/main" id="{14578AE4-BC3F-7DCF-6A6F-B13DCC877FE8}"/>
              </a:ext>
            </a:extLst>
          </p:cNvPr>
          <p:cNvSpPr>
            <a:spLocks noGrp="1"/>
          </p:cNvSpPr>
          <p:nvPr>
            <p:ph type="pic" sz="quarter" idx="16"/>
          </p:nvPr>
        </p:nvSpPr>
        <p:spPr/>
        <p:txBody>
          <a:bodyPr/>
          <a:lstStyle/>
          <a:p>
            <a:endParaRPr lang="de-DE"/>
          </a:p>
        </p:txBody>
      </p:sp>
      <p:sp>
        <p:nvSpPr>
          <p:cNvPr id="18" name="Bildplatzhalter 17">
            <a:extLst>
              <a:ext uri="{FF2B5EF4-FFF2-40B4-BE49-F238E27FC236}">
                <a16:creationId xmlns:a16="http://schemas.microsoft.com/office/drawing/2014/main" id="{A0058997-1348-9EE0-8689-208CA02E253D}"/>
              </a:ext>
            </a:extLst>
          </p:cNvPr>
          <p:cNvSpPr>
            <a:spLocks noGrp="1"/>
          </p:cNvSpPr>
          <p:nvPr>
            <p:ph type="pic" sz="quarter" idx="17"/>
          </p:nvPr>
        </p:nvSpPr>
        <p:spPr/>
        <p:txBody>
          <a:bodyPr/>
          <a:lstStyle/>
          <a:p>
            <a:endParaRPr lang="de-DE"/>
          </a:p>
        </p:txBody>
      </p:sp>
      <p:sp>
        <p:nvSpPr>
          <p:cNvPr id="19" name="Textplatzhalter 18">
            <a:extLst>
              <a:ext uri="{FF2B5EF4-FFF2-40B4-BE49-F238E27FC236}">
                <a16:creationId xmlns:a16="http://schemas.microsoft.com/office/drawing/2014/main" id="{1D100415-64C6-5A70-EA25-6B6137D79740}"/>
              </a:ext>
            </a:extLst>
          </p:cNvPr>
          <p:cNvSpPr>
            <a:spLocks noGrp="1"/>
          </p:cNvSpPr>
          <p:nvPr>
            <p:ph type="body" sz="quarter" idx="41"/>
          </p:nvPr>
        </p:nvSpPr>
        <p:spPr/>
        <p:txBody>
          <a:bodyPr/>
          <a:lstStyle/>
          <a:p>
            <a:endParaRPr lang="de-DE" dirty="0"/>
          </a:p>
        </p:txBody>
      </p:sp>
      <p:sp>
        <p:nvSpPr>
          <p:cNvPr id="20" name="Bildplatzhalter 19">
            <a:extLst>
              <a:ext uri="{FF2B5EF4-FFF2-40B4-BE49-F238E27FC236}">
                <a16:creationId xmlns:a16="http://schemas.microsoft.com/office/drawing/2014/main" id="{37EABD47-E62A-B7B9-7807-34B09BFECB81}"/>
              </a:ext>
            </a:extLst>
          </p:cNvPr>
          <p:cNvSpPr>
            <a:spLocks noGrp="1"/>
          </p:cNvSpPr>
          <p:nvPr>
            <p:ph type="pic" sz="quarter" idx="42"/>
          </p:nvPr>
        </p:nvSpPr>
        <p:spPr/>
        <p:txBody>
          <a:bodyPr/>
          <a:lstStyle/>
          <a:p>
            <a:endParaRPr lang="de-DE"/>
          </a:p>
        </p:txBody>
      </p:sp>
      <p:sp>
        <p:nvSpPr>
          <p:cNvPr id="13" name="Textplatzhalter 12">
            <a:extLst>
              <a:ext uri="{FF2B5EF4-FFF2-40B4-BE49-F238E27FC236}">
                <a16:creationId xmlns:a16="http://schemas.microsoft.com/office/drawing/2014/main" id="{25312B95-AF6E-8E95-54AB-9C24E44AC9C0}"/>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563496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023C56A-F217-586B-A29C-A960E5998CBB}"/>
              </a:ext>
            </a:extLst>
          </p:cNvPr>
          <p:cNvGraphicFramePr>
            <a:graphicFrameLocks noChangeAspect="1"/>
          </p:cNvGraphicFramePr>
          <p:nvPr>
            <p:custDataLst>
              <p:tags r:id="rId1"/>
            </p:custDataLst>
            <p:extLst>
              <p:ext uri="{D42A27DB-BD31-4B8C-83A1-F6EECF244321}">
                <p14:modId xmlns:p14="http://schemas.microsoft.com/office/powerpoint/2010/main" val="42513892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7023C56A-F217-586B-A29C-A960E5998CB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platzhalter 3">
            <a:extLst>
              <a:ext uri="{FF2B5EF4-FFF2-40B4-BE49-F238E27FC236}">
                <a16:creationId xmlns:a16="http://schemas.microsoft.com/office/drawing/2014/main" id="{19A53A79-D943-5A66-AC47-DF95735A9AE6}"/>
              </a:ext>
            </a:extLst>
          </p:cNvPr>
          <p:cNvSpPr>
            <a:spLocks noGrp="1"/>
          </p:cNvSpPr>
          <p:nvPr>
            <p:ph type="body" sz="quarter" idx="10"/>
          </p:nvPr>
        </p:nvSpPr>
        <p:spPr/>
        <p:txBody>
          <a:bodyPr>
            <a:noAutofit/>
          </a:bodyPr>
          <a:lstStyle/>
          <a:p>
            <a:endParaRPr lang="de-DE"/>
          </a:p>
        </p:txBody>
      </p:sp>
      <p:sp>
        <p:nvSpPr>
          <p:cNvPr id="2" name="Footer Placeholder 6">
            <a:extLst>
              <a:ext uri="{FF2B5EF4-FFF2-40B4-BE49-F238E27FC236}">
                <a16:creationId xmlns:a16="http://schemas.microsoft.com/office/drawing/2014/main" id="{8D0AA78B-9DC3-FCD4-8EC0-96FFD9233C59}"/>
              </a:ext>
            </a:extLst>
          </p:cNvPr>
          <p:cNvSpPr>
            <a:spLocks noGrp="1"/>
          </p:cNvSpPr>
          <p:nvPr>
            <p:ph type="ftr" sz="quarter" idx="3"/>
          </p:nvPr>
        </p:nvSpPr>
        <p:spPr>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sz="900"/>
          </a:p>
        </p:txBody>
      </p:sp>
      <p:sp>
        <p:nvSpPr>
          <p:cNvPr id="7" name="Textplatzhalter 6">
            <a:extLst>
              <a:ext uri="{FF2B5EF4-FFF2-40B4-BE49-F238E27FC236}">
                <a16:creationId xmlns:a16="http://schemas.microsoft.com/office/drawing/2014/main" id="{B85DE5FB-BCCD-00B4-859E-4557DC3E6F47}"/>
              </a:ext>
            </a:extLst>
          </p:cNvPr>
          <p:cNvSpPr>
            <a:spLocks noGrp="1"/>
          </p:cNvSpPr>
          <p:nvPr>
            <p:ph type="body" sz="quarter" idx="31"/>
          </p:nvPr>
        </p:nvSpPr>
        <p:spPr/>
        <p:txBody>
          <a:bodyPr>
            <a:noAutofit/>
          </a:bodyPr>
          <a:lstStyle/>
          <a:p>
            <a:endParaRPr lang="de-DE" dirty="0"/>
          </a:p>
        </p:txBody>
      </p:sp>
      <p:sp>
        <p:nvSpPr>
          <p:cNvPr id="9" name="Textplatzhalter 8">
            <a:extLst>
              <a:ext uri="{FF2B5EF4-FFF2-40B4-BE49-F238E27FC236}">
                <a16:creationId xmlns:a16="http://schemas.microsoft.com/office/drawing/2014/main" id="{BDC8E9AF-F1F9-BF4A-7B91-B65287B64B2C}"/>
              </a:ext>
            </a:extLst>
          </p:cNvPr>
          <p:cNvSpPr>
            <a:spLocks noGrp="1"/>
          </p:cNvSpPr>
          <p:nvPr>
            <p:ph type="body" sz="quarter" idx="34"/>
          </p:nvPr>
        </p:nvSpPr>
        <p:spPr/>
        <p:txBody>
          <a:bodyPr>
            <a:noAutofit/>
          </a:bodyPr>
          <a:lstStyle/>
          <a:p>
            <a:endParaRPr lang="de-DE" dirty="0"/>
          </a:p>
        </p:txBody>
      </p:sp>
      <p:sp>
        <p:nvSpPr>
          <p:cNvPr id="10" name="Textplatzhalter 9">
            <a:extLst>
              <a:ext uri="{FF2B5EF4-FFF2-40B4-BE49-F238E27FC236}">
                <a16:creationId xmlns:a16="http://schemas.microsoft.com/office/drawing/2014/main" id="{56D1225A-BCA0-4E65-777F-F2CD0461D076}"/>
              </a:ext>
            </a:extLst>
          </p:cNvPr>
          <p:cNvSpPr>
            <a:spLocks noGrp="1"/>
          </p:cNvSpPr>
          <p:nvPr>
            <p:ph type="body" sz="quarter" idx="35"/>
          </p:nvPr>
        </p:nvSpPr>
        <p:spPr/>
        <p:txBody>
          <a:bodyPr>
            <a:noAutofit/>
          </a:bodyPr>
          <a:lstStyle/>
          <a:p>
            <a:endParaRPr lang="de-DE"/>
          </a:p>
        </p:txBody>
      </p:sp>
      <p:sp>
        <p:nvSpPr>
          <p:cNvPr id="15" name="Textplatzhalter 14">
            <a:extLst>
              <a:ext uri="{FF2B5EF4-FFF2-40B4-BE49-F238E27FC236}">
                <a16:creationId xmlns:a16="http://schemas.microsoft.com/office/drawing/2014/main" id="{5273D314-96F3-A438-7DEF-9D2BEA888884}"/>
              </a:ext>
            </a:extLst>
          </p:cNvPr>
          <p:cNvSpPr>
            <a:spLocks noGrp="1"/>
          </p:cNvSpPr>
          <p:nvPr>
            <p:ph type="body" sz="quarter" idx="38"/>
          </p:nvPr>
        </p:nvSpPr>
        <p:spPr/>
        <p:txBody>
          <a:bodyPr>
            <a:noAutofit/>
          </a:bodyPr>
          <a:lstStyle/>
          <a:p>
            <a:endParaRPr lang="de-DE"/>
          </a:p>
        </p:txBody>
      </p:sp>
      <p:sp>
        <p:nvSpPr>
          <p:cNvPr id="30" name="Textplatzhalter 29">
            <a:extLst>
              <a:ext uri="{FF2B5EF4-FFF2-40B4-BE49-F238E27FC236}">
                <a16:creationId xmlns:a16="http://schemas.microsoft.com/office/drawing/2014/main" id="{F80A273C-E594-FABE-6A83-120369A9E0CF}"/>
              </a:ext>
            </a:extLst>
          </p:cNvPr>
          <p:cNvSpPr>
            <a:spLocks noGrp="1"/>
          </p:cNvSpPr>
          <p:nvPr>
            <p:ph type="body" sz="quarter" idx="39"/>
          </p:nvPr>
        </p:nvSpPr>
        <p:spPr/>
        <p:txBody>
          <a:bodyPr>
            <a:noAutofit/>
          </a:bodyPr>
          <a:lstStyle/>
          <a:p>
            <a:endParaRPr lang="de-DE"/>
          </a:p>
        </p:txBody>
      </p:sp>
      <p:sp>
        <p:nvSpPr>
          <p:cNvPr id="33" name="Textplatzhalter 32">
            <a:extLst>
              <a:ext uri="{FF2B5EF4-FFF2-40B4-BE49-F238E27FC236}">
                <a16:creationId xmlns:a16="http://schemas.microsoft.com/office/drawing/2014/main" id="{4D51AA8E-2A46-0E6F-5A23-83CE74BFA1E0}"/>
              </a:ext>
            </a:extLst>
          </p:cNvPr>
          <p:cNvSpPr>
            <a:spLocks noGrp="1"/>
          </p:cNvSpPr>
          <p:nvPr>
            <p:ph type="body" sz="quarter" idx="42"/>
          </p:nvPr>
        </p:nvSpPr>
        <p:spPr/>
        <p:txBody>
          <a:bodyPr>
            <a:noAutofit/>
          </a:bodyPr>
          <a:lstStyle/>
          <a:p>
            <a:endParaRPr lang="de-DE"/>
          </a:p>
        </p:txBody>
      </p:sp>
      <p:sp>
        <p:nvSpPr>
          <p:cNvPr id="34" name="Textplatzhalter 33">
            <a:extLst>
              <a:ext uri="{FF2B5EF4-FFF2-40B4-BE49-F238E27FC236}">
                <a16:creationId xmlns:a16="http://schemas.microsoft.com/office/drawing/2014/main" id="{4A22E458-1A7F-47C4-7DB9-E4A61D458EE8}"/>
              </a:ext>
            </a:extLst>
          </p:cNvPr>
          <p:cNvSpPr>
            <a:spLocks noGrp="1"/>
          </p:cNvSpPr>
          <p:nvPr>
            <p:ph type="body" sz="quarter" idx="43"/>
          </p:nvPr>
        </p:nvSpPr>
        <p:spPr/>
        <p:txBody>
          <a:bodyPr>
            <a:noAutofit/>
          </a:bodyPr>
          <a:lstStyle/>
          <a:p>
            <a:endParaRPr lang="de-DE"/>
          </a:p>
        </p:txBody>
      </p:sp>
      <p:sp>
        <p:nvSpPr>
          <p:cNvPr id="35" name="Textplatzhalter 34">
            <a:extLst>
              <a:ext uri="{FF2B5EF4-FFF2-40B4-BE49-F238E27FC236}">
                <a16:creationId xmlns:a16="http://schemas.microsoft.com/office/drawing/2014/main" id="{1C8009A7-767A-F9B8-0CA2-6AEC8A881522}"/>
              </a:ext>
            </a:extLst>
          </p:cNvPr>
          <p:cNvSpPr>
            <a:spLocks noGrp="1"/>
          </p:cNvSpPr>
          <p:nvPr>
            <p:ph type="body" sz="quarter" idx="44"/>
          </p:nvPr>
        </p:nvSpPr>
        <p:spPr/>
        <p:txBody>
          <a:bodyPr>
            <a:noAutofit/>
          </a:bodyPr>
          <a:lstStyle/>
          <a:p>
            <a:endParaRPr lang="de-DE" dirty="0"/>
          </a:p>
        </p:txBody>
      </p:sp>
      <p:sp>
        <p:nvSpPr>
          <p:cNvPr id="5" name="Textplatzhalter 4">
            <a:extLst>
              <a:ext uri="{FF2B5EF4-FFF2-40B4-BE49-F238E27FC236}">
                <a16:creationId xmlns:a16="http://schemas.microsoft.com/office/drawing/2014/main" id="{2C71F780-31A8-99CE-6993-25858328B0CC}"/>
              </a:ext>
            </a:extLst>
          </p:cNvPr>
          <p:cNvSpPr>
            <a:spLocks noGrp="1"/>
          </p:cNvSpPr>
          <p:nvPr>
            <p:ph type="body" sz="quarter" idx="12"/>
          </p:nvPr>
        </p:nvSpPr>
        <p:spPr/>
        <p:txBody>
          <a:bodyPr>
            <a:noAutofit/>
          </a:bodyPr>
          <a:lstStyle/>
          <a:p>
            <a:endParaRPr lang="de-DE"/>
          </a:p>
        </p:txBody>
      </p:sp>
      <p:pic>
        <p:nvPicPr>
          <p:cNvPr id="12" name="Bildplatzhalter 2" descr="Ein Bild, das Menschliches Gesicht, Kleidung, Person, Im Haus enthält.&#10;&#10;KI-generierte Inhalte können fehlerhaft sein.">
            <a:extLst>
              <a:ext uri="{FF2B5EF4-FFF2-40B4-BE49-F238E27FC236}">
                <a16:creationId xmlns:a16="http://schemas.microsoft.com/office/drawing/2014/main" id="{F745C8FE-D606-232B-93FD-63961261ECA3}"/>
              </a:ext>
            </a:extLst>
          </p:cNvPr>
          <p:cNvPicPr>
            <a:picLocks noGrp="1" noChangeAspect="1"/>
          </p:cNvPicPr>
          <p:nvPr>
            <p:ph type="pic" sz="quarter" idx="30"/>
          </p:nvPr>
        </p:nvPicPr>
        <p:blipFill>
          <a:blip r:embed="rId6">
            <a:extLst>
              <a:ext uri="{28A0092B-C50C-407E-A947-70E740481C1C}">
                <a14:useLocalDpi xmlns:a14="http://schemas.microsoft.com/office/drawing/2010/main" val="0"/>
              </a:ext>
            </a:extLst>
          </a:blip>
          <a:srcRect l="43139" t="11" r="25724" b="53302"/>
          <a:stretch>
            <a:fillRect/>
          </a:stretch>
        </p:blipFill>
        <p:spPr>
          <a:xfrm>
            <a:off x="1162050" y="1636713"/>
            <a:ext cx="1223963" cy="1223962"/>
          </a:xfrm>
        </p:spPr>
      </p:pic>
      <p:pic>
        <p:nvPicPr>
          <p:cNvPr id="19" name="Bildplatzhalter 2" descr="Ein Bild, das Menschliches Gesicht, Kleidung, Person, Im Haus enthält.&#10;&#10;KI-generierte Inhalte können fehlerhaft sein.">
            <a:extLst>
              <a:ext uri="{FF2B5EF4-FFF2-40B4-BE49-F238E27FC236}">
                <a16:creationId xmlns:a16="http://schemas.microsoft.com/office/drawing/2014/main" id="{81284B7C-4756-55FE-14FD-DC57941FAAC1}"/>
              </a:ext>
            </a:extLst>
          </p:cNvPr>
          <p:cNvPicPr>
            <a:picLocks noGrp="1" noChangeAspect="1"/>
          </p:cNvPicPr>
          <p:nvPr>
            <p:ph type="pic" sz="quarter" idx="33"/>
          </p:nvPr>
        </p:nvPicPr>
        <p:blipFill>
          <a:blip r:embed="rId6">
            <a:extLst>
              <a:ext uri="{28A0092B-C50C-407E-A947-70E740481C1C}">
                <a14:useLocalDpi xmlns:a14="http://schemas.microsoft.com/office/drawing/2010/main" val="0"/>
              </a:ext>
            </a:extLst>
          </a:blip>
          <a:srcRect l="44393" t="10" r="25706" b="55157"/>
          <a:stretch>
            <a:fillRect/>
          </a:stretch>
        </p:blipFill>
        <p:spPr>
          <a:xfrm>
            <a:off x="4041775" y="1636713"/>
            <a:ext cx="1223963" cy="1223962"/>
          </a:xfrm>
        </p:spPr>
      </p:pic>
      <p:pic>
        <p:nvPicPr>
          <p:cNvPr id="20" name="Bildplatzhalter 2" descr="Ein Bild, das Menschliches Gesicht, Kleidung, Person, Im Haus enthält.&#10;&#10;KI-generierte Inhalte können fehlerhaft sein.">
            <a:extLst>
              <a:ext uri="{FF2B5EF4-FFF2-40B4-BE49-F238E27FC236}">
                <a16:creationId xmlns:a16="http://schemas.microsoft.com/office/drawing/2014/main" id="{D110D4D9-981E-110A-BB1E-E4BF2231AEC6}"/>
              </a:ext>
            </a:extLst>
          </p:cNvPr>
          <p:cNvPicPr>
            <a:picLocks noGrp="1" noChangeAspect="1"/>
          </p:cNvPicPr>
          <p:nvPr>
            <p:ph type="pic" sz="quarter" idx="37"/>
          </p:nvPr>
        </p:nvPicPr>
        <p:blipFill>
          <a:blip r:embed="rId6">
            <a:extLst>
              <a:ext uri="{28A0092B-C50C-407E-A947-70E740481C1C}">
                <a14:useLocalDpi xmlns:a14="http://schemas.microsoft.com/office/drawing/2010/main" val="0"/>
              </a:ext>
            </a:extLst>
          </a:blip>
          <a:srcRect l="45395" t="10" r="25880" b="56919"/>
          <a:stretch>
            <a:fillRect/>
          </a:stretch>
        </p:blipFill>
        <p:spPr>
          <a:xfrm>
            <a:off x="6919913" y="1636713"/>
            <a:ext cx="1223962" cy="1223962"/>
          </a:xfrm>
        </p:spPr>
      </p:pic>
      <p:pic>
        <p:nvPicPr>
          <p:cNvPr id="21" name="Bildplatzhalter 2" descr="Ein Bild, das Menschliches Gesicht, Kleidung, Person, Im Haus enthält.&#10;&#10;KI-generierte Inhalte können fehlerhaft sein.">
            <a:extLst>
              <a:ext uri="{FF2B5EF4-FFF2-40B4-BE49-F238E27FC236}">
                <a16:creationId xmlns:a16="http://schemas.microsoft.com/office/drawing/2014/main" id="{F8295A39-5EE1-4314-59E6-70641092CABA}"/>
              </a:ext>
            </a:extLst>
          </p:cNvPr>
          <p:cNvPicPr>
            <a:picLocks noGrp="1" noChangeAspect="1"/>
          </p:cNvPicPr>
          <p:nvPr>
            <p:ph type="pic" sz="quarter" idx="41"/>
          </p:nvPr>
        </p:nvPicPr>
        <p:blipFill>
          <a:blip r:embed="rId6">
            <a:extLst>
              <a:ext uri="{28A0092B-C50C-407E-A947-70E740481C1C}">
                <a14:useLocalDpi xmlns:a14="http://schemas.microsoft.com/office/drawing/2010/main" val="0"/>
              </a:ext>
            </a:extLst>
          </a:blip>
          <a:srcRect l="45272" r="24929" b="55319"/>
          <a:stretch>
            <a:fillRect/>
          </a:stretch>
        </p:blipFill>
        <p:spPr>
          <a:xfrm>
            <a:off x="9799638" y="1636713"/>
            <a:ext cx="1223962" cy="1223962"/>
          </a:xfrm>
        </p:spPr>
      </p:pic>
    </p:spTree>
    <p:extLst>
      <p:ext uri="{BB962C8B-B14F-4D97-AF65-F5344CB8AC3E}">
        <p14:creationId xmlns:p14="http://schemas.microsoft.com/office/powerpoint/2010/main" val="29782447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FBC7419-2297-D909-4FE4-B706B8AD8D99}"/>
              </a:ext>
            </a:extLst>
          </p:cNvPr>
          <p:cNvGraphicFramePr>
            <a:graphicFrameLocks noChangeAspect="1"/>
          </p:cNvGraphicFramePr>
          <p:nvPr>
            <p:custDataLst>
              <p:tags r:id="rId1"/>
            </p:custDataLst>
            <p:extLst>
              <p:ext uri="{D42A27DB-BD31-4B8C-83A1-F6EECF244321}">
                <p14:modId xmlns:p14="http://schemas.microsoft.com/office/powerpoint/2010/main" val="4194512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DFBC7419-2297-D909-4FE4-B706B8AD8D9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91BCA51D-69AE-7825-EA41-C99980E54599}"/>
              </a:ext>
            </a:extLst>
          </p:cNvPr>
          <p:cNvSpPr>
            <a:spLocks noGrp="1"/>
          </p:cNvSpPr>
          <p:nvPr>
            <p:ph type="body" sz="quarter" idx="20"/>
          </p:nvPr>
        </p:nvSpPr>
        <p:spPr/>
        <p:txBody>
          <a:bodyPr/>
          <a:lstStyle/>
          <a:p>
            <a:endParaRPr lang="en-US" dirty="0"/>
          </a:p>
        </p:txBody>
      </p:sp>
      <p:sp>
        <p:nvSpPr>
          <p:cNvPr id="9" name="Text Placeholder 8">
            <a:extLst>
              <a:ext uri="{FF2B5EF4-FFF2-40B4-BE49-F238E27FC236}">
                <a16:creationId xmlns:a16="http://schemas.microsoft.com/office/drawing/2014/main" id="{6372755B-F7C8-50DE-FF51-516E9344C736}"/>
              </a:ext>
            </a:extLst>
          </p:cNvPr>
          <p:cNvSpPr>
            <a:spLocks noGrp="1"/>
          </p:cNvSpPr>
          <p:nvPr>
            <p:ph type="body" sz="quarter" idx="31"/>
          </p:nvPr>
        </p:nvSpPr>
        <p:spPr/>
        <p:txBody>
          <a:bodyPr/>
          <a:lstStyle/>
          <a:p>
            <a:endParaRPr lang="en-US"/>
          </a:p>
        </p:txBody>
      </p:sp>
      <p:sp>
        <p:nvSpPr>
          <p:cNvPr id="14" name="Text Placeholder 13">
            <a:extLst>
              <a:ext uri="{FF2B5EF4-FFF2-40B4-BE49-F238E27FC236}">
                <a16:creationId xmlns:a16="http://schemas.microsoft.com/office/drawing/2014/main" id="{0B8D8271-ED26-01FE-D583-3458D7AD60F5}"/>
              </a:ext>
            </a:extLst>
          </p:cNvPr>
          <p:cNvSpPr>
            <a:spLocks noGrp="1"/>
          </p:cNvSpPr>
          <p:nvPr>
            <p:ph type="body" sz="quarter" idx="10"/>
          </p:nvPr>
        </p:nvSpPr>
        <p:spPr>
          <a:xfrm>
            <a:off x="459143" y="2997836"/>
            <a:ext cx="2796403" cy="1001813"/>
          </a:xfrm>
        </p:spPr>
        <p:txBody>
          <a:bodyPr/>
          <a:lstStyle/>
          <a:p>
            <a:r>
              <a:rPr lang="en-US" dirty="0" err="1"/>
              <a:t>Kontakt</a:t>
            </a:r>
            <a:endParaRPr lang="en-US" dirty="0"/>
          </a:p>
        </p:txBody>
      </p:sp>
      <p:sp>
        <p:nvSpPr>
          <p:cNvPr id="10" name="Text Placeholder 9">
            <a:extLst>
              <a:ext uri="{FF2B5EF4-FFF2-40B4-BE49-F238E27FC236}">
                <a16:creationId xmlns:a16="http://schemas.microsoft.com/office/drawing/2014/main" id="{70849F64-8BEC-D150-2732-768AC72427C6}"/>
              </a:ext>
            </a:extLst>
          </p:cNvPr>
          <p:cNvSpPr>
            <a:spLocks noGrp="1"/>
          </p:cNvSpPr>
          <p:nvPr>
            <p:ph type="body" sz="quarter" idx="35"/>
          </p:nvPr>
        </p:nvSpPr>
        <p:spPr/>
        <p:txBody>
          <a:bodyPr/>
          <a:lstStyle/>
          <a:p>
            <a:endParaRPr lang="en-US"/>
          </a:p>
        </p:txBody>
      </p:sp>
      <p:sp>
        <p:nvSpPr>
          <p:cNvPr id="11" name="Text Placeholder 10">
            <a:extLst>
              <a:ext uri="{FF2B5EF4-FFF2-40B4-BE49-F238E27FC236}">
                <a16:creationId xmlns:a16="http://schemas.microsoft.com/office/drawing/2014/main" id="{3910BE57-A125-E1EE-3ADF-442B2FB441E5}"/>
              </a:ext>
            </a:extLst>
          </p:cNvPr>
          <p:cNvSpPr>
            <a:spLocks noGrp="1"/>
          </p:cNvSpPr>
          <p:nvPr>
            <p:ph type="body" sz="quarter" idx="37"/>
          </p:nvPr>
        </p:nvSpPr>
        <p:spPr/>
        <p:txBody>
          <a:bodyPr/>
          <a:lstStyle/>
          <a:p>
            <a:endParaRPr lang="en-US"/>
          </a:p>
        </p:txBody>
      </p:sp>
      <p:sp>
        <p:nvSpPr>
          <p:cNvPr id="8" name="Text Placeholder 7">
            <a:extLst>
              <a:ext uri="{FF2B5EF4-FFF2-40B4-BE49-F238E27FC236}">
                <a16:creationId xmlns:a16="http://schemas.microsoft.com/office/drawing/2014/main" id="{8E9DC205-A124-D69C-709E-C8ABCFB89D58}"/>
              </a:ext>
            </a:extLst>
          </p:cNvPr>
          <p:cNvSpPr>
            <a:spLocks noGrp="1"/>
          </p:cNvSpPr>
          <p:nvPr>
            <p:ph type="body" sz="quarter" idx="27"/>
          </p:nvPr>
        </p:nvSpPr>
        <p:spPr/>
        <p:txBody>
          <a:bodyPr/>
          <a:lstStyle/>
          <a:p>
            <a:endParaRPr lang="en-US" dirty="0"/>
          </a:p>
        </p:txBody>
      </p:sp>
      <p:sp>
        <p:nvSpPr>
          <p:cNvPr id="12" name="Picture Placeholder 11">
            <a:extLst>
              <a:ext uri="{FF2B5EF4-FFF2-40B4-BE49-F238E27FC236}">
                <a16:creationId xmlns:a16="http://schemas.microsoft.com/office/drawing/2014/main" id="{F02BF267-AA8C-E1C5-9E45-372BE694A998}"/>
              </a:ext>
            </a:extLst>
          </p:cNvPr>
          <p:cNvSpPr>
            <a:spLocks noGrp="1"/>
          </p:cNvSpPr>
          <p:nvPr>
            <p:ph type="pic" sz="quarter" idx="44"/>
          </p:nvPr>
        </p:nvSpPr>
        <p:spPr/>
        <p:txBody>
          <a:bodyPr/>
          <a:lstStyle/>
          <a:p>
            <a:endParaRPr lang="de-DE"/>
          </a:p>
        </p:txBody>
      </p:sp>
      <p:sp>
        <p:nvSpPr>
          <p:cNvPr id="31" name="Text Placeholder 30">
            <a:extLst>
              <a:ext uri="{FF2B5EF4-FFF2-40B4-BE49-F238E27FC236}">
                <a16:creationId xmlns:a16="http://schemas.microsoft.com/office/drawing/2014/main" id="{02598F39-7870-54F8-C91B-52CC516BC9C8}"/>
              </a:ext>
            </a:extLst>
          </p:cNvPr>
          <p:cNvSpPr>
            <a:spLocks noGrp="1"/>
          </p:cNvSpPr>
          <p:nvPr>
            <p:ph type="body" sz="quarter" idx="49"/>
          </p:nvPr>
        </p:nvSpPr>
        <p:spPr/>
        <p:txBody>
          <a:bodyPr/>
          <a:lstStyle/>
          <a:p>
            <a:endParaRPr lang="en-US"/>
          </a:p>
        </p:txBody>
      </p:sp>
      <p:sp>
        <p:nvSpPr>
          <p:cNvPr id="32" name="Text Placeholder 31">
            <a:extLst>
              <a:ext uri="{FF2B5EF4-FFF2-40B4-BE49-F238E27FC236}">
                <a16:creationId xmlns:a16="http://schemas.microsoft.com/office/drawing/2014/main" id="{FF69180E-39E0-8EEC-182D-9857B6670580}"/>
              </a:ext>
            </a:extLst>
          </p:cNvPr>
          <p:cNvSpPr>
            <a:spLocks noGrp="1"/>
          </p:cNvSpPr>
          <p:nvPr>
            <p:ph type="body" sz="quarter" idx="51"/>
          </p:nvPr>
        </p:nvSpPr>
        <p:spPr/>
        <p:txBody>
          <a:bodyPr/>
          <a:lstStyle/>
          <a:p>
            <a:endParaRPr lang="en-US"/>
          </a:p>
        </p:txBody>
      </p:sp>
      <p:sp>
        <p:nvSpPr>
          <p:cNvPr id="33" name="Text Placeholder 32">
            <a:extLst>
              <a:ext uri="{FF2B5EF4-FFF2-40B4-BE49-F238E27FC236}">
                <a16:creationId xmlns:a16="http://schemas.microsoft.com/office/drawing/2014/main" id="{B7276C2F-5D16-6CC3-E36B-6B163E3E659B}"/>
              </a:ext>
            </a:extLst>
          </p:cNvPr>
          <p:cNvSpPr>
            <a:spLocks noGrp="1"/>
          </p:cNvSpPr>
          <p:nvPr>
            <p:ph type="body" sz="quarter" idx="52"/>
          </p:nvPr>
        </p:nvSpPr>
        <p:spPr/>
        <p:txBody>
          <a:bodyPr/>
          <a:lstStyle/>
          <a:p>
            <a:endParaRPr lang="en-US"/>
          </a:p>
        </p:txBody>
      </p:sp>
      <p:sp>
        <p:nvSpPr>
          <p:cNvPr id="34" name="Text Placeholder 33">
            <a:extLst>
              <a:ext uri="{FF2B5EF4-FFF2-40B4-BE49-F238E27FC236}">
                <a16:creationId xmlns:a16="http://schemas.microsoft.com/office/drawing/2014/main" id="{8DF52487-3BA6-99BD-5DB6-D038F99A4AD8}"/>
              </a:ext>
            </a:extLst>
          </p:cNvPr>
          <p:cNvSpPr>
            <a:spLocks noGrp="1"/>
          </p:cNvSpPr>
          <p:nvPr>
            <p:ph type="body" sz="quarter" idx="53"/>
          </p:nvPr>
        </p:nvSpPr>
        <p:spPr/>
        <p:txBody>
          <a:bodyPr/>
          <a:lstStyle/>
          <a:p>
            <a:endParaRPr lang="en-US"/>
          </a:p>
        </p:txBody>
      </p:sp>
      <p:sp>
        <p:nvSpPr>
          <p:cNvPr id="13" name="Text Placeholder 12">
            <a:extLst>
              <a:ext uri="{FF2B5EF4-FFF2-40B4-BE49-F238E27FC236}">
                <a16:creationId xmlns:a16="http://schemas.microsoft.com/office/drawing/2014/main" id="{6D1DCD27-DDBC-C010-7166-7D8D25AA72DB}"/>
              </a:ext>
            </a:extLst>
          </p:cNvPr>
          <p:cNvSpPr>
            <a:spLocks noGrp="1"/>
          </p:cNvSpPr>
          <p:nvPr>
            <p:ph type="body" sz="quarter" idx="45"/>
          </p:nvPr>
        </p:nvSpPr>
        <p:spPr/>
        <p:txBody>
          <a:bodyPr/>
          <a:lstStyle/>
          <a:p>
            <a:endParaRPr lang="en-US"/>
          </a:p>
        </p:txBody>
      </p:sp>
      <p:sp>
        <p:nvSpPr>
          <p:cNvPr id="24" name="Text Placeholder 23">
            <a:extLst>
              <a:ext uri="{FF2B5EF4-FFF2-40B4-BE49-F238E27FC236}">
                <a16:creationId xmlns:a16="http://schemas.microsoft.com/office/drawing/2014/main" id="{2D0EB5FC-18FC-69DF-7EBD-417E6A269EDF}"/>
              </a:ext>
            </a:extLst>
          </p:cNvPr>
          <p:cNvSpPr>
            <a:spLocks noGrp="1"/>
          </p:cNvSpPr>
          <p:nvPr>
            <p:ph type="body" sz="quarter" idx="46"/>
          </p:nvPr>
        </p:nvSpPr>
        <p:spPr/>
        <p:txBody>
          <a:bodyPr/>
          <a:lstStyle/>
          <a:p>
            <a:endParaRPr lang="en-US"/>
          </a:p>
        </p:txBody>
      </p:sp>
      <p:sp>
        <p:nvSpPr>
          <p:cNvPr id="29" name="Text Placeholder 28">
            <a:extLst>
              <a:ext uri="{FF2B5EF4-FFF2-40B4-BE49-F238E27FC236}">
                <a16:creationId xmlns:a16="http://schemas.microsoft.com/office/drawing/2014/main" id="{EA283814-77C2-D943-44C9-8B34968FF3BB}"/>
              </a:ext>
            </a:extLst>
          </p:cNvPr>
          <p:cNvSpPr>
            <a:spLocks noGrp="1"/>
          </p:cNvSpPr>
          <p:nvPr>
            <p:ph type="body" sz="quarter" idx="47"/>
          </p:nvPr>
        </p:nvSpPr>
        <p:spPr/>
        <p:txBody>
          <a:bodyPr/>
          <a:lstStyle/>
          <a:p>
            <a:endParaRPr lang="en-US"/>
          </a:p>
        </p:txBody>
      </p:sp>
      <p:sp>
        <p:nvSpPr>
          <p:cNvPr id="30" name="Text Placeholder 29">
            <a:extLst>
              <a:ext uri="{FF2B5EF4-FFF2-40B4-BE49-F238E27FC236}">
                <a16:creationId xmlns:a16="http://schemas.microsoft.com/office/drawing/2014/main" id="{31319F37-6B03-A23E-BEC1-0534878BEFA7}"/>
              </a:ext>
            </a:extLst>
          </p:cNvPr>
          <p:cNvSpPr>
            <a:spLocks noGrp="1"/>
          </p:cNvSpPr>
          <p:nvPr>
            <p:ph type="body" sz="quarter" idx="48"/>
          </p:nvPr>
        </p:nvSpPr>
        <p:spPr/>
        <p:txBody>
          <a:bodyPr/>
          <a:lstStyle/>
          <a:p>
            <a:endParaRPr lang="en-US"/>
          </a:p>
        </p:txBody>
      </p:sp>
    </p:spTree>
    <p:extLst>
      <p:ext uri="{BB962C8B-B14F-4D97-AF65-F5344CB8AC3E}">
        <p14:creationId xmlns:p14="http://schemas.microsoft.com/office/powerpoint/2010/main" val="14402473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F888896C-6643-5B53-6338-8F8752E4C741}"/>
              </a:ext>
            </a:extLst>
          </p:cNvPr>
          <p:cNvSpPr>
            <a:spLocks noGrp="1"/>
          </p:cNvSpPr>
          <p:nvPr>
            <p:ph type="body" sz="quarter" idx="20"/>
          </p:nvPr>
        </p:nvSpPr>
        <p:spPr/>
        <p:txBody>
          <a:bodyPr/>
          <a:lstStyle/>
          <a:p>
            <a:endParaRPr lang="de-DE"/>
          </a:p>
        </p:txBody>
      </p:sp>
      <p:sp>
        <p:nvSpPr>
          <p:cNvPr id="20" name="Text Placeholder 19">
            <a:extLst>
              <a:ext uri="{FF2B5EF4-FFF2-40B4-BE49-F238E27FC236}">
                <a16:creationId xmlns:a16="http://schemas.microsoft.com/office/drawing/2014/main" id="{A2D3E3B2-15D9-2747-442E-EB2039AA6E84}"/>
              </a:ext>
            </a:extLst>
          </p:cNvPr>
          <p:cNvSpPr>
            <a:spLocks noGrp="1"/>
          </p:cNvSpPr>
          <p:nvPr>
            <p:ph type="body" sz="quarter" idx="31"/>
          </p:nvPr>
        </p:nvSpPr>
        <p:spPr/>
        <p:txBody>
          <a:bodyPr/>
          <a:lstStyle/>
          <a:p>
            <a:endParaRPr lang="de-DE"/>
          </a:p>
        </p:txBody>
      </p:sp>
      <p:sp>
        <p:nvSpPr>
          <p:cNvPr id="17" name="Text Placeholder 16">
            <a:extLst>
              <a:ext uri="{FF2B5EF4-FFF2-40B4-BE49-F238E27FC236}">
                <a16:creationId xmlns:a16="http://schemas.microsoft.com/office/drawing/2014/main" id="{ED624D4F-155B-F169-BE6D-9F3FD7301EAE}"/>
              </a:ext>
            </a:extLst>
          </p:cNvPr>
          <p:cNvSpPr>
            <a:spLocks noGrp="1"/>
          </p:cNvSpPr>
          <p:nvPr>
            <p:ph type="body" sz="quarter" idx="10"/>
          </p:nvPr>
        </p:nvSpPr>
        <p:spPr/>
        <p:txBody>
          <a:bodyPr/>
          <a:lstStyle/>
          <a:p>
            <a:r>
              <a:rPr lang="en-US" dirty="0" err="1"/>
              <a:t>Kontakt</a:t>
            </a:r>
            <a:endParaRPr lang="en-US" dirty="0"/>
          </a:p>
        </p:txBody>
      </p:sp>
      <p:sp>
        <p:nvSpPr>
          <p:cNvPr id="21" name="Text Placeholder 20">
            <a:extLst>
              <a:ext uri="{FF2B5EF4-FFF2-40B4-BE49-F238E27FC236}">
                <a16:creationId xmlns:a16="http://schemas.microsoft.com/office/drawing/2014/main" id="{D6C22555-0045-0711-3862-E301B9E5F86C}"/>
              </a:ext>
            </a:extLst>
          </p:cNvPr>
          <p:cNvSpPr>
            <a:spLocks noGrp="1"/>
          </p:cNvSpPr>
          <p:nvPr>
            <p:ph type="body" sz="quarter" idx="35"/>
          </p:nvPr>
        </p:nvSpPr>
        <p:spPr/>
        <p:txBody>
          <a:bodyPr/>
          <a:lstStyle/>
          <a:p>
            <a:endParaRPr lang="de-DE"/>
          </a:p>
        </p:txBody>
      </p:sp>
      <p:sp>
        <p:nvSpPr>
          <p:cNvPr id="22" name="Text Placeholder 21">
            <a:extLst>
              <a:ext uri="{FF2B5EF4-FFF2-40B4-BE49-F238E27FC236}">
                <a16:creationId xmlns:a16="http://schemas.microsoft.com/office/drawing/2014/main" id="{F7346FA5-FD83-A3E4-8DD7-7E7C54DC7673}"/>
              </a:ext>
            </a:extLst>
          </p:cNvPr>
          <p:cNvSpPr>
            <a:spLocks noGrp="1"/>
          </p:cNvSpPr>
          <p:nvPr>
            <p:ph type="body" sz="quarter" idx="37"/>
          </p:nvPr>
        </p:nvSpPr>
        <p:spPr/>
        <p:txBody>
          <a:bodyPr/>
          <a:lstStyle/>
          <a:p>
            <a:endParaRPr lang="de-DE"/>
          </a:p>
        </p:txBody>
      </p:sp>
      <p:sp>
        <p:nvSpPr>
          <p:cNvPr id="19" name="Text Placeholder 18">
            <a:extLst>
              <a:ext uri="{FF2B5EF4-FFF2-40B4-BE49-F238E27FC236}">
                <a16:creationId xmlns:a16="http://schemas.microsoft.com/office/drawing/2014/main" id="{99EFE5D5-B223-FD4F-E439-D5E93CCA1133}"/>
              </a:ext>
            </a:extLst>
          </p:cNvPr>
          <p:cNvSpPr>
            <a:spLocks noGrp="1"/>
          </p:cNvSpPr>
          <p:nvPr>
            <p:ph type="body" sz="quarter" idx="27"/>
          </p:nvPr>
        </p:nvSpPr>
        <p:spPr/>
        <p:txBody>
          <a:bodyPr/>
          <a:lstStyle/>
          <a:p>
            <a:endParaRPr lang="de-DE" dirty="0"/>
          </a:p>
        </p:txBody>
      </p:sp>
      <p:sp>
        <p:nvSpPr>
          <p:cNvPr id="23" name="Picture Placeholder 22">
            <a:extLst>
              <a:ext uri="{FF2B5EF4-FFF2-40B4-BE49-F238E27FC236}">
                <a16:creationId xmlns:a16="http://schemas.microsoft.com/office/drawing/2014/main" id="{1D95FC6E-7022-4EEC-C319-1B4B04B116B8}"/>
              </a:ext>
            </a:extLst>
          </p:cNvPr>
          <p:cNvSpPr>
            <a:spLocks noGrp="1"/>
          </p:cNvSpPr>
          <p:nvPr>
            <p:ph type="pic" sz="quarter" idx="44"/>
          </p:nvPr>
        </p:nvSpPr>
        <p:spPr/>
        <p:txBody>
          <a:bodyPr/>
          <a:lstStyle/>
          <a:p>
            <a:endParaRPr lang="de-DE"/>
          </a:p>
        </p:txBody>
      </p:sp>
      <p:sp>
        <p:nvSpPr>
          <p:cNvPr id="28" name="Text Placeholder 27">
            <a:extLst>
              <a:ext uri="{FF2B5EF4-FFF2-40B4-BE49-F238E27FC236}">
                <a16:creationId xmlns:a16="http://schemas.microsoft.com/office/drawing/2014/main" id="{B314AB53-B695-1DAA-A66D-8979321B0D0B}"/>
              </a:ext>
            </a:extLst>
          </p:cNvPr>
          <p:cNvSpPr>
            <a:spLocks noGrp="1"/>
          </p:cNvSpPr>
          <p:nvPr>
            <p:ph type="body" sz="quarter" idx="49"/>
          </p:nvPr>
        </p:nvSpPr>
        <p:spPr/>
        <p:txBody>
          <a:bodyPr/>
          <a:lstStyle/>
          <a:p>
            <a:endParaRPr lang="de-DE"/>
          </a:p>
        </p:txBody>
      </p:sp>
      <p:sp>
        <p:nvSpPr>
          <p:cNvPr id="29" name="Text Placeholder 28">
            <a:extLst>
              <a:ext uri="{FF2B5EF4-FFF2-40B4-BE49-F238E27FC236}">
                <a16:creationId xmlns:a16="http://schemas.microsoft.com/office/drawing/2014/main" id="{8792FED0-7EC7-6EF6-BE56-AA7F3424E14D}"/>
              </a:ext>
            </a:extLst>
          </p:cNvPr>
          <p:cNvSpPr>
            <a:spLocks noGrp="1"/>
          </p:cNvSpPr>
          <p:nvPr>
            <p:ph type="body" sz="quarter" idx="51"/>
          </p:nvPr>
        </p:nvSpPr>
        <p:spPr/>
        <p:txBody>
          <a:bodyPr/>
          <a:lstStyle/>
          <a:p>
            <a:endParaRPr lang="de-DE"/>
          </a:p>
        </p:txBody>
      </p:sp>
      <p:sp>
        <p:nvSpPr>
          <p:cNvPr id="30" name="Text Placeholder 29">
            <a:extLst>
              <a:ext uri="{FF2B5EF4-FFF2-40B4-BE49-F238E27FC236}">
                <a16:creationId xmlns:a16="http://schemas.microsoft.com/office/drawing/2014/main" id="{BCE54A5B-6697-0FE1-861E-185692A13C55}"/>
              </a:ext>
            </a:extLst>
          </p:cNvPr>
          <p:cNvSpPr>
            <a:spLocks noGrp="1"/>
          </p:cNvSpPr>
          <p:nvPr>
            <p:ph type="body" sz="quarter" idx="52"/>
          </p:nvPr>
        </p:nvSpPr>
        <p:spPr/>
        <p:txBody>
          <a:bodyPr/>
          <a:lstStyle/>
          <a:p>
            <a:endParaRPr lang="de-DE"/>
          </a:p>
        </p:txBody>
      </p:sp>
      <p:sp>
        <p:nvSpPr>
          <p:cNvPr id="31" name="Text Placeholder 30">
            <a:extLst>
              <a:ext uri="{FF2B5EF4-FFF2-40B4-BE49-F238E27FC236}">
                <a16:creationId xmlns:a16="http://schemas.microsoft.com/office/drawing/2014/main" id="{31A77A7D-C032-27E0-9D33-260EAD7E2C17}"/>
              </a:ext>
            </a:extLst>
          </p:cNvPr>
          <p:cNvSpPr>
            <a:spLocks noGrp="1"/>
          </p:cNvSpPr>
          <p:nvPr>
            <p:ph type="body" sz="quarter" idx="53"/>
          </p:nvPr>
        </p:nvSpPr>
        <p:spPr/>
        <p:txBody>
          <a:bodyPr/>
          <a:lstStyle/>
          <a:p>
            <a:endParaRPr lang="de-DE"/>
          </a:p>
        </p:txBody>
      </p:sp>
      <p:sp>
        <p:nvSpPr>
          <p:cNvPr id="24" name="Text Placeholder 23">
            <a:extLst>
              <a:ext uri="{FF2B5EF4-FFF2-40B4-BE49-F238E27FC236}">
                <a16:creationId xmlns:a16="http://schemas.microsoft.com/office/drawing/2014/main" id="{E6EB6010-729B-DBD5-0E9F-52A221101246}"/>
              </a:ext>
            </a:extLst>
          </p:cNvPr>
          <p:cNvSpPr>
            <a:spLocks noGrp="1"/>
          </p:cNvSpPr>
          <p:nvPr>
            <p:ph type="body" sz="quarter" idx="45"/>
          </p:nvPr>
        </p:nvSpPr>
        <p:spPr/>
        <p:txBody>
          <a:bodyPr/>
          <a:lstStyle/>
          <a:p>
            <a:endParaRPr lang="de-DE"/>
          </a:p>
        </p:txBody>
      </p:sp>
      <p:sp>
        <p:nvSpPr>
          <p:cNvPr id="25" name="Text Placeholder 24">
            <a:extLst>
              <a:ext uri="{FF2B5EF4-FFF2-40B4-BE49-F238E27FC236}">
                <a16:creationId xmlns:a16="http://schemas.microsoft.com/office/drawing/2014/main" id="{4C5FD936-62E4-C914-BF4A-13F1A3F8CE1B}"/>
              </a:ext>
            </a:extLst>
          </p:cNvPr>
          <p:cNvSpPr>
            <a:spLocks noGrp="1"/>
          </p:cNvSpPr>
          <p:nvPr>
            <p:ph type="body" sz="quarter" idx="46"/>
          </p:nvPr>
        </p:nvSpPr>
        <p:spPr/>
        <p:txBody>
          <a:bodyPr/>
          <a:lstStyle/>
          <a:p>
            <a:endParaRPr lang="de-DE"/>
          </a:p>
        </p:txBody>
      </p:sp>
      <p:sp>
        <p:nvSpPr>
          <p:cNvPr id="26" name="Text Placeholder 25">
            <a:extLst>
              <a:ext uri="{FF2B5EF4-FFF2-40B4-BE49-F238E27FC236}">
                <a16:creationId xmlns:a16="http://schemas.microsoft.com/office/drawing/2014/main" id="{9A952ACC-571A-12E4-9568-55E3C424D482}"/>
              </a:ext>
            </a:extLst>
          </p:cNvPr>
          <p:cNvSpPr>
            <a:spLocks noGrp="1"/>
          </p:cNvSpPr>
          <p:nvPr>
            <p:ph type="body" sz="quarter" idx="47"/>
          </p:nvPr>
        </p:nvSpPr>
        <p:spPr/>
        <p:txBody>
          <a:bodyPr/>
          <a:lstStyle/>
          <a:p>
            <a:endParaRPr lang="de-DE"/>
          </a:p>
        </p:txBody>
      </p:sp>
      <p:sp>
        <p:nvSpPr>
          <p:cNvPr id="27" name="Text Placeholder 26">
            <a:extLst>
              <a:ext uri="{FF2B5EF4-FFF2-40B4-BE49-F238E27FC236}">
                <a16:creationId xmlns:a16="http://schemas.microsoft.com/office/drawing/2014/main" id="{D682F7FC-304E-B3D0-7AF4-75B690C477C9}"/>
              </a:ext>
            </a:extLst>
          </p:cNvPr>
          <p:cNvSpPr>
            <a:spLocks noGrp="1"/>
          </p:cNvSpPr>
          <p:nvPr>
            <p:ph type="body" sz="quarter" idx="48"/>
          </p:nvPr>
        </p:nvSpPr>
        <p:spPr/>
        <p:txBody>
          <a:bodyPr/>
          <a:lstStyle/>
          <a:p>
            <a:endParaRPr lang="de-DE"/>
          </a:p>
        </p:txBody>
      </p:sp>
      <p:sp>
        <p:nvSpPr>
          <p:cNvPr id="32" name="Text Placeholder 31">
            <a:extLst>
              <a:ext uri="{FF2B5EF4-FFF2-40B4-BE49-F238E27FC236}">
                <a16:creationId xmlns:a16="http://schemas.microsoft.com/office/drawing/2014/main" id="{04A3F07E-D642-1FE1-7EE6-5A4E25F68349}"/>
              </a:ext>
            </a:extLst>
          </p:cNvPr>
          <p:cNvSpPr>
            <a:spLocks noGrp="1"/>
          </p:cNvSpPr>
          <p:nvPr>
            <p:ph type="body" sz="quarter" idx="54"/>
          </p:nvPr>
        </p:nvSpPr>
        <p:spPr/>
        <p:txBody>
          <a:bodyPr/>
          <a:lstStyle/>
          <a:p>
            <a:endParaRPr lang="de-DE"/>
          </a:p>
        </p:txBody>
      </p:sp>
      <p:sp>
        <p:nvSpPr>
          <p:cNvPr id="33" name="Text Placeholder 32">
            <a:extLst>
              <a:ext uri="{FF2B5EF4-FFF2-40B4-BE49-F238E27FC236}">
                <a16:creationId xmlns:a16="http://schemas.microsoft.com/office/drawing/2014/main" id="{AD42F23E-6C6D-3D5F-D76A-168478F0B25C}"/>
              </a:ext>
            </a:extLst>
          </p:cNvPr>
          <p:cNvSpPr>
            <a:spLocks noGrp="1"/>
          </p:cNvSpPr>
          <p:nvPr>
            <p:ph type="body" sz="quarter" idx="55"/>
          </p:nvPr>
        </p:nvSpPr>
        <p:spPr/>
        <p:txBody>
          <a:bodyPr/>
          <a:lstStyle/>
          <a:p>
            <a:endParaRPr lang="de-DE"/>
          </a:p>
        </p:txBody>
      </p:sp>
      <p:sp>
        <p:nvSpPr>
          <p:cNvPr id="34" name="Text Placeholder 33">
            <a:extLst>
              <a:ext uri="{FF2B5EF4-FFF2-40B4-BE49-F238E27FC236}">
                <a16:creationId xmlns:a16="http://schemas.microsoft.com/office/drawing/2014/main" id="{7F0FC72B-6E56-78FA-5BC1-2D8A6339FC95}"/>
              </a:ext>
            </a:extLst>
          </p:cNvPr>
          <p:cNvSpPr>
            <a:spLocks noGrp="1"/>
          </p:cNvSpPr>
          <p:nvPr>
            <p:ph type="body" sz="quarter" idx="56"/>
          </p:nvPr>
        </p:nvSpPr>
        <p:spPr/>
        <p:txBody>
          <a:bodyPr/>
          <a:lstStyle/>
          <a:p>
            <a:endParaRPr lang="de-DE"/>
          </a:p>
        </p:txBody>
      </p:sp>
      <p:sp>
        <p:nvSpPr>
          <p:cNvPr id="35" name="Text Placeholder 34">
            <a:extLst>
              <a:ext uri="{FF2B5EF4-FFF2-40B4-BE49-F238E27FC236}">
                <a16:creationId xmlns:a16="http://schemas.microsoft.com/office/drawing/2014/main" id="{619401F7-7C4E-366B-8CB5-1EB5C78E5BE2}"/>
              </a:ext>
            </a:extLst>
          </p:cNvPr>
          <p:cNvSpPr>
            <a:spLocks noGrp="1"/>
          </p:cNvSpPr>
          <p:nvPr>
            <p:ph type="body" sz="quarter" idx="57"/>
          </p:nvPr>
        </p:nvSpPr>
        <p:spPr/>
        <p:txBody>
          <a:bodyPr/>
          <a:lstStyle/>
          <a:p>
            <a:endParaRPr lang="de-DE"/>
          </a:p>
        </p:txBody>
      </p:sp>
      <p:sp>
        <p:nvSpPr>
          <p:cNvPr id="36" name="Text Placeholder 35">
            <a:extLst>
              <a:ext uri="{FF2B5EF4-FFF2-40B4-BE49-F238E27FC236}">
                <a16:creationId xmlns:a16="http://schemas.microsoft.com/office/drawing/2014/main" id="{02FD25AF-34EC-2CA4-2D8E-14D52EDDF884}"/>
              </a:ext>
            </a:extLst>
          </p:cNvPr>
          <p:cNvSpPr>
            <a:spLocks noGrp="1"/>
          </p:cNvSpPr>
          <p:nvPr>
            <p:ph type="body" sz="quarter" idx="58"/>
          </p:nvPr>
        </p:nvSpPr>
        <p:spPr/>
        <p:txBody>
          <a:bodyPr/>
          <a:lstStyle/>
          <a:p>
            <a:endParaRPr lang="de-DE"/>
          </a:p>
        </p:txBody>
      </p:sp>
      <p:sp>
        <p:nvSpPr>
          <p:cNvPr id="37" name="Picture Placeholder 36">
            <a:extLst>
              <a:ext uri="{FF2B5EF4-FFF2-40B4-BE49-F238E27FC236}">
                <a16:creationId xmlns:a16="http://schemas.microsoft.com/office/drawing/2014/main" id="{B93A4450-BFA6-780A-D7D4-07EB768DE8B3}"/>
              </a:ext>
            </a:extLst>
          </p:cNvPr>
          <p:cNvSpPr>
            <a:spLocks noGrp="1"/>
          </p:cNvSpPr>
          <p:nvPr>
            <p:ph type="pic" sz="quarter" idx="59"/>
          </p:nvPr>
        </p:nvSpPr>
        <p:spPr/>
        <p:txBody>
          <a:bodyPr/>
          <a:lstStyle/>
          <a:p>
            <a:endParaRPr lang="de-DE"/>
          </a:p>
        </p:txBody>
      </p:sp>
      <p:sp>
        <p:nvSpPr>
          <p:cNvPr id="38" name="Text Placeholder 37">
            <a:extLst>
              <a:ext uri="{FF2B5EF4-FFF2-40B4-BE49-F238E27FC236}">
                <a16:creationId xmlns:a16="http://schemas.microsoft.com/office/drawing/2014/main" id="{992F2637-4B03-7E84-FD5E-70835B26D3BA}"/>
              </a:ext>
            </a:extLst>
          </p:cNvPr>
          <p:cNvSpPr>
            <a:spLocks noGrp="1"/>
          </p:cNvSpPr>
          <p:nvPr>
            <p:ph type="body" sz="quarter" idx="60"/>
          </p:nvPr>
        </p:nvSpPr>
        <p:spPr/>
        <p:txBody>
          <a:bodyPr/>
          <a:lstStyle/>
          <a:p>
            <a:endParaRPr lang="de-DE"/>
          </a:p>
        </p:txBody>
      </p:sp>
      <p:sp>
        <p:nvSpPr>
          <p:cNvPr id="39" name="Text Placeholder 38">
            <a:extLst>
              <a:ext uri="{FF2B5EF4-FFF2-40B4-BE49-F238E27FC236}">
                <a16:creationId xmlns:a16="http://schemas.microsoft.com/office/drawing/2014/main" id="{52DAD917-088C-9246-CC8D-3CD322780B8D}"/>
              </a:ext>
            </a:extLst>
          </p:cNvPr>
          <p:cNvSpPr>
            <a:spLocks noGrp="1"/>
          </p:cNvSpPr>
          <p:nvPr>
            <p:ph type="body" sz="quarter" idx="61"/>
          </p:nvPr>
        </p:nvSpPr>
        <p:spPr/>
        <p:txBody>
          <a:bodyPr/>
          <a:lstStyle/>
          <a:p>
            <a:endParaRPr lang="de-DE"/>
          </a:p>
        </p:txBody>
      </p:sp>
      <p:sp>
        <p:nvSpPr>
          <p:cNvPr id="40" name="Text Placeholder 39">
            <a:extLst>
              <a:ext uri="{FF2B5EF4-FFF2-40B4-BE49-F238E27FC236}">
                <a16:creationId xmlns:a16="http://schemas.microsoft.com/office/drawing/2014/main" id="{F9D84D92-7FD2-741C-CBEF-4819C7F52EF6}"/>
              </a:ext>
            </a:extLst>
          </p:cNvPr>
          <p:cNvSpPr>
            <a:spLocks noGrp="1"/>
          </p:cNvSpPr>
          <p:nvPr>
            <p:ph type="body" sz="quarter" idx="62"/>
          </p:nvPr>
        </p:nvSpPr>
        <p:spPr/>
        <p:txBody>
          <a:bodyPr/>
          <a:lstStyle/>
          <a:p>
            <a:endParaRPr lang="de-DE"/>
          </a:p>
        </p:txBody>
      </p:sp>
      <p:sp>
        <p:nvSpPr>
          <p:cNvPr id="41" name="Text Placeholder 40">
            <a:extLst>
              <a:ext uri="{FF2B5EF4-FFF2-40B4-BE49-F238E27FC236}">
                <a16:creationId xmlns:a16="http://schemas.microsoft.com/office/drawing/2014/main" id="{16349518-3ED0-0C33-2BCE-92BCB6F03001}"/>
              </a:ext>
            </a:extLst>
          </p:cNvPr>
          <p:cNvSpPr>
            <a:spLocks noGrp="1"/>
          </p:cNvSpPr>
          <p:nvPr>
            <p:ph type="body" sz="quarter" idx="63"/>
          </p:nvPr>
        </p:nvSpPr>
        <p:spPr/>
        <p:txBody>
          <a:bodyPr/>
          <a:lstStyle/>
          <a:p>
            <a:endParaRPr lang="de-DE"/>
          </a:p>
        </p:txBody>
      </p:sp>
      <p:sp>
        <p:nvSpPr>
          <p:cNvPr id="42" name="Text Placeholder 41">
            <a:extLst>
              <a:ext uri="{FF2B5EF4-FFF2-40B4-BE49-F238E27FC236}">
                <a16:creationId xmlns:a16="http://schemas.microsoft.com/office/drawing/2014/main" id="{B6BF69C6-7DA3-745A-945D-86BC79EF62A1}"/>
              </a:ext>
            </a:extLst>
          </p:cNvPr>
          <p:cNvSpPr>
            <a:spLocks noGrp="1"/>
          </p:cNvSpPr>
          <p:nvPr>
            <p:ph type="body" sz="quarter" idx="64"/>
          </p:nvPr>
        </p:nvSpPr>
        <p:spPr/>
        <p:txBody>
          <a:bodyPr/>
          <a:lstStyle/>
          <a:p>
            <a:endParaRPr lang="de-DE"/>
          </a:p>
        </p:txBody>
      </p:sp>
      <p:sp>
        <p:nvSpPr>
          <p:cNvPr id="43" name="Text Placeholder 42">
            <a:extLst>
              <a:ext uri="{FF2B5EF4-FFF2-40B4-BE49-F238E27FC236}">
                <a16:creationId xmlns:a16="http://schemas.microsoft.com/office/drawing/2014/main" id="{D5A83FEF-AEF8-DF35-5088-B0E6A732C004}"/>
              </a:ext>
            </a:extLst>
          </p:cNvPr>
          <p:cNvSpPr>
            <a:spLocks noGrp="1"/>
          </p:cNvSpPr>
          <p:nvPr>
            <p:ph type="body" sz="quarter" idx="65"/>
          </p:nvPr>
        </p:nvSpPr>
        <p:spPr/>
        <p:txBody>
          <a:bodyPr/>
          <a:lstStyle/>
          <a:p>
            <a:endParaRPr lang="de-DE"/>
          </a:p>
        </p:txBody>
      </p:sp>
      <p:sp>
        <p:nvSpPr>
          <p:cNvPr id="44" name="Text Placeholder 43">
            <a:extLst>
              <a:ext uri="{FF2B5EF4-FFF2-40B4-BE49-F238E27FC236}">
                <a16:creationId xmlns:a16="http://schemas.microsoft.com/office/drawing/2014/main" id="{713BA456-6477-5FDA-C700-D29EA47FF956}"/>
              </a:ext>
            </a:extLst>
          </p:cNvPr>
          <p:cNvSpPr>
            <a:spLocks noGrp="1"/>
          </p:cNvSpPr>
          <p:nvPr>
            <p:ph type="body" sz="quarter" idx="66"/>
          </p:nvPr>
        </p:nvSpPr>
        <p:spPr/>
        <p:txBody>
          <a:bodyPr/>
          <a:lstStyle/>
          <a:p>
            <a:endParaRPr lang="de-DE"/>
          </a:p>
        </p:txBody>
      </p:sp>
      <p:sp>
        <p:nvSpPr>
          <p:cNvPr id="45" name="Text Placeholder 44">
            <a:extLst>
              <a:ext uri="{FF2B5EF4-FFF2-40B4-BE49-F238E27FC236}">
                <a16:creationId xmlns:a16="http://schemas.microsoft.com/office/drawing/2014/main" id="{D56517E8-48CC-F63A-9647-25CD94E11FC7}"/>
              </a:ext>
            </a:extLst>
          </p:cNvPr>
          <p:cNvSpPr>
            <a:spLocks noGrp="1"/>
          </p:cNvSpPr>
          <p:nvPr>
            <p:ph type="body" sz="quarter" idx="67"/>
          </p:nvPr>
        </p:nvSpPr>
        <p:spPr/>
        <p:txBody>
          <a:bodyPr/>
          <a:lstStyle/>
          <a:p>
            <a:endParaRPr lang="de-DE"/>
          </a:p>
        </p:txBody>
      </p:sp>
    </p:spTree>
    <p:extLst>
      <p:ext uri="{BB962C8B-B14F-4D97-AF65-F5344CB8AC3E}">
        <p14:creationId xmlns:p14="http://schemas.microsoft.com/office/powerpoint/2010/main" val="7209067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4A693AA-6314-01F4-C129-E42C32B05BDA}"/>
              </a:ext>
            </a:extLst>
          </p:cNvPr>
          <p:cNvGraphicFramePr>
            <a:graphicFrameLocks noChangeAspect="1"/>
          </p:cNvGraphicFramePr>
          <p:nvPr>
            <p:custDataLst>
              <p:tags r:id="rId1"/>
            </p:custDataLst>
            <p:extLst>
              <p:ext uri="{D42A27DB-BD31-4B8C-83A1-F6EECF244321}">
                <p14:modId xmlns:p14="http://schemas.microsoft.com/office/powerpoint/2010/main" val="3747420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F4A693AA-6314-01F4-C129-E42C32B05BD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Picture Placeholder 11">
            <a:extLst>
              <a:ext uri="{FF2B5EF4-FFF2-40B4-BE49-F238E27FC236}">
                <a16:creationId xmlns:a16="http://schemas.microsoft.com/office/drawing/2014/main" id="{D9F58919-E2BA-D13A-B39E-FC059AE88D03}"/>
              </a:ext>
            </a:extLst>
          </p:cNvPr>
          <p:cNvSpPr>
            <a:spLocks noGrp="1"/>
          </p:cNvSpPr>
          <p:nvPr>
            <p:ph type="pic" sz="quarter" idx="12"/>
          </p:nvPr>
        </p:nvSpPr>
        <p:spPr/>
        <p:txBody>
          <a:bodyPr/>
          <a:lstStyle/>
          <a:p>
            <a:endParaRPr lang="en-US"/>
          </a:p>
        </p:txBody>
      </p:sp>
      <p:sp>
        <p:nvSpPr>
          <p:cNvPr id="13" name="Text Placeholder 12">
            <a:extLst>
              <a:ext uri="{FF2B5EF4-FFF2-40B4-BE49-F238E27FC236}">
                <a16:creationId xmlns:a16="http://schemas.microsoft.com/office/drawing/2014/main" id="{F4D095B7-CBE1-169C-9810-E9E1EB140B7E}"/>
              </a:ext>
            </a:extLst>
          </p:cNvPr>
          <p:cNvSpPr>
            <a:spLocks noGrp="1"/>
          </p:cNvSpPr>
          <p:nvPr>
            <p:ph type="body" sz="quarter" idx="13"/>
          </p:nvPr>
        </p:nvSpPr>
        <p:spPr/>
        <p:txBody>
          <a:bodyPr/>
          <a:lstStyle/>
          <a:p>
            <a:endParaRPr lang="en-US"/>
          </a:p>
        </p:txBody>
      </p:sp>
      <p:sp>
        <p:nvSpPr>
          <p:cNvPr id="14" name="Text Placeholder 13">
            <a:extLst>
              <a:ext uri="{FF2B5EF4-FFF2-40B4-BE49-F238E27FC236}">
                <a16:creationId xmlns:a16="http://schemas.microsoft.com/office/drawing/2014/main" id="{B1F2EFE4-2682-21DA-94A0-E6B8C167A9DD}"/>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4581311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80C8B7C-1E21-A227-BFFD-4EA976492123}"/>
              </a:ext>
            </a:extLst>
          </p:cNvPr>
          <p:cNvGraphicFramePr>
            <a:graphicFrameLocks noChangeAspect="1"/>
          </p:cNvGraphicFramePr>
          <p:nvPr>
            <p:custDataLst>
              <p:tags r:id="rId1"/>
            </p:custDataLst>
            <p:extLst>
              <p:ext uri="{D42A27DB-BD31-4B8C-83A1-F6EECF244321}">
                <p14:modId xmlns:p14="http://schemas.microsoft.com/office/powerpoint/2010/main" val="4103219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180C8B7C-1E21-A227-BFFD-4EA9764921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2" name="Text Placeholder 21">
            <a:extLst>
              <a:ext uri="{FF2B5EF4-FFF2-40B4-BE49-F238E27FC236}">
                <a16:creationId xmlns:a16="http://schemas.microsoft.com/office/drawing/2014/main" id="{2479C2EB-7703-E05C-60F6-BA5BC3AD8ADB}"/>
              </a:ext>
            </a:extLst>
          </p:cNvPr>
          <p:cNvSpPr>
            <a:spLocks noGrp="1"/>
          </p:cNvSpPr>
          <p:nvPr>
            <p:ph type="body" sz="quarter" idx="13"/>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a:t>
            </a:r>
            <a:endParaRPr lang="en-US" dirty="0"/>
          </a:p>
        </p:txBody>
      </p:sp>
      <p:sp>
        <p:nvSpPr>
          <p:cNvPr id="23" name="Text Placeholder 22">
            <a:extLst>
              <a:ext uri="{FF2B5EF4-FFF2-40B4-BE49-F238E27FC236}">
                <a16:creationId xmlns:a16="http://schemas.microsoft.com/office/drawing/2014/main" id="{1A192A28-943E-C7E7-580F-0972C7EBC404}"/>
              </a:ext>
            </a:extLst>
          </p:cNvPr>
          <p:cNvSpPr>
            <a:spLocks noGrp="1"/>
          </p:cNvSpPr>
          <p:nvPr>
            <p:ph type="body" sz="quarter" idx="14"/>
          </p:nvPr>
        </p:nvSpPr>
        <p:spPr>
          <a:xfrm>
            <a:off x="770256" y="5577499"/>
            <a:ext cx="8759189" cy="348109"/>
          </a:xfrm>
        </p:spPr>
        <p:txBody>
          <a:bodyPr/>
          <a:lstStyle/>
          <a:p>
            <a:r>
              <a:rPr lang="de-DE" dirty="0" err="1"/>
              <a:t>Curabitur</a:t>
            </a:r>
            <a:r>
              <a:rPr lang="de-DE" dirty="0"/>
              <a:t> </a:t>
            </a:r>
            <a:r>
              <a:rPr lang="de-DE" dirty="0" err="1"/>
              <a:t>vitae</a:t>
            </a:r>
            <a:r>
              <a:rPr lang="de-DE" dirty="0"/>
              <a:t> </a:t>
            </a:r>
            <a:r>
              <a:rPr lang="de-DE" dirty="0" err="1"/>
              <a:t>suscipit</a:t>
            </a:r>
            <a:r>
              <a:rPr lang="de-DE" dirty="0"/>
              <a:t> </a:t>
            </a:r>
            <a:r>
              <a:rPr lang="de-DE" dirty="0" err="1"/>
              <a:t>sem</a:t>
            </a:r>
            <a:r>
              <a:rPr lang="de-DE" dirty="0"/>
              <a:t>.</a:t>
            </a:r>
            <a:endParaRPr lang="en-US" dirty="0"/>
          </a:p>
        </p:txBody>
      </p:sp>
      <p:pic>
        <p:nvPicPr>
          <p:cNvPr id="7" name="Bildplatzhalter 6" descr="Ein Bild, das Text, Schrift, Grafiken, Screenshot enthält.&#10;&#10;KI-generierte Inhalte können fehlerhaft sein.">
            <a:extLst>
              <a:ext uri="{FF2B5EF4-FFF2-40B4-BE49-F238E27FC236}">
                <a16:creationId xmlns:a16="http://schemas.microsoft.com/office/drawing/2014/main" id="{CFA0B693-F7A6-61C7-DD50-56528B646BAD}"/>
              </a:ext>
            </a:extLst>
          </p:cNvPr>
          <p:cNvPicPr>
            <a:picLocks noGrp="1" noChangeAspect="1"/>
          </p:cNvPicPr>
          <p:nvPr>
            <p:ph type="pic" sz="quarter" idx="12"/>
          </p:nvPr>
        </p:nvPicPr>
        <p:blipFill>
          <a:blip r:embed="rId6">
            <a:extLst>
              <a:ext uri="{28A0092B-C50C-407E-A947-70E740481C1C}">
                <a14:useLocalDpi xmlns:a14="http://schemas.microsoft.com/office/drawing/2010/main" val="0"/>
              </a:ext>
            </a:extLst>
          </a:blip>
          <a:srcRect l="1" t="-47445" r="-19" b="-47464"/>
          <a:stretch>
            <a:fillRect/>
          </a:stretch>
        </p:blipFill>
        <p:spPr>
          <a:xfrm>
            <a:off x="770255" y="2154832"/>
            <a:ext cx="3185162" cy="1115224"/>
          </a:xfrm>
        </p:spPr>
      </p:pic>
    </p:spTree>
    <p:extLst>
      <p:ext uri="{BB962C8B-B14F-4D97-AF65-F5344CB8AC3E}">
        <p14:creationId xmlns:p14="http://schemas.microsoft.com/office/powerpoint/2010/main" val="16508057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39C01D41-EB85-D0FC-BC6C-6B5AA7CB146D}"/>
              </a:ext>
            </a:extLst>
          </p:cNvPr>
          <p:cNvSpPr>
            <a:spLocks noGrp="1"/>
          </p:cNvSpPr>
          <p:nvPr>
            <p:ph type="body" sz="quarter" idx="13"/>
          </p:nvPr>
        </p:nvSpPr>
        <p:spPr/>
        <p:txBody>
          <a:bodyPr/>
          <a:lstStyle/>
          <a:p>
            <a:r>
              <a:rPr lang="de-DE" dirty="0"/>
              <a:t>1.000</a:t>
            </a:r>
          </a:p>
        </p:txBody>
      </p:sp>
      <p:sp>
        <p:nvSpPr>
          <p:cNvPr id="13" name="Text Placeholder 12">
            <a:extLst>
              <a:ext uri="{FF2B5EF4-FFF2-40B4-BE49-F238E27FC236}">
                <a16:creationId xmlns:a16="http://schemas.microsoft.com/office/drawing/2014/main" id="{D438E197-11EC-509B-C15F-204AB590B170}"/>
              </a:ext>
            </a:extLst>
          </p:cNvPr>
          <p:cNvSpPr>
            <a:spLocks noGrp="1"/>
          </p:cNvSpPr>
          <p:nvPr>
            <p:ph type="body" sz="quarter" idx="14"/>
          </p:nvPr>
        </p:nvSpPr>
        <p:spPr/>
        <p:txBody>
          <a:bodyPr/>
          <a:lstStyle/>
          <a:p>
            <a:r>
              <a:rPr lang="de-DE" dirty="0"/>
              <a:t>Einheit</a:t>
            </a:r>
          </a:p>
        </p:txBody>
      </p:sp>
      <p:sp>
        <p:nvSpPr>
          <p:cNvPr id="3" name="Textplatzhalter 2">
            <a:extLst>
              <a:ext uri="{FF2B5EF4-FFF2-40B4-BE49-F238E27FC236}">
                <a16:creationId xmlns:a16="http://schemas.microsoft.com/office/drawing/2014/main" id="{836DF507-963E-4F4B-EDA9-E3E35C21DB58}"/>
              </a:ext>
            </a:extLst>
          </p:cNvPr>
          <p:cNvSpPr>
            <a:spLocks noGrp="1"/>
          </p:cNvSpPr>
          <p:nvPr>
            <p:ph type="body" sz="quarter" idx="19"/>
          </p:nvPr>
        </p:nvSpPr>
        <p:spPr/>
        <p:txBody>
          <a:bodyPr/>
          <a:lstStyle/>
          <a:p>
            <a:r>
              <a:rPr lang="de-DE" dirty="0"/>
              <a:t>Ihr Partner für Arbeitsschutz</a:t>
            </a:r>
          </a:p>
        </p:txBody>
      </p:sp>
      <p:sp>
        <p:nvSpPr>
          <p:cNvPr id="4" name="Textplatzhalter 3">
            <a:extLst>
              <a:ext uri="{FF2B5EF4-FFF2-40B4-BE49-F238E27FC236}">
                <a16:creationId xmlns:a16="http://schemas.microsoft.com/office/drawing/2014/main" id="{C03F94AA-E99B-C702-ACCA-ADCAB2BEC5C0}"/>
              </a:ext>
            </a:extLst>
          </p:cNvPr>
          <p:cNvSpPr>
            <a:spLocks noGrp="1"/>
          </p:cNvSpPr>
          <p:nvPr>
            <p:ph type="body" sz="quarter" idx="20"/>
          </p:nvPr>
        </p:nvSpPr>
        <p:spPr/>
        <p:txBody>
          <a:bodyPr/>
          <a:lstStyle/>
          <a:p>
            <a:endParaRPr lang="de-DE"/>
          </a:p>
        </p:txBody>
      </p:sp>
      <p:sp>
        <p:nvSpPr>
          <p:cNvPr id="5" name="Textplatzhalter 4">
            <a:extLst>
              <a:ext uri="{FF2B5EF4-FFF2-40B4-BE49-F238E27FC236}">
                <a16:creationId xmlns:a16="http://schemas.microsoft.com/office/drawing/2014/main" id="{85D2E220-C735-49CF-53EF-260347561AB1}"/>
              </a:ext>
            </a:extLst>
          </p:cNvPr>
          <p:cNvSpPr>
            <a:spLocks noGrp="1"/>
          </p:cNvSpPr>
          <p:nvPr>
            <p:ph type="body" sz="quarter" idx="21"/>
          </p:nvPr>
        </p:nvSpPr>
        <p:spPr/>
        <p:txBody>
          <a:bodyPr/>
          <a:lstStyle/>
          <a:p>
            <a:r>
              <a:rPr lang="de-DE" dirty="0"/>
              <a:t>2.000</a:t>
            </a:r>
          </a:p>
        </p:txBody>
      </p:sp>
      <p:sp>
        <p:nvSpPr>
          <p:cNvPr id="6" name="Textplatzhalter 5">
            <a:extLst>
              <a:ext uri="{FF2B5EF4-FFF2-40B4-BE49-F238E27FC236}">
                <a16:creationId xmlns:a16="http://schemas.microsoft.com/office/drawing/2014/main" id="{B34748E6-CE8E-0516-75F5-73DEDAA07BB8}"/>
              </a:ext>
            </a:extLst>
          </p:cNvPr>
          <p:cNvSpPr>
            <a:spLocks noGrp="1"/>
          </p:cNvSpPr>
          <p:nvPr>
            <p:ph type="body" sz="quarter" idx="22"/>
          </p:nvPr>
        </p:nvSpPr>
        <p:spPr/>
        <p:txBody>
          <a:bodyPr/>
          <a:lstStyle/>
          <a:p>
            <a:r>
              <a:rPr lang="de-DE" dirty="0"/>
              <a:t>Einheit</a:t>
            </a:r>
          </a:p>
        </p:txBody>
      </p:sp>
      <p:sp>
        <p:nvSpPr>
          <p:cNvPr id="7" name="Textplatzhalter 6">
            <a:extLst>
              <a:ext uri="{FF2B5EF4-FFF2-40B4-BE49-F238E27FC236}">
                <a16:creationId xmlns:a16="http://schemas.microsoft.com/office/drawing/2014/main" id="{DAA53265-6B90-96E6-01C3-5718201C34D2}"/>
              </a:ext>
            </a:extLst>
          </p:cNvPr>
          <p:cNvSpPr>
            <a:spLocks noGrp="1"/>
          </p:cNvSpPr>
          <p:nvPr>
            <p:ph type="body" sz="quarter" idx="23"/>
          </p:nvPr>
        </p:nvSpPr>
        <p:spPr/>
        <p:txBody>
          <a:bodyPr/>
          <a:lstStyle/>
          <a:p>
            <a:endParaRPr lang="de-DE"/>
          </a:p>
        </p:txBody>
      </p:sp>
      <p:sp>
        <p:nvSpPr>
          <p:cNvPr id="8" name="Textplatzhalter 7">
            <a:extLst>
              <a:ext uri="{FF2B5EF4-FFF2-40B4-BE49-F238E27FC236}">
                <a16:creationId xmlns:a16="http://schemas.microsoft.com/office/drawing/2014/main" id="{5E3EBB7B-2840-06E6-1746-DAE32BD7725D}"/>
              </a:ext>
            </a:extLst>
          </p:cNvPr>
          <p:cNvSpPr>
            <a:spLocks noGrp="1"/>
          </p:cNvSpPr>
          <p:nvPr>
            <p:ph type="body" sz="quarter" idx="24"/>
          </p:nvPr>
        </p:nvSpPr>
        <p:spPr/>
        <p:txBody>
          <a:bodyPr/>
          <a:lstStyle/>
          <a:p>
            <a:r>
              <a:rPr lang="de-DE" dirty="0"/>
              <a:t>3.000</a:t>
            </a:r>
          </a:p>
        </p:txBody>
      </p:sp>
      <p:sp>
        <p:nvSpPr>
          <p:cNvPr id="9" name="Textplatzhalter 8">
            <a:extLst>
              <a:ext uri="{FF2B5EF4-FFF2-40B4-BE49-F238E27FC236}">
                <a16:creationId xmlns:a16="http://schemas.microsoft.com/office/drawing/2014/main" id="{9334B41A-BD16-07B5-6B8F-D497F579EB32}"/>
              </a:ext>
            </a:extLst>
          </p:cNvPr>
          <p:cNvSpPr>
            <a:spLocks noGrp="1"/>
          </p:cNvSpPr>
          <p:nvPr>
            <p:ph type="body" sz="quarter" idx="25"/>
          </p:nvPr>
        </p:nvSpPr>
        <p:spPr/>
        <p:txBody>
          <a:bodyPr/>
          <a:lstStyle/>
          <a:p>
            <a:r>
              <a:rPr lang="de-DE" dirty="0"/>
              <a:t>Einheit</a:t>
            </a:r>
          </a:p>
        </p:txBody>
      </p:sp>
      <p:sp>
        <p:nvSpPr>
          <p:cNvPr id="11" name="Textplatzhalter 10">
            <a:extLst>
              <a:ext uri="{FF2B5EF4-FFF2-40B4-BE49-F238E27FC236}">
                <a16:creationId xmlns:a16="http://schemas.microsoft.com/office/drawing/2014/main" id="{E1B4010B-2404-7B32-1E3E-CBF0FB654C7C}"/>
              </a:ext>
            </a:extLst>
          </p:cNvPr>
          <p:cNvSpPr>
            <a:spLocks noGrp="1"/>
          </p:cNvSpPr>
          <p:nvPr>
            <p:ph type="body" sz="quarter" idx="26"/>
          </p:nvPr>
        </p:nvSpPr>
        <p:spPr/>
        <p:txBody>
          <a:bodyPr/>
          <a:lstStyle/>
          <a:p>
            <a:endParaRPr lang="de-DE"/>
          </a:p>
        </p:txBody>
      </p:sp>
      <p:pic>
        <p:nvPicPr>
          <p:cNvPr id="15" name="Bildplatzhalter 14" descr="Ein Bild, das Text, Schrift, Grafiken, Screenshot enthält.&#10;&#10;KI-generierte Inhalte können fehlerhaft sein.">
            <a:extLst>
              <a:ext uri="{FF2B5EF4-FFF2-40B4-BE49-F238E27FC236}">
                <a16:creationId xmlns:a16="http://schemas.microsoft.com/office/drawing/2014/main" id="{9E9579A0-9A4B-E752-F274-85CD98DF0E60}"/>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929" t="-47215" r="364" b="-48507"/>
          <a:stretch>
            <a:fillRect/>
          </a:stretch>
        </p:blipFill>
        <p:spPr>
          <a:xfrm>
            <a:off x="9351263" y="660064"/>
            <a:ext cx="2310405" cy="808944"/>
          </a:xfrm>
        </p:spPr>
      </p:pic>
    </p:spTree>
    <p:extLst>
      <p:ext uri="{BB962C8B-B14F-4D97-AF65-F5344CB8AC3E}">
        <p14:creationId xmlns:p14="http://schemas.microsoft.com/office/powerpoint/2010/main" val="2524480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83B1C-B6C8-9017-1236-CF5534283829}"/>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417134C-ECDC-9B70-7F9F-72CD40F61392}"/>
              </a:ext>
            </a:extLst>
          </p:cNvPr>
          <p:cNvGraphicFramePr>
            <a:graphicFrameLocks noChangeAspect="1"/>
          </p:cNvGraphicFramePr>
          <p:nvPr>
            <p:custDataLst>
              <p:tags r:id="rId1"/>
            </p:custDataLst>
            <p:extLst>
              <p:ext uri="{D42A27DB-BD31-4B8C-83A1-F6EECF244321}">
                <p14:modId xmlns:p14="http://schemas.microsoft.com/office/powerpoint/2010/main" val="3618017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0417134C-ECDC-9B70-7F9F-72CD40F613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7F758F63-F5EB-9396-20A8-CEDCD78AACAB}"/>
              </a:ext>
            </a:extLst>
          </p:cNvPr>
          <p:cNvSpPr>
            <a:spLocks noGrp="1"/>
          </p:cNvSpPr>
          <p:nvPr>
            <p:ph type="body" sz="quarter" idx="13"/>
          </p:nvPr>
        </p:nvSpPr>
        <p:spPr/>
        <p:txBody>
          <a:bodyPr/>
          <a:lstStyle/>
          <a:p>
            <a:r>
              <a:rPr lang="de-DE" dirty="0"/>
              <a:t>1.000</a:t>
            </a:r>
          </a:p>
        </p:txBody>
      </p:sp>
      <p:sp>
        <p:nvSpPr>
          <p:cNvPr id="4" name="Textplatzhalter 3">
            <a:extLst>
              <a:ext uri="{FF2B5EF4-FFF2-40B4-BE49-F238E27FC236}">
                <a16:creationId xmlns:a16="http://schemas.microsoft.com/office/drawing/2014/main" id="{11A3988A-9EC9-1FDC-F295-3EB145C5FA01}"/>
              </a:ext>
            </a:extLst>
          </p:cNvPr>
          <p:cNvSpPr>
            <a:spLocks noGrp="1"/>
          </p:cNvSpPr>
          <p:nvPr>
            <p:ph type="body" sz="quarter" idx="14"/>
          </p:nvPr>
        </p:nvSpPr>
        <p:spPr>
          <a:xfrm>
            <a:off x="1117797" y="4761288"/>
            <a:ext cx="2813848" cy="348109"/>
          </a:xfrm>
        </p:spPr>
        <p:txBody>
          <a:bodyPr/>
          <a:lstStyle/>
          <a:p>
            <a:r>
              <a:rPr lang="de-DE" dirty="0"/>
              <a:t>Einheit</a:t>
            </a:r>
          </a:p>
        </p:txBody>
      </p:sp>
      <p:pic>
        <p:nvPicPr>
          <p:cNvPr id="14" name="Bildplatzhalter 13">
            <a:extLst>
              <a:ext uri="{FF2B5EF4-FFF2-40B4-BE49-F238E27FC236}">
                <a16:creationId xmlns:a16="http://schemas.microsoft.com/office/drawing/2014/main" id="{23D88ECB-CFE3-173F-52C3-23EEB61F57C3}"/>
              </a:ext>
            </a:extLst>
          </p:cNvPr>
          <p:cNvPicPr>
            <a:picLocks noGrp="1" noChangeAspect="1"/>
          </p:cNvPicPr>
          <p:nvPr>
            <p:ph type="pic" sz="quarter" idx="20"/>
          </p:nvPr>
        </p:nvPicPr>
        <p:blipFill>
          <a:blip>
            <a:extLst>
              <a:ext uri="{96DAC541-7B7A-43D3-8B79-37D633B846F1}">
                <asvg:svgBlip xmlns:asvg="http://schemas.microsoft.com/office/drawing/2016/SVG/main" r:embed="rId6"/>
              </a:ext>
            </a:extLst>
          </a:blip>
          <a:srcRect b="21739"/>
          <a:stretch>
            <a:fillRect/>
          </a:stretch>
        </p:blipFill>
        <p:spPr>
          <a:xfrm>
            <a:off x="1066603" y="3049586"/>
            <a:ext cx="758825" cy="758825"/>
          </a:xfrm>
        </p:spPr>
      </p:pic>
      <p:sp>
        <p:nvSpPr>
          <p:cNvPr id="6" name="Textplatzhalter 5">
            <a:extLst>
              <a:ext uri="{FF2B5EF4-FFF2-40B4-BE49-F238E27FC236}">
                <a16:creationId xmlns:a16="http://schemas.microsoft.com/office/drawing/2014/main" id="{A488E090-6B42-BA86-3C9C-1A85A3DEB3EE}"/>
              </a:ext>
            </a:extLst>
          </p:cNvPr>
          <p:cNvSpPr>
            <a:spLocks noGrp="1"/>
          </p:cNvSpPr>
          <p:nvPr>
            <p:ph type="body" sz="quarter" idx="10"/>
          </p:nvPr>
        </p:nvSpPr>
        <p:spPr>
          <a:xfrm>
            <a:off x="685279" y="819717"/>
            <a:ext cx="5964337" cy="523220"/>
          </a:xfrm>
        </p:spPr>
        <p:txBody>
          <a:bodyPr>
            <a:noAutofit/>
          </a:bodyPr>
          <a:lstStyle/>
          <a:p>
            <a:r>
              <a:rPr lang="de-DE" dirty="0"/>
              <a:t>Ihr Partner für Arbeitsschutz</a:t>
            </a:r>
          </a:p>
          <a:p>
            <a:endParaRPr lang="de-DE" dirty="0"/>
          </a:p>
        </p:txBody>
      </p:sp>
      <p:sp>
        <p:nvSpPr>
          <p:cNvPr id="7" name="Textplatzhalter 6">
            <a:extLst>
              <a:ext uri="{FF2B5EF4-FFF2-40B4-BE49-F238E27FC236}">
                <a16:creationId xmlns:a16="http://schemas.microsoft.com/office/drawing/2014/main" id="{FA1A89FD-5B69-303C-23B4-302590E0F104}"/>
              </a:ext>
            </a:extLst>
          </p:cNvPr>
          <p:cNvSpPr>
            <a:spLocks noGrp="1"/>
          </p:cNvSpPr>
          <p:nvPr>
            <p:ph type="body" sz="quarter" idx="21"/>
          </p:nvPr>
        </p:nvSpPr>
        <p:spPr/>
        <p:txBody>
          <a:bodyPr/>
          <a:lstStyle/>
          <a:p>
            <a:r>
              <a:rPr lang="de-DE" dirty="0"/>
              <a:t>2.000</a:t>
            </a:r>
          </a:p>
        </p:txBody>
      </p:sp>
      <p:sp>
        <p:nvSpPr>
          <p:cNvPr id="8" name="Textplatzhalter 7">
            <a:extLst>
              <a:ext uri="{FF2B5EF4-FFF2-40B4-BE49-F238E27FC236}">
                <a16:creationId xmlns:a16="http://schemas.microsoft.com/office/drawing/2014/main" id="{ED18F4D2-627F-4AE0-3F41-AA57D3433632}"/>
              </a:ext>
            </a:extLst>
          </p:cNvPr>
          <p:cNvSpPr>
            <a:spLocks noGrp="1"/>
          </p:cNvSpPr>
          <p:nvPr>
            <p:ph type="body" sz="quarter" idx="22"/>
          </p:nvPr>
        </p:nvSpPr>
        <p:spPr/>
        <p:txBody>
          <a:bodyPr/>
          <a:lstStyle/>
          <a:p>
            <a:r>
              <a:rPr lang="de-DE" dirty="0"/>
              <a:t>Einheit</a:t>
            </a:r>
          </a:p>
        </p:txBody>
      </p:sp>
      <p:pic>
        <p:nvPicPr>
          <p:cNvPr id="16" name="Bildplatzhalter 15">
            <a:extLst>
              <a:ext uri="{FF2B5EF4-FFF2-40B4-BE49-F238E27FC236}">
                <a16:creationId xmlns:a16="http://schemas.microsoft.com/office/drawing/2014/main" id="{4CFA8257-07A2-9996-89E2-55B3384849CE}"/>
              </a:ext>
            </a:extLst>
          </p:cNvPr>
          <p:cNvPicPr>
            <a:picLocks noGrp="1" noChangeAspect="1"/>
          </p:cNvPicPr>
          <p:nvPr>
            <p:ph type="pic" sz="quarter" idx="23"/>
          </p:nvPr>
        </p:nvPicPr>
        <p:blipFill>
          <a:blip>
            <a:extLst>
              <a:ext uri="{96DAC541-7B7A-43D3-8B79-37D633B846F1}">
                <asvg:svgBlip xmlns:asvg="http://schemas.microsoft.com/office/drawing/2016/SVG/main" r:embed="rId7"/>
              </a:ext>
            </a:extLst>
          </a:blip>
          <a:srcRect l="-4688" t="-5753" r="-5983" b="17216"/>
          <a:stretch>
            <a:fillRect/>
          </a:stretch>
        </p:blipFill>
        <p:spPr>
          <a:xfrm>
            <a:off x="4825396" y="3049586"/>
            <a:ext cx="758825" cy="758825"/>
          </a:xfrm>
        </p:spPr>
      </p:pic>
      <p:sp>
        <p:nvSpPr>
          <p:cNvPr id="10" name="Textplatzhalter 9">
            <a:extLst>
              <a:ext uri="{FF2B5EF4-FFF2-40B4-BE49-F238E27FC236}">
                <a16:creationId xmlns:a16="http://schemas.microsoft.com/office/drawing/2014/main" id="{206EB419-56CB-8454-C080-B9B8C315A542}"/>
              </a:ext>
            </a:extLst>
          </p:cNvPr>
          <p:cNvSpPr>
            <a:spLocks noGrp="1"/>
          </p:cNvSpPr>
          <p:nvPr>
            <p:ph type="body" sz="quarter" idx="24"/>
          </p:nvPr>
        </p:nvSpPr>
        <p:spPr/>
        <p:txBody>
          <a:bodyPr/>
          <a:lstStyle/>
          <a:p>
            <a:r>
              <a:rPr lang="de-DE" dirty="0"/>
              <a:t>3.000</a:t>
            </a:r>
          </a:p>
        </p:txBody>
      </p:sp>
      <p:sp>
        <p:nvSpPr>
          <p:cNvPr id="11" name="Textplatzhalter 10">
            <a:extLst>
              <a:ext uri="{FF2B5EF4-FFF2-40B4-BE49-F238E27FC236}">
                <a16:creationId xmlns:a16="http://schemas.microsoft.com/office/drawing/2014/main" id="{F6841095-0EC5-E000-6317-2481341F3BE9}"/>
              </a:ext>
            </a:extLst>
          </p:cNvPr>
          <p:cNvSpPr>
            <a:spLocks noGrp="1"/>
          </p:cNvSpPr>
          <p:nvPr>
            <p:ph type="body" sz="quarter" idx="25"/>
          </p:nvPr>
        </p:nvSpPr>
        <p:spPr/>
        <p:txBody>
          <a:bodyPr/>
          <a:lstStyle/>
          <a:p>
            <a:r>
              <a:rPr lang="de-DE" dirty="0"/>
              <a:t>Einheit</a:t>
            </a:r>
          </a:p>
        </p:txBody>
      </p:sp>
      <p:pic>
        <p:nvPicPr>
          <p:cNvPr id="18" name="Bildplatzhalter 17">
            <a:extLst>
              <a:ext uri="{FF2B5EF4-FFF2-40B4-BE49-F238E27FC236}">
                <a16:creationId xmlns:a16="http://schemas.microsoft.com/office/drawing/2014/main" id="{0275063D-4832-CA7F-1FD7-F06549B14590}"/>
              </a:ext>
            </a:extLst>
          </p:cNvPr>
          <p:cNvPicPr>
            <a:picLocks noGrp="1" noChangeAspect="1"/>
          </p:cNvPicPr>
          <p:nvPr>
            <p:ph type="pic" sz="quarter" idx="26"/>
          </p:nvPr>
        </p:nvPicPr>
        <p:blipFill>
          <a:blip>
            <a:extLst>
              <a:ext uri="{96DAC541-7B7A-43D3-8B79-37D633B846F1}">
                <asvg:svgBlip xmlns:asvg="http://schemas.microsoft.com/office/drawing/2016/SVG/main" r:embed="rId8"/>
              </a:ext>
            </a:extLst>
          </a:blip>
          <a:srcRect t="4201" b="17538"/>
          <a:stretch>
            <a:fillRect/>
          </a:stretch>
        </p:blipFill>
        <p:spPr>
          <a:xfrm>
            <a:off x="8584189" y="3049586"/>
            <a:ext cx="758825" cy="758825"/>
          </a:xfrm>
        </p:spPr>
      </p:pic>
      <p:pic>
        <p:nvPicPr>
          <p:cNvPr id="15" name="Bildplatzhalter 14" descr="Ein Bild, das Text, Schrift, Grafiken, Screenshot enthält.&#10;&#10;KI-generierte Inhalte können fehlerhaft sein.">
            <a:extLst>
              <a:ext uri="{FF2B5EF4-FFF2-40B4-BE49-F238E27FC236}">
                <a16:creationId xmlns:a16="http://schemas.microsoft.com/office/drawing/2014/main" id="{63C32C5E-0F9D-FFC0-BACC-3A2ACBA701C3}"/>
              </a:ext>
            </a:extLst>
          </p:cNvPr>
          <p:cNvPicPr>
            <a:picLocks noGrp="1" noChangeAspect="1"/>
          </p:cNvPicPr>
          <p:nvPr>
            <p:ph type="pic" sz="quarter" idx="12"/>
          </p:nvPr>
        </p:nvPicPr>
        <p:blipFill>
          <a:blip r:embed="rId9">
            <a:extLst>
              <a:ext uri="{28A0092B-C50C-407E-A947-70E740481C1C}">
                <a14:useLocalDpi xmlns:a14="http://schemas.microsoft.com/office/drawing/2010/main" val="0"/>
              </a:ext>
            </a:extLst>
          </a:blip>
          <a:srcRect l="355" t="-46615" r="361" b="-46615"/>
          <a:stretch>
            <a:fillRect/>
          </a:stretch>
        </p:blipFill>
        <p:spPr>
          <a:xfrm>
            <a:off x="9351263" y="660064"/>
            <a:ext cx="2310405" cy="808944"/>
          </a:xfrm>
        </p:spPr>
      </p:pic>
    </p:spTree>
    <p:extLst>
      <p:ext uri="{BB962C8B-B14F-4D97-AF65-F5344CB8AC3E}">
        <p14:creationId xmlns:p14="http://schemas.microsoft.com/office/powerpoint/2010/main" val="21341159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1F3E-4D00-1C2B-6AD3-E2A70153D4FE}"/>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EC16FC0-2049-0143-16FC-A604B9DCFE40}"/>
              </a:ext>
            </a:extLst>
          </p:cNvPr>
          <p:cNvGraphicFramePr>
            <a:graphicFrameLocks noChangeAspect="1"/>
          </p:cNvGraphicFramePr>
          <p:nvPr>
            <p:custDataLst>
              <p:tags r:id="rId1"/>
            </p:custDataLst>
            <p:extLst>
              <p:ext uri="{D42A27DB-BD31-4B8C-83A1-F6EECF244321}">
                <p14:modId xmlns:p14="http://schemas.microsoft.com/office/powerpoint/2010/main" val="974595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4EC16FC0-2049-0143-16FC-A604B9DCFE4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8" name="Bildplatzhalter 37" descr="Ein Bild, das Person, Kleidung, Menschliches Gesicht, Im Haus enthält.&#10;&#10;KI-generierte Inhalte können fehlerhaft sein.">
            <a:extLst>
              <a:ext uri="{FF2B5EF4-FFF2-40B4-BE49-F238E27FC236}">
                <a16:creationId xmlns:a16="http://schemas.microsoft.com/office/drawing/2014/main" id="{24742761-76BF-B02E-002B-78F9F95250C6}"/>
              </a:ext>
            </a:extLst>
          </p:cNvPr>
          <p:cNvPicPr>
            <a:picLocks noGrp="1" noChangeAspect="1"/>
          </p:cNvPicPr>
          <p:nvPr>
            <p:ph type="pic" sz="quarter" idx="29"/>
          </p:nvPr>
        </p:nvPicPr>
        <p:blipFill>
          <a:blip r:embed="rId6">
            <a:extLst>
              <a:ext uri="{28A0092B-C50C-407E-A947-70E740481C1C}">
                <a14:useLocalDpi xmlns:a14="http://schemas.microsoft.com/office/drawing/2010/main" val="0"/>
              </a:ext>
            </a:extLst>
          </a:blip>
          <a:srcRect l="49272" r="16166"/>
          <a:stretch>
            <a:fillRect/>
          </a:stretch>
        </p:blipFill>
        <p:spPr>
          <a:xfrm flipH="1">
            <a:off x="4116388" y="1489075"/>
            <a:ext cx="2413000" cy="4654550"/>
          </a:xfrm>
        </p:spPr>
      </p:pic>
      <p:pic>
        <p:nvPicPr>
          <p:cNvPr id="4" name="Bildplatzhalter 3" descr="Ein Bild, das Person, orange, Menschliches Gesicht, Kleidung enthält.&#10;&#10;KI-generierte Inhalte können fehlerhaft sein.">
            <a:extLst>
              <a:ext uri="{FF2B5EF4-FFF2-40B4-BE49-F238E27FC236}">
                <a16:creationId xmlns:a16="http://schemas.microsoft.com/office/drawing/2014/main" id="{21F34960-970B-99C9-0414-DADF811246F8}"/>
              </a:ext>
            </a:extLst>
          </p:cNvPr>
          <p:cNvPicPr>
            <a:picLocks noGrp="1" noChangeAspect="1"/>
          </p:cNvPicPr>
          <p:nvPr>
            <p:ph type="pic" sz="quarter" idx="32"/>
          </p:nvPr>
        </p:nvPicPr>
        <p:blipFill>
          <a:blip r:embed="rId7">
            <a:extLst>
              <a:ext uri="{BEBA8EAE-BF5A-486C-A8C5-ECC9F3942E4B}">
                <a14:imgProps xmlns:a14="http://schemas.microsoft.com/office/drawing/2010/main">
                  <a14:imgLayer r:embed="rId8">
                    <a14:imgEffect>
                      <a14:colorTemperature colorTemp="7200"/>
                    </a14:imgEffect>
                    <a14:imgEffect>
                      <a14:saturation sat="66000"/>
                    </a14:imgEffect>
                  </a14:imgLayer>
                </a14:imgProps>
              </a:ext>
              <a:ext uri="{28A0092B-C50C-407E-A947-70E740481C1C}">
                <a14:useLocalDpi xmlns:a14="http://schemas.microsoft.com/office/drawing/2010/main" val="0"/>
              </a:ext>
            </a:extLst>
          </a:blip>
          <a:srcRect l="15575" r="15575"/>
          <a:stretch>
            <a:fillRect/>
          </a:stretch>
        </p:blipFill>
        <p:spPr/>
      </p:pic>
      <p:pic>
        <p:nvPicPr>
          <p:cNvPr id="6" name="Bildplatzhalter 5" descr="Ein Bild, das Kleidung, Person, Menschliches Gesicht, Wand enthält.&#10;&#10;KI-generierte Inhalte können fehlerhaft sein.">
            <a:extLst>
              <a:ext uri="{FF2B5EF4-FFF2-40B4-BE49-F238E27FC236}">
                <a16:creationId xmlns:a16="http://schemas.microsoft.com/office/drawing/2014/main" id="{4A90CC96-6EC4-9592-5E37-9617069C30A4}"/>
              </a:ext>
            </a:extLst>
          </p:cNvPr>
          <p:cNvPicPr>
            <a:picLocks noGrp="1" noChangeAspect="1"/>
          </p:cNvPicPr>
          <p:nvPr>
            <p:ph type="pic" sz="quarter" idx="33"/>
          </p:nvPr>
        </p:nvPicPr>
        <p:blipFill>
          <a:blip r:embed="rId9">
            <a:extLst>
              <a:ext uri="{28A0092B-C50C-407E-A947-70E740481C1C}">
                <a14:useLocalDpi xmlns:a14="http://schemas.microsoft.com/office/drawing/2010/main" val="0"/>
              </a:ext>
            </a:extLst>
          </a:blip>
          <a:srcRect l="11154" r="11154"/>
          <a:stretch>
            <a:fillRect/>
          </a:stretch>
        </p:blipFill>
        <p:spPr/>
      </p:pic>
      <p:sp>
        <p:nvSpPr>
          <p:cNvPr id="27" name="Rectangle 1">
            <a:extLst>
              <a:ext uri="{FF2B5EF4-FFF2-40B4-BE49-F238E27FC236}">
                <a16:creationId xmlns:a16="http://schemas.microsoft.com/office/drawing/2014/main" id="{A8D206C1-F769-D188-8FEB-81B3117A135A}"/>
              </a:ext>
            </a:extLst>
          </p:cNvPr>
          <p:cNvSpPr>
            <a:spLocks noGrp="1" noChangeArrowheads="1"/>
          </p:cNvSpPr>
          <p:nvPr>
            <p:ph type="body" sz="quarter" idx="10"/>
          </p:nvPr>
        </p:nvSpPr>
        <p:spPr bwMode="auto">
          <a:xfrm>
            <a:off x="431800" y="1489075"/>
            <a:ext cx="3485108" cy="2373799"/>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45720" rIns="91440" bIns="45720" numCol="1" anchor="t" anchorCtr="0" compatLnSpc="1">
            <a:prstTxWarp prst="textNoShape">
              <a:avLst/>
            </a:prstTxWarp>
            <a:noAutofit/>
          </a:bodyPr>
          <a:lstStyle/>
          <a:p>
            <a:pPr lvl="0"/>
            <a:r>
              <a:rPr lang="de-DE" altLang="de-DE" dirty="0"/>
              <a:t>UNSERE LEISTUNGEN</a:t>
            </a:r>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endParaRPr lang="de-DE" altLang="de-DE" dirty="0"/>
          </a:p>
          <a:p>
            <a:r>
              <a:rPr lang="de-DE" altLang="de-DE" dirty="0"/>
              <a:t>Mit unserem umfassenden Dienstleistungsportfolio unterstützen wir Unternehmen dabei, Sicherheits- und Gesundheitsstandards zu erfüllen. </a:t>
            </a:r>
          </a:p>
        </p:txBody>
      </p:sp>
      <p:sp>
        <p:nvSpPr>
          <p:cNvPr id="32" name="Textplatzhalter 31">
            <a:extLst>
              <a:ext uri="{FF2B5EF4-FFF2-40B4-BE49-F238E27FC236}">
                <a16:creationId xmlns:a16="http://schemas.microsoft.com/office/drawing/2014/main" id="{16B1AB2A-DF84-DB95-6824-4BEF6C506CBE}"/>
              </a:ext>
            </a:extLst>
          </p:cNvPr>
          <p:cNvSpPr>
            <a:spLocks noGrp="1"/>
          </p:cNvSpPr>
          <p:nvPr>
            <p:ph type="body" sz="quarter" idx="26"/>
          </p:nvPr>
        </p:nvSpPr>
        <p:spPr>
          <a:xfrm>
            <a:off x="10966330" y="1696465"/>
            <a:ext cx="570704" cy="570704"/>
          </a:xfrm>
        </p:spPr>
        <p:txBody>
          <a:bodyPr>
            <a:noAutofit/>
          </a:bodyPr>
          <a:lstStyle/>
          <a:p>
            <a:r>
              <a:rPr lang="de-DE"/>
              <a:t>03</a:t>
            </a:r>
            <a:endParaRPr lang="de-DE" dirty="0"/>
          </a:p>
        </p:txBody>
      </p:sp>
      <p:sp>
        <p:nvSpPr>
          <p:cNvPr id="33" name="Textplatzhalter 32">
            <a:extLst>
              <a:ext uri="{FF2B5EF4-FFF2-40B4-BE49-F238E27FC236}">
                <a16:creationId xmlns:a16="http://schemas.microsoft.com/office/drawing/2014/main" id="{6F4D8F01-A800-D054-1B68-20A020C21B12}"/>
              </a:ext>
            </a:extLst>
          </p:cNvPr>
          <p:cNvSpPr>
            <a:spLocks noGrp="1"/>
          </p:cNvSpPr>
          <p:nvPr>
            <p:ph type="body" sz="quarter" idx="27"/>
          </p:nvPr>
        </p:nvSpPr>
        <p:spPr>
          <a:xfrm>
            <a:off x="8354016" y="1696465"/>
            <a:ext cx="570704" cy="570704"/>
          </a:xfrm>
        </p:spPr>
        <p:txBody>
          <a:bodyPr>
            <a:noAutofit/>
          </a:bodyPr>
          <a:lstStyle/>
          <a:p>
            <a:r>
              <a:rPr lang="de-DE"/>
              <a:t>02</a:t>
            </a:r>
            <a:endParaRPr lang="de-DE" dirty="0"/>
          </a:p>
        </p:txBody>
      </p:sp>
      <p:sp>
        <p:nvSpPr>
          <p:cNvPr id="29" name="Textplatzhalter 28">
            <a:extLst>
              <a:ext uri="{FF2B5EF4-FFF2-40B4-BE49-F238E27FC236}">
                <a16:creationId xmlns:a16="http://schemas.microsoft.com/office/drawing/2014/main" id="{833BC582-6817-9059-33E3-1875FDC1C680}"/>
              </a:ext>
            </a:extLst>
          </p:cNvPr>
          <p:cNvSpPr>
            <a:spLocks noGrp="1"/>
          </p:cNvSpPr>
          <p:nvPr>
            <p:ph type="body" sz="quarter" idx="20"/>
          </p:nvPr>
        </p:nvSpPr>
        <p:spPr>
          <a:xfrm>
            <a:off x="4117114" y="3862874"/>
            <a:ext cx="2412109" cy="2280752"/>
          </a:xfrm>
          <a:gradFill>
            <a:gsLst>
              <a:gs pos="5000">
                <a:schemeClr val="accent1">
                  <a:alpha val="0"/>
                </a:schemeClr>
              </a:gs>
              <a:gs pos="94000">
                <a:schemeClr val="accent1">
                  <a:alpha val="95000"/>
                </a:schemeClr>
              </a:gs>
            </a:gsLst>
          </a:gradFill>
        </p:spPr>
        <p:txBody>
          <a:bodyPr>
            <a:noAutofit/>
          </a:bodyPr>
          <a:lstStyle/>
          <a:p>
            <a:r>
              <a:rPr lang="de-DE" dirty="0"/>
              <a:t>Arbeitsmedizin</a:t>
            </a:r>
          </a:p>
          <a:p>
            <a:r>
              <a:rPr lang="de-DE" dirty="0"/>
              <a:t>Unsere Betriebsärzte bieten präventive Gesundheitsbetreuung mit Vorsorgen gemäß ArbMedVV (Pflicht-, Angebots- &amp; Wunschvorsorgen).</a:t>
            </a:r>
          </a:p>
          <a:p>
            <a:endParaRPr lang="de-DE" dirty="0"/>
          </a:p>
        </p:txBody>
      </p:sp>
      <p:sp>
        <p:nvSpPr>
          <p:cNvPr id="34" name="Textplatzhalter 33">
            <a:extLst>
              <a:ext uri="{FF2B5EF4-FFF2-40B4-BE49-F238E27FC236}">
                <a16:creationId xmlns:a16="http://schemas.microsoft.com/office/drawing/2014/main" id="{FF1728F0-E887-5DDC-595F-266A9C387CF0}"/>
              </a:ext>
            </a:extLst>
          </p:cNvPr>
          <p:cNvSpPr>
            <a:spLocks noGrp="1"/>
          </p:cNvSpPr>
          <p:nvPr>
            <p:ph type="body" sz="quarter" idx="28"/>
          </p:nvPr>
        </p:nvSpPr>
        <p:spPr>
          <a:xfrm>
            <a:off x="5741703" y="1696465"/>
            <a:ext cx="570704" cy="570704"/>
          </a:xfrm>
        </p:spPr>
        <p:txBody>
          <a:bodyPr>
            <a:noAutofit/>
          </a:bodyPr>
          <a:lstStyle/>
          <a:p>
            <a:r>
              <a:rPr lang="de-DE"/>
              <a:t>01</a:t>
            </a:r>
            <a:endParaRPr lang="de-DE" dirty="0"/>
          </a:p>
        </p:txBody>
      </p:sp>
      <p:sp>
        <p:nvSpPr>
          <p:cNvPr id="30" name="Textplatzhalter 29">
            <a:extLst>
              <a:ext uri="{FF2B5EF4-FFF2-40B4-BE49-F238E27FC236}">
                <a16:creationId xmlns:a16="http://schemas.microsoft.com/office/drawing/2014/main" id="{B0D1E99D-EA2C-6A6E-BB35-8805F5317359}"/>
              </a:ext>
            </a:extLst>
          </p:cNvPr>
          <p:cNvSpPr>
            <a:spLocks noGrp="1"/>
          </p:cNvSpPr>
          <p:nvPr>
            <p:ph type="body" sz="quarter" idx="30"/>
          </p:nvPr>
        </p:nvSpPr>
        <p:spPr>
          <a:xfrm>
            <a:off x="6729413" y="3862388"/>
            <a:ext cx="2411412" cy="2281237"/>
          </a:xfrm>
        </p:spPr>
        <p:txBody>
          <a:bodyPr>
            <a:noAutofit/>
          </a:bodyPr>
          <a:lstStyle/>
          <a:p>
            <a:r>
              <a:rPr lang="de-DE"/>
              <a:t>Arbeitssicherheit</a:t>
            </a:r>
          </a:p>
          <a:p>
            <a:r>
              <a:rPr lang="de-DE"/>
              <a:t>Unsere Fachkräfte für Arbeitssicherheit betreuen Sie gemäß DGUV Vorschrift 2. </a:t>
            </a:r>
          </a:p>
          <a:p>
            <a:endParaRPr lang="de-DE" dirty="0"/>
          </a:p>
        </p:txBody>
      </p:sp>
      <p:sp>
        <p:nvSpPr>
          <p:cNvPr id="31" name="Textplatzhalter 30">
            <a:extLst>
              <a:ext uri="{FF2B5EF4-FFF2-40B4-BE49-F238E27FC236}">
                <a16:creationId xmlns:a16="http://schemas.microsoft.com/office/drawing/2014/main" id="{CCB5BCA1-39D2-8186-E3A0-CEA0D44D3C2E}"/>
              </a:ext>
            </a:extLst>
          </p:cNvPr>
          <p:cNvSpPr>
            <a:spLocks noGrp="1"/>
          </p:cNvSpPr>
          <p:nvPr>
            <p:ph type="body" sz="quarter" idx="31"/>
          </p:nvPr>
        </p:nvSpPr>
        <p:spPr>
          <a:xfrm>
            <a:off x="9342438" y="3862388"/>
            <a:ext cx="2411412" cy="2281237"/>
          </a:xfrm>
        </p:spPr>
        <p:txBody>
          <a:bodyPr>
            <a:noAutofit/>
          </a:bodyPr>
          <a:lstStyle/>
          <a:p>
            <a:r>
              <a:rPr lang="de-DE"/>
              <a:t>Arbeitspsychologie</a:t>
            </a:r>
          </a:p>
          <a:p>
            <a:r>
              <a:rPr lang="de-DE"/>
              <a:t>Ein gesundes Arbeitsumfeld erfordert physische und psychische Gesundheit.</a:t>
            </a:r>
          </a:p>
          <a:p>
            <a:endParaRPr lang="de-DE" dirty="0"/>
          </a:p>
        </p:txBody>
      </p:sp>
      <p:sp>
        <p:nvSpPr>
          <p:cNvPr id="11" name="Content Placeholder 10">
            <a:extLst>
              <a:ext uri="{FF2B5EF4-FFF2-40B4-BE49-F238E27FC236}">
                <a16:creationId xmlns:a16="http://schemas.microsoft.com/office/drawing/2014/main" id="{17AA7F90-07D0-0DBF-C057-2B0AD353C7A3}"/>
              </a:ext>
            </a:extLst>
          </p:cNvPr>
          <p:cNvSpPr>
            <a:spLocks noGrp="1"/>
          </p:cNvSpPr>
          <p:nvPr>
            <p:ph sz="quarter" idx="25"/>
          </p:nvPr>
        </p:nvSpPr>
        <p:spPr/>
        <p:txBody>
          <a:bodyPr>
            <a:noAutofit/>
          </a:bodyPr>
          <a:lstStyle/>
          <a:p>
            <a:r>
              <a:rPr lang="de-DE" dirty="0"/>
              <a:t>Mit unserem umfassenden</a:t>
            </a:r>
            <a:br>
              <a:rPr lang="de-DE" dirty="0"/>
            </a:br>
            <a:r>
              <a:rPr lang="de-DE" dirty="0"/>
              <a:t>Dienstleistungsportfolio unterstützen wir Unternehmen dabei, Sicherheits- und Gesundheitsstandards zu erfüllen. </a:t>
            </a:r>
          </a:p>
        </p:txBody>
      </p:sp>
    </p:spTree>
    <p:extLst>
      <p:ext uri="{BB962C8B-B14F-4D97-AF65-F5344CB8AC3E}">
        <p14:creationId xmlns:p14="http://schemas.microsoft.com/office/powerpoint/2010/main" val="3076453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0B448AB-9168-CC40-30D3-C64EEEC04495}"/>
              </a:ext>
            </a:extLst>
          </p:cNvPr>
          <p:cNvGraphicFramePr>
            <a:graphicFrameLocks noChangeAspect="1"/>
          </p:cNvGraphicFramePr>
          <p:nvPr>
            <p:custDataLst>
              <p:tags r:id="rId1"/>
            </p:custDataLst>
            <p:extLst>
              <p:ext uri="{D42A27DB-BD31-4B8C-83A1-F6EECF244321}">
                <p14:modId xmlns:p14="http://schemas.microsoft.com/office/powerpoint/2010/main" val="5990599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90B448AB-9168-CC40-30D3-C64EEEC0449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platzhalter 3">
            <a:extLst>
              <a:ext uri="{FF2B5EF4-FFF2-40B4-BE49-F238E27FC236}">
                <a16:creationId xmlns:a16="http://schemas.microsoft.com/office/drawing/2014/main" id="{E6AF77E7-4BC5-FBAD-D7A8-3E4E0235E756}"/>
              </a:ext>
            </a:extLst>
          </p:cNvPr>
          <p:cNvSpPr>
            <a:spLocks noGrp="1"/>
          </p:cNvSpPr>
          <p:nvPr>
            <p:ph type="body" sz="quarter" idx="20"/>
          </p:nvPr>
        </p:nvSpPr>
        <p:spPr/>
        <p:txBody>
          <a:bodyPr/>
          <a:lstStyle/>
          <a:p>
            <a:r>
              <a:rPr lang="de-DE" dirty="0"/>
              <a:t>Lorem ipsum dolor sit amet</a:t>
            </a:r>
          </a:p>
        </p:txBody>
      </p:sp>
      <p:sp>
        <p:nvSpPr>
          <p:cNvPr id="2" name="Textplatzhalter 1">
            <a:extLst>
              <a:ext uri="{FF2B5EF4-FFF2-40B4-BE49-F238E27FC236}">
                <a16:creationId xmlns:a16="http://schemas.microsoft.com/office/drawing/2014/main" id="{D99BA364-884C-C1C0-A524-56C89AA83BF2}"/>
              </a:ext>
            </a:extLst>
          </p:cNvPr>
          <p:cNvSpPr>
            <a:spLocks noGrp="1"/>
          </p:cNvSpPr>
          <p:nvPr>
            <p:ph type="body" sz="quarter" idx="10"/>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5" name="Textplatzhalter 4">
            <a:extLst>
              <a:ext uri="{FF2B5EF4-FFF2-40B4-BE49-F238E27FC236}">
                <a16:creationId xmlns:a16="http://schemas.microsoft.com/office/drawing/2014/main" id="{2944D554-1110-31F3-D3E4-5B7C35B82031}"/>
              </a:ext>
            </a:extLst>
          </p:cNvPr>
          <p:cNvSpPr>
            <a:spLocks noGrp="1"/>
          </p:cNvSpPr>
          <p:nvPr>
            <p:ph type="body" sz="quarter" idx="28"/>
          </p:nvPr>
        </p:nvSpPr>
        <p:spPr/>
        <p:txBody>
          <a:bodyPr/>
          <a:lstStyle/>
          <a:p>
            <a:endParaRPr lang="de-DE"/>
          </a:p>
        </p:txBody>
      </p:sp>
      <p:sp>
        <p:nvSpPr>
          <p:cNvPr id="26" name="Textplatzhalter 25">
            <a:extLst>
              <a:ext uri="{FF2B5EF4-FFF2-40B4-BE49-F238E27FC236}">
                <a16:creationId xmlns:a16="http://schemas.microsoft.com/office/drawing/2014/main" id="{6374A8A7-D60D-7DEF-FF0D-725B2CA59EEF}"/>
              </a:ext>
            </a:extLst>
          </p:cNvPr>
          <p:cNvSpPr>
            <a:spLocks noGrp="1"/>
          </p:cNvSpPr>
          <p:nvPr>
            <p:ph type="body" sz="quarter" idx="45"/>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27" name="Textplatzhalter 26">
            <a:extLst>
              <a:ext uri="{FF2B5EF4-FFF2-40B4-BE49-F238E27FC236}">
                <a16:creationId xmlns:a16="http://schemas.microsoft.com/office/drawing/2014/main" id="{37489B9C-5BA3-23A8-BF4A-D3DCC697F3CA}"/>
              </a:ext>
            </a:extLst>
          </p:cNvPr>
          <p:cNvSpPr>
            <a:spLocks noGrp="1"/>
          </p:cNvSpPr>
          <p:nvPr>
            <p:ph type="body" sz="quarter" idx="46"/>
          </p:nvPr>
        </p:nvSpPr>
        <p:spPr/>
        <p:txBody>
          <a:bodyPr/>
          <a:lstStyle/>
          <a:p>
            <a:endParaRPr lang="de-DE"/>
          </a:p>
        </p:txBody>
      </p:sp>
      <p:sp>
        <p:nvSpPr>
          <p:cNvPr id="28" name="Textplatzhalter 27">
            <a:extLst>
              <a:ext uri="{FF2B5EF4-FFF2-40B4-BE49-F238E27FC236}">
                <a16:creationId xmlns:a16="http://schemas.microsoft.com/office/drawing/2014/main" id="{34973906-9FA9-E92F-C2E2-5E1DAD1C1713}"/>
              </a:ext>
            </a:extLst>
          </p:cNvPr>
          <p:cNvSpPr>
            <a:spLocks noGrp="1"/>
          </p:cNvSpPr>
          <p:nvPr>
            <p:ph type="body" sz="quarter" idx="48"/>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29" name="Textplatzhalter 28">
            <a:extLst>
              <a:ext uri="{FF2B5EF4-FFF2-40B4-BE49-F238E27FC236}">
                <a16:creationId xmlns:a16="http://schemas.microsoft.com/office/drawing/2014/main" id="{F3A8BAB9-15E1-C17C-66F1-5016155021FA}"/>
              </a:ext>
            </a:extLst>
          </p:cNvPr>
          <p:cNvSpPr>
            <a:spLocks noGrp="1"/>
          </p:cNvSpPr>
          <p:nvPr>
            <p:ph type="body" sz="quarter" idx="49"/>
          </p:nvPr>
        </p:nvSpPr>
        <p:spPr/>
        <p:txBody>
          <a:bodyPr/>
          <a:lstStyle/>
          <a:p>
            <a:endParaRPr lang="de-DE"/>
          </a:p>
        </p:txBody>
      </p:sp>
      <p:sp>
        <p:nvSpPr>
          <p:cNvPr id="30" name="Textplatzhalter 29">
            <a:extLst>
              <a:ext uri="{FF2B5EF4-FFF2-40B4-BE49-F238E27FC236}">
                <a16:creationId xmlns:a16="http://schemas.microsoft.com/office/drawing/2014/main" id="{43B9743A-F35E-418F-3510-22F8D1C8F8C4}"/>
              </a:ext>
            </a:extLst>
          </p:cNvPr>
          <p:cNvSpPr>
            <a:spLocks noGrp="1"/>
          </p:cNvSpPr>
          <p:nvPr>
            <p:ph type="body" sz="quarter" idx="51"/>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31" name="Textplatzhalter 30">
            <a:extLst>
              <a:ext uri="{FF2B5EF4-FFF2-40B4-BE49-F238E27FC236}">
                <a16:creationId xmlns:a16="http://schemas.microsoft.com/office/drawing/2014/main" id="{EE649956-538D-9BB0-C0DD-7266880465CB}"/>
              </a:ext>
            </a:extLst>
          </p:cNvPr>
          <p:cNvSpPr>
            <a:spLocks noGrp="1"/>
          </p:cNvSpPr>
          <p:nvPr>
            <p:ph type="body" sz="quarter" idx="52"/>
          </p:nvPr>
        </p:nvSpPr>
        <p:spPr/>
        <p:txBody>
          <a:bodyPr/>
          <a:lstStyle/>
          <a:p>
            <a:endParaRPr lang="de-DE"/>
          </a:p>
        </p:txBody>
      </p:sp>
      <p:sp>
        <p:nvSpPr>
          <p:cNvPr id="32" name="Textplatzhalter 31">
            <a:extLst>
              <a:ext uri="{FF2B5EF4-FFF2-40B4-BE49-F238E27FC236}">
                <a16:creationId xmlns:a16="http://schemas.microsoft.com/office/drawing/2014/main" id="{88BB113B-E553-BD8D-618A-056349F0153C}"/>
              </a:ext>
            </a:extLst>
          </p:cNvPr>
          <p:cNvSpPr>
            <a:spLocks noGrp="1"/>
          </p:cNvSpPr>
          <p:nvPr>
            <p:ph type="body" sz="quarter" idx="54"/>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33" name="Textplatzhalter 32">
            <a:extLst>
              <a:ext uri="{FF2B5EF4-FFF2-40B4-BE49-F238E27FC236}">
                <a16:creationId xmlns:a16="http://schemas.microsoft.com/office/drawing/2014/main" id="{B11AD148-1896-D633-2507-7391F45A6F0D}"/>
              </a:ext>
            </a:extLst>
          </p:cNvPr>
          <p:cNvSpPr>
            <a:spLocks noGrp="1"/>
          </p:cNvSpPr>
          <p:nvPr>
            <p:ph type="body" sz="quarter" idx="55"/>
          </p:nvPr>
        </p:nvSpPr>
        <p:spPr/>
        <p:txBody>
          <a:bodyPr/>
          <a:lstStyle/>
          <a:p>
            <a:endParaRPr lang="de-DE"/>
          </a:p>
        </p:txBody>
      </p:sp>
      <p:sp>
        <p:nvSpPr>
          <p:cNvPr id="34" name="Textplatzhalter 33">
            <a:extLst>
              <a:ext uri="{FF2B5EF4-FFF2-40B4-BE49-F238E27FC236}">
                <a16:creationId xmlns:a16="http://schemas.microsoft.com/office/drawing/2014/main" id="{E787DDFB-8DCB-2DE9-7D9C-86786C76B603}"/>
              </a:ext>
            </a:extLst>
          </p:cNvPr>
          <p:cNvSpPr>
            <a:spLocks noGrp="1"/>
          </p:cNvSpPr>
          <p:nvPr>
            <p:ph type="body" sz="quarter" idx="57"/>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p:txBody>
      </p:sp>
      <p:sp>
        <p:nvSpPr>
          <p:cNvPr id="35" name="Textplatzhalter 34">
            <a:extLst>
              <a:ext uri="{FF2B5EF4-FFF2-40B4-BE49-F238E27FC236}">
                <a16:creationId xmlns:a16="http://schemas.microsoft.com/office/drawing/2014/main" id="{DD7EB681-3C17-608D-2AE1-F397A3F5CCA5}"/>
              </a:ext>
            </a:extLst>
          </p:cNvPr>
          <p:cNvSpPr>
            <a:spLocks noGrp="1"/>
          </p:cNvSpPr>
          <p:nvPr>
            <p:ph type="body" sz="quarter" idx="58"/>
          </p:nvPr>
        </p:nvSpPr>
        <p:spPr/>
        <p:txBody>
          <a:bodyPr/>
          <a:lstStyle/>
          <a:p>
            <a:endParaRPr lang="de-DE"/>
          </a:p>
        </p:txBody>
      </p:sp>
      <p:sp>
        <p:nvSpPr>
          <p:cNvPr id="3" name="Textplatzhalter 2">
            <a:extLst>
              <a:ext uri="{FF2B5EF4-FFF2-40B4-BE49-F238E27FC236}">
                <a16:creationId xmlns:a16="http://schemas.microsoft.com/office/drawing/2014/main" id="{2D9394BF-BB72-2F7D-9EC1-647BE4C8B035}"/>
              </a:ext>
            </a:extLst>
          </p:cNvPr>
          <p:cNvSpPr>
            <a:spLocks noGrp="1"/>
          </p:cNvSpPr>
          <p:nvPr>
            <p:ph type="body" sz="quarter" idx="12"/>
          </p:nvPr>
        </p:nvSpPr>
        <p:spPr/>
        <p:txBody>
          <a:bodyPr/>
          <a:lstStyle/>
          <a:p>
            <a:endParaRPr lang="de-DE"/>
          </a:p>
        </p:txBody>
      </p:sp>
      <p:pic>
        <p:nvPicPr>
          <p:cNvPr id="37" name="Grafik 36">
            <a:extLst>
              <a:ext uri="{FF2B5EF4-FFF2-40B4-BE49-F238E27FC236}">
                <a16:creationId xmlns:a16="http://schemas.microsoft.com/office/drawing/2014/main" id="{5D04B7D1-11CE-C82A-A890-28F8EAD65F66}"/>
              </a:ext>
            </a:extLst>
          </p:cNvPr>
          <p:cNvPicPr>
            <a:picLocks noChangeAspect="1"/>
          </p:cNvPicPr>
          <p:nvPr/>
        </p:nvPicPr>
        <p:blipFill>
          <a:blip>
            <a:extLst>
              <a:ext uri="{96DAC541-7B7A-43D3-8B79-37D633B846F1}">
                <asvg:svgBlip xmlns:asvg="http://schemas.microsoft.com/office/drawing/2016/SVG/main" r:embed="rId6"/>
              </a:ext>
            </a:extLst>
          </a:blip>
          <a:srcRect b="26425"/>
          <a:stretch>
            <a:fillRect/>
          </a:stretch>
        </p:blipFill>
        <p:spPr>
          <a:xfrm>
            <a:off x="5803900" y="1775669"/>
            <a:ext cx="577850" cy="527187"/>
          </a:xfrm>
          <a:prstGeom prst="rect">
            <a:avLst/>
          </a:prstGeom>
        </p:spPr>
      </p:pic>
      <p:pic>
        <p:nvPicPr>
          <p:cNvPr id="39" name="Grafik 38">
            <a:extLst>
              <a:ext uri="{FF2B5EF4-FFF2-40B4-BE49-F238E27FC236}">
                <a16:creationId xmlns:a16="http://schemas.microsoft.com/office/drawing/2014/main" id="{3D628D6F-9223-9882-9A9A-4D7295205D5F}"/>
              </a:ext>
            </a:extLst>
          </p:cNvPr>
          <p:cNvPicPr>
            <a:picLocks noChangeAspect="1"/>
          </p:cNvPicPr>
          <p:nvPr/>
        </p:nvPicPr>
        <p:blipFill>
          <a:blip>
            <a:extLst>
              <a:ext uri="{96DAC541-7B7A-43D3-8B79-37D633B846F1}">
                <asvg:svgBlip xmlns:asvg="http://schemas.microsoft.com/office/drawing/2016/SVG/main" r:embed="rId7"/>
              </a:ext>
            </a:extLst>
          </a:blip>
          <a:srcRect b="17377"/>
          <a:stretch>
            <a:fillRect/>
          </a:stretch>
        </p:blipFill>
        <p:spPr>
          <a:xfrm>
            <a:off x="1931143" y="4070350"/>
            <a:ext cx="654483" cy="666050"/>
          </a:xfrm>
          <a:prstGeom prst="rect">
            <a:avLst/>
          </a:prstGeom>
        </p:spPr>
      </p:pic>
      <p:pic>
        <p:nvPicPr>
          <p:cNvPr id="41" name="Grafik 40">
            <a:extLst>
              <a:ext uri="{FF2B5EF4-FFF2-40B4-BE49-F238E27FC236}">
                <a16:creationId xmlns:a16="http://schemas.microsoft.com/office/drawing/2014/main" id="{83107EA4-42E4-7326-A489-AD90E6D5B6DD}"/>
              </a:ext>
            </a:extLst>
          </p:cNvPr>
          <p:cNvPicPr>
            <a:picLocks noChangeAspect="1"/>
          </p:cNvPicPr>
          <p:nvPr/>
        </p:nvPicPr>
        <p:blipFill>
          <a:blip>
            <a:extLst>
              <a:ext uri="{96DAC541-7B7A-43D3-8B79-37D633B846F1}">
                <asvg:svgBlip xmlns:asvg="http://schemas.microsoft.com/office/drawing/2016/SVG/main" r:embed="rId8"/>
              </a:ext>
            </a:extLst>
          </a:blip>
          <a:srcRect b="20525"/>
          <a:stretch>
            <a:fillRect/>
          </a:stretch>
        </p:blipFill>
        <p:spPr>
          <a:xfrm>
            <a:off x="5833006" y="4191088"/>
            <a:ext cx="525988" cy="534149"/>
          </a:xfrm>
          <a:prstGeom prst="rect">
            <a:avLst/>
          </a:prstGeom>
        </p:spPr>
      </p:pic>
      <p:pic>
        <p:nvPicPr>
          <p:cNvPr id="43" name="Grafik 42">
            <a:extLst>
              <a:ext uri="{FF2B5EF4-FFF2-40B4-BE49-F238E27FC236}">
                <a16:creationId xmlns:a16="http://schemas.microsoft.com/office/drawing/2014/main" id="{98E2FF2F-66FB-A456-A329-88E4436D6EE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42071" y="4146140"/>
            <a:ext cx="582645" cy="728306"/>
          </a:xfrm>
          <a:prstGeom prst="rect">
            <a:avLst/>
          </a:prstGeom>
        </p:spPr>
      </p:pic>
      <p:pic>
        <p:nvPicPr>
          <p:cNvPr id="47" name="Grafik 46">
            <a:extLst>
              <a:ext uri="{FF2B5EF4-FFF2-40B4-BE49-F238E27FC236}">
                <a16:creationId xmlns:a16="http://schemas.microsoft.com/office/drawing/2014/main" id="{08AB6878-3782-F2D7-0C7F-25E18428C3B0}"/>
              </a:ext>
            </a:extLst>
          </p:cNvPr>
          <p:cNvPicPr>
            <a:picLocks noChangeAspect="1"/>
          </p:cNvPicPr>
          <p:nvPr/>
        </p:nvPicPr>
        <p:blipFill>
          <a:blip>
            <a:extLst>
              <a:ext uri="{96DAC541-7B7A-43D3-8B79-37D633B846F1}">
                <asvg:svgBlip xmlns:asvg="http://schemas.microsoft.com/office/drawing/2016/SVG/main" r:embed="rId10"/>
              </a:ext>
            </a:extLst>
          </a:blip>
          <a:srcRect b="20657"/>
          <a:stretch>
            <a:fillRect/>
          </a:stretch>
        </p:blipFill>
        <p:spPr>
          <a:xfrm>
            <a:off x="1885274" y="1624033"/>
            <a:ext cx="746223" cy="729264"/>
          </a:xfrm>
          <a:prstGeom prst="rect">
            <a:avLst/>
          </a:prstGeom>
        </p:spPr>
      </p:pic>
      <p:pic>
        <p:nvPicPr>
          <p:cNvPr id="49" name="Grafik 48">
            <a:extLst>
              <a:ext uri="{FF2B5EF4-FFF2-40B4-BE49-F238E27FC236}">
                <a16:creationId xmlns:a16="http://schemas.microsoft.com/office/drawing/2014/main" id="{3593CEF8-240B-0E60-FFF1-D475C295A9FB}"/>
              </a:ext>
            </a:extLst>
          </p:cNvPr>
          <p:cNvPicPr>
            <a:picLocks noChangeAspect="1"/>
          </p:cNvPicPr>
          <p:nvPr/>
        </p:nvPicPr>
        <p:blipFill>
          <a:blip>
            <a:extLst>
              <a:ext uri="{96DAC541-7B7A-43D3-8B79-37D633B846F1}">
                <asvg:svgBlip xmlns:asvg="http://schemas.microsoft.com/office/drawing/2016/SVG/main" r:embed="rId11"/>
              </a:ext>
            </a:extLst>
          </a:blip>
          <a:srcRect b="14286"/>
          <a:stretch>
            <a:fillRect/>
          </a:stretch>
        </p:blipFill>
        <p:spPr>
          <a:xfrm>
            <a:off x="9629811" y="1725230"/>
            <a:ext cx="594905" cy="628067"/>
          </a:xfrm>
          <a:prstGeom prst="rect">
            <a:avLst/>
          </a:prstGeom>
        </p:spPr>
      </p:pic>
    </p:spTree>
    <p:extLst>
      <p:ext uri="{BB962C8B-B14F-4D97-AF65-F5344CB8AC3E}">
        <p14:creationId xmlns:p14="http://schemas.microsoft.com/office/powerpoint/2010/main" val="28045986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DAEDA0B-C53C-0A4E-B14A-475043A329F6}"/>
              </a:ext>
            </a:extLst>
          </p:cNvPr>
          <p:cNvGraphicFramePr>
            <a:graphicFrameLocks noChangeAspect="1"/>
          </p:cNvGraphicFramePr>
          <p:nvPr>
            <p:custDataLst>
              <p:tags r:id="rId1"/>
            </p:custDataLst>
            <p:extLst>
              <p:ext uri="{D42A27DB-BD31-4B8C-83A1-F6EECF244321}">
                <p14:modId xmlns:p14="http://schemas.microsoft.com/office/powerpoint/2010/main" val="17663301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CDAEDA0B-C53C-0A4E-B14A-475043A32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Textplatzhalter 20">
            <a:extLst>
              <a:ext uri="{FF2B5EF4-FFF2-40B4-BE49-F238E27FC236}">
                <a16:creationId xmlns:a16="http://schemas.microsoft.com/office/drawing/2014/main" id="{FD449532-6DFF-FB4F-6AD0-629AF962A917}"/>
              </a:ext>
            </a:extLst>
          </p:cNvPr>
          <p:cNvSpPr>
            <a:spLocks noGrp="1"/>
          </p:cNvSpPr>
          <p:nvPr>
            <p:ph type="body" sz="quarter" idx="20"/>
          </p:nvPr>
        </p:nvSpPr>
        <p:spPr/>
        <p:txBody>
          <a:bodyPr>
            <a:noAutofit/>
          </a:bodyPr>
          <a:lstStyle/>
          <a:p>
            <a:r>
              <a:rPr lang="de-DE" dirty="0"/>
              <a:t>Lorem ipsum dolor sit amet, consectetur adipiscing elit. Curabitur vitae suscipit sem.</a:t>
            </a:r>
          </a:p>
        </p:txBody>
      </p:sp>
      <p:sp>
        <p:nvSpPr>
          <p:cNvPr id="23" name="Textplatzhalter 22">
            <a:extLst>
              <a:ext uri="{FF2B5EF4-FFF2-40B4-BE49-F238E27FC236}">
                <a16:creationId xmlns:a16="http://schemas.microsoft.com/office/drawing/2014/main" id="{9B28D103-12B7-4E5F-AF3A-AE7BF6A08E48}"/>
              </a:ext>
            </a:extLst>
          </p:cNvPr>
          <p:cNvSpPr>
            <a:spLocks noGrp="1"/>
          </p:cNvSpPr>
          <p:nvPr>
            <p:ph type="body" sz="quarter" idx="27"/>
          </p:nvPr>
        </p:nvSpPr>
        <p:spPr/>
        <p:txBody>
          <a:bodyPr>
            <a:noAutofit/>
          </a:bodyPr>
          <a:lstStyle/>
          <a:p>
            <a:r>
              <a:rPr lang="de-DE" dirty="0"/>
              <a:t>Lorem ipsum dolor sit amet, consectetur adipiscing elit. Curabitur vitae suscipit sem.</a:t>
            </a:r>
          </a:p>
        </p:txBody>
      </p:sp>
      <p:sp>
        <p:nvSpPr>
          <p:cNvPr id="24" name="Textplatzhalter 23">
            <a:extLst>
              <a:ext uri="{FF2B5EF4-FFF2-40B4-BE49-F238E27FC236}">
                <a16:creationId xmlns:a16="http://schemas.microsoft.com/office/drawing/2014/main" id="{628C6EE5-1F7D-A88A-5718-64418AA8DF1E}"/>
              </a:ext>
            </a:extLst>
          </p:cNvPr>
          <p:cNvSpPr>
            <a:spLocks noGrp="1"/>
          </p:cNvSpPr>
          <p:nvPr>
            <p:ph type="body" sz="quarter" idx="28"/>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a:t>
            </a:r>
            <a:r>
              <a:rPr lang="de-DE" dirty="0" err="1"/>
              <a:t>Curabitur</a:t>
            </a:r>
            <a:r>
              <a:rPr lang="de-DE" dirty="0"/>
              <a:t> </a:t>
            </a:r>
            <a:r>
              <a:rPr lang="de-DE" dirty="0" err="1"/>
              <a:t>vitae</a:t>
            </a:r>
            <a:r>
              <a:rPr lang="de-DE" dirty="0"/>
              <a:t> </a:t>
            </a:r>
            <a:r>
              <a:rPr lang="de-DE" dirty="0" err="1"/>
              <a:t>suscipit</a:t>
            </a:r>
            <a:r>
              <a:rPr lang="de-DE" dirty="0"/>
              <a:t> </a:t>
            </a:r>
            <a:r>
              <a:rPr lang="de-DE" dirty="0" err="1"/>
              <a:t>sem</a:t>
            </a:r>
            <a:r>
              <a:rPr lang="de-DE" dirty="0"/>
              <a:t>.</a:t>
            </a:r>
          </a:p>
        </p:txBody>
      </p:sp>
      <p:sp>
        <p:nvSpPr>
          <p:cNvPr id="25" name="Textplatzhalter 24">
            <a:extLst>
              <a:ext uri="{FF2B5EF4-FFF2-40B4-BE49-F238E27FC236}">
                <a16:creationId xmlns:a16="http://schemas.microsoft.com/office/drawing/2014/main" id="{C63F87B3-8DA5-6DCB-B62A-C9B0E0F67BEB}"/>
              </a:ext>
            </a:extLst>
          </p:cNvPr>
          <p:cNvSpPr>
            <a:spLocks noGrp="1"/>
          </p:cNvSpPr>
          <p:nvPr>
            <p:ph type="body" sz="quarter" idx="29"/>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a:t>
            </a:r>
            <a:r>
              <a:rPr lang="de-DE" dirty="0" err="1"/>
              <a:t>Curabitur</a:t>
            </a:r>
            <a:r>
              <a:rPr lang="de-DE" dirty="0"/>
              <a:t> </a:t>
            </a:r>
            <a:r>
              <a:rPr lang="de-DE" dirty="0" err="1"/>
              <a:t>vitae</a:t>
            </a:r>
            <a:r>
              <a:rPr lang="de-DE" dirty="0"/>
              <a:t> </a:t>
            </a:r>
            <a:r>
              <a:rPr lang="de-DE" dirty="0" err="1"/>
              <a:t>suscipit</a:t>
            </a:r>
            <a:r>
              <a:rPr lang="de-DE" dirty="0"/>
              <a:t> </a:t>
            </a:r>
            <a:r>
              <a:rPr lang="de-DE" dirty="0" err="1"/>
              <a:t>sem</a:t>
            </a:r>
            <a:r>
              <a:rPr lang="de-DE" dirty="0"/>
              <a:t>.</a:t>
            </a:r>
          </a:p>
        </p:txBody>
      </p:sp>
      <p:sp>
        <p:nvSpPr>
          <p:cNvPr id="26" name="Textplatzhalter 25">
            <a:extLst>
              <a:ext uri="{FF2B5EF4-FFF2-40B4-BE49-F238E27FC236}">
                <a16:creationId xmlns:a16="http://schemas.microsoft.com/office/drawing/2014/main" id="{0C3994C3-E92C-8E1B-D366-CD9F3ADA3495}"/>
              </a:ext>
            </a:extLst>
          </p:cNvPr>
          <p:cNvSpPr>
            <a:spLocks noGrp="1"/>
          </p:cNvSpPr>
          <p:nvPr>
            <p:ph type="body" sz="quarter" idx="30"/>
          </p:nvPr>
        </p:nvSpPr>
        <p:spPr/>
        <p:txBody>
          <a:bodyPr>
            <a:noAutofit/>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a:t>
            </a:r>
            <a:r>
              <a:rPr lang="de-DE" dirty="0" err="1"/>
              <a:t>Curabitur</a:t>
            </a:r>
            <a:r>
              <a:rPr lang="de-DE" dirty="0"/>
              <a:t> </a:t>
            </a:r>
            <a:r>
              <a:rPr lang="de-DE" dirty="0" err="1"/>
              <a:t>vitae</a:t>
            </a:r>
            <a:r>
              <a:rPr lang="de-DE" dirty="0"/>
              <a:t> </a:t>
            </a:r>
            <a:r>
              <a:rPr lang="de-DE" dirty="0" err="1"/>
              <a:t>suscipit</a:t>
            </a:r>
            <a:r>
              <a:rPr lang="de-DE" dirty="0"/>
              <a:t> </a:t>
            </a:r>
            <a:r>
              <a:rPr lang="de-DE" dirty="0" err="1"/>
              <a:t>sem</a:t>
            </a:r>
            <a:r>
              <a:rPr lang="de-DE" dirty="0"/>
              <a:t>.</a:t>
            </a:r>
          </a:p>
        </p:txBody>
      </p:sp>
      <p:sp>
        <p:nvSpPr>
          <p:cNvPr id="5" name="Textplatzhalter 4">
            <a:extLst>
              <a:ext uri="{FF2B5EF4-FFF2-40B4-BE49-F238E27FC236}">
                <a16:creationId xmlns:a16="http://schemas.microsoft.com/office/drawing/2014/main" id="{15F50179-01EA-6A4D-04F4-4FD1AADD9EFD}"/>
              </a:ext>
            </a:extLst>
          </p:cNvPr>
          <p:cNvSpPr>
            <a:spLocks noGrp="1"/>
          </p:cNvSpPr>
          <p:nvPr>
            <p:ph type="body" sz="quarter" idx="19"/>
          </p:nvPr>
        </p:nvSpPr>
        <p:spPr/>
        <p:txBody>
          <a:bodyPr>
            <a:noAutofit/>
          </a:bodyPr>
          <a:lstStyle/>
          <a:p>
            <a:r>
              <a:rPr lang="de-DE" dirty="0"/>
              <a:t>Lorem ipsum dolor sit amet, consectetur adipiscing elit. Curabitur vitae suscipit sem. Vestibulum ante ipsum primis in faucibus orci luctus et ultrices posuere cubilia curae; Proin non arcu at justo bibendum fermentum. Integer viverra, ipsum eu volutpat vestibulum, libero velit tincidunt sapien, sed cursus lacus turpis sed urna. Sed nec lorem id velit varius luctus. Suspendisse potenti. Duis pharetra, enim ut tempor maximus, risus turpis malesuada est, vel malesuada orci est nec lectus. Cras ac efficitur tortor. Aliquam erat volutpat. Nulla facilisi. Donec ut enim at risus dignissim rhoncus.</a:t>
            </a:r>
          </a:p>
          <a:p>
            <a:r>
              <a:rPr lang="de-DE" dirty="0"/>
              <a:t>Lorem ipsum dolor sit amet, consectetur adipiscing elit. Curabitur vitae suscipit sem. Vestibulum ante ipsum primis in faucibus orci luctus et ultrices posuere cubilia curae; Proin non arcu at justo bibendum fermentum. Integer viverra, ipsum eu volutpat vestibulum, libero velit tincidunt sapien, sed cursus lacus turpis sed urna. Sed nec lorem id velit varius luctus. Suspendisse potenti. </a:t>
            </a:r>
          </a:p>
        </p:txBody>
      </p:sp>
      <p:sp>
        <p:nvSpPr>
          <p:cNvPr id="2" name="Textplatzhalter 1">
            <a:extLst>
              <a:ext uri="{FF2B5EF4-FFF2-40B4-BE49-F238E27FC236}">
                <a16:creationId xmlns:a16="http://schemas.microsoft.com/office/drawing/2014/main" id="{A5E2D356-0D97-A143-D450-CFB8AEABFE9C}"/>
              </a:ext>
            </a:extLst>
          </p:cNvPr>
          <p:cNvSpPr>
            <a:spLocks noGrp="1"/>
          </p:cNvSpPr>
          <p:nvPr>
            <p:ph type="body" sz="quarter" idx="10"/>
          </p:nvPr>
        </p:nvSpPr>
        <p:spPr/>
        <p:txBody>
          <a:bodyPr>
            <a:noAutofit/>
          </a:bodyPr>
          <a:lstStyle/>
          <a:p>
            <a:r>
              <a:rPr lang="de-DE" dirty="0" err="1"/>
              <a:t>Lorem</a:t>
            </a:r>
            <a:r>
              <a:rPr lang="de-DE" dirty="0"/>
              <a:t> Ipsum</a:t>
            </a:r>
          </a:p>
        </p:txBody>
      </p:sp>
      <p:sp>
        <p:nvSpPr>
          <p:cNvPr id="3" name="Textplatzhalter 2">
            <a:extLst>
              <a:ext uri="{FF2B5EF4-FFF2-40B4-BE49-F238E27FC236}">
                <a16:creationId xmlns:a16="http://schemas.microsoft.com/office/drawing/2014/main" id="{4BBFC7E9-D52A-0251-0304-62EE697CB1B3}"/>
              </a:ext>
            </a:extLst>
          </p:cNvPr>
          <p:cNvSpPr>
            <a:spLocks noGrp="1"/>
          </p:cNvSpPr>
          <p:nvPr>
            <p:ph type="body" sz="quarter" idx="12"/>
          </p:nvPr>
        </p:nvSpPr>
        <p:spPr/>
        <p:txBody>
          <a:bodyPr>
            <a:noAutofit/>
          </a:bodyPr>
          <a:lstStyle/>
          <a:p>
            <a:r>
              <a:rPr lang="de-DE" dirty="0"/>
              <a:t>Lorem Ipsum</a:t>
            </a:r>
          </a:p>
        </p:txBody>
      </p:sp>
      <p:sp>
        <p:nvSpPr>
          <p:cNvPr id="4" name="Textplatzhalter 3">
            <a:extLst>
              <a:ext uri="{FF2B5EF4-FFF2-40B4-BE49-F238E27FC236}">
                <a16:creationId xmlns:a16="http://schemas.microsoft.com/office/drawing/2014/main" id="{39F2F716-2F7D-A7BB-1399-E3D561DBDBFA}"/>
              </a:ext>
            </a:extLst>
          </p:cNvPr>
          <p:cNvSpPr>
            <a:spLocks noGrp="1"/>
          </p:cNvSpPr>
          <p:nvPr>
            <p:ph type="body" sz="quarter" idx="13"/>
          </p:nvPr>
        </p:nvSpPr>
        <p:spPr/>
        <p:txBody>
          <a:bodyPr>
            <a:noAutofit/>
          </a:bodyPr>
          <a:lstStyle/>
          <a:p>
            <a:r>
              <a:rPr lang="de-DE" dirty="0"/>
              <a:t>Lorem Ipsum</a:t>
            </a:r>
          </a:p>
        </p:txBody>
      </p:sp>
      <p:sp>
        <p:nvSpPr>
          <p:cNvPr id="22" name="Textplatzhalter 21">
            <a:extLst>
              <a:ext uri="{FF2B5EF4-FFF2-40B4-BE49-F238E27FC236}">
                <a16:creationId xmlns:a16="http://schemas.microsoft.com/office/drawing/2014/main" id="{9FD380AF-0B4B-FDB2-E066-9B324C5A0D0C}"/>
              </a:ext>
            </a:extLst>
          </p:cNvPr>
          <p:cNvSpPr>
            <a:spLocks noGrp="1"/>
          </p:cNvSpPr>
          <p:nvPr>
            <p:ph type="body" sz="quarter" idx="26"/>
          </p:nvPr>
        </p:nvSpPr>
        <p:spPr/>
        <p:txBody>
          <a:bodyPr>
            <a:noAutofit/>
          </a:bodyPr>
          <a:lstStyle/>
          <a:p>
            <a:r>
              <a:rPr lang="de-DE" dirty="0"/>
              <a:t>01</a:t>
            </a:r>
          </a:p>
        </p:txBody>
      </p:sp>
      <p:sp>
        <p:nvSpPr>
          <p:cNvPr id="27" name="Textplatzhalter 26">
            <a:extLst>
              <a:ext uri="{FF2B5EF4-FFF2-40B4-BE49-F238E27FC236}">
                <a16:creationId xmlns:a16="http://schemas.microsoft.com/office/drawing/2014/main" id="{590AE713-9F1F-5D06-1827-8FDF9B88811F}"/>
              </a:ext>
            </a:extLst>
          </p:cNvPr>
          <p:cNvSpPr>
            <a:spLocks noGrp="1"/>
          </p:cNvSpPr>
          <p:nvPr>
            <p:ph type="body" sz="quarter" idx="31"/>
          </p:nvPr>
        </p:nvSpPr>
        <p:spPr/>
        <p:txBody>
          <a:bodyPr>
            <a:noAutofit/>
          </a:bodyPr>
          <a:lstStyle/>
          <a:p>
            <a:r>
              <a:rPr lang="de-DE" dirty="0"/>
              <a:t>02</a:t>
            </a:r>
          </a:p>
        </p:txBody>
      </p:sp>
      <p:sp>
        <p:nvSpPr>
          <p:cNvPr id="28" name="Textplatzhalter 27">
            <a:extLst>
              <a:ext uri="{FF2B5EF4-FFF2-40B4-BE49-F238E27FC236}">
                <a16:creationId xmlns:a16="http://schemas.microsoft.com/office/drawing/2014/main" id="{F87BE02B-A957-A887-143A-8495ADD0C758}"/>
              </a:ext>
            </a:extLst>
          </p:cNvPr>
          <p:cNvSpPr>
            <a:spLocks noGrp="1"/>
          </p:cNvSpPr>
          <p:nvPr>
            <p:ph type="body" sz="quarter" idx="32"/>
          </p:nvPr>
        </p:nvSpPr>
        <p:spPr/>
        <p:txBody>
          <a:bodyPr>
            <a:noAutofit/>
          </a:bodyPr>
          <a:lstStyle/>
          <a:p>
            <a:r>
              <a:rPr lang="de-DE" dirty="0"/>
              <a:t>03</a:t>
            </a:r>
          </a:p>
        </p:txBody>
      </p:sp>
      <p:sp>
        <p:nvSpPr>
          <p:cNvPr id="29" name="Textplatzhalter 28">
            <a:extLst>
              <a:ext uri="{FF2B5EF4-FFF2-40B4-BE49-F238E27FC236}">
                <a16:creationId xmlns:a16="http://schemas.microsoft.com/office/drawing/2014/main" id="{AB7CD08C-F567-356C-80D6-E703C44F504B}"/>
              </a:ext>
            </a:extLst>
          </p:cNvPr>
          <p:cNvSpPr>
            <a:spLocks noGrp="1"/>
          </p:cNvSpPr>
          <p:nvPr>
            <p:ph type="body" sz="quarter" idx="33"/>
          </p:nvPr>
        </p:nvSpPr>
        <p:spPr/>
        <p:txBody>
          <a:bodyPr>
            <a:noAutofit/>
          </a:bodyPr>
          <a:lstStyle/>
          <a:p>
            <a:r>
              <a:rPr lang="de-DE" dirty="0"/>
              <a:t>04</a:t>
            </a:r>
          </a:p>
        </p:txBody>
      </p:sp>
      <p:sp>
        <p:nvSpPr>
          <p:cNvPr id="30" name="Textplatzhalter 29">
            <a:extLst>
              <a:ext uri="{FF2B5EF4-FFF2-40B4-BE49-F238E27FC236}">
                <a16:creationId xmlns:a16="http://schemas.microsoft.com/office/drawing/2014/main" id="{A924696B-B1F6-B2FD-2664-3FF49C796302}"/>
              </a:ext>
            </a:extLst>
          </p:cNvPr>
          <p:cNvSpPr>
            <a:spLocks noGrp="1"/>
          </p:cNvSpPr>
          <p:nvPr>
            <p:ph type="body" sz="quarter" idx="34"/>
          </p:nvPr>
        </p:nvSpPr>
        <p:spPr/>
        <p:txBody>
          <a:bodyPr>
            <a:noAutofit/>
          </a:bodyPr>
          <a:lstStyle/>
          <a:p>
            <a:r>
              <a:rPr lang="de-DE" dirty="0"/>
              <a:t>05</a:t>
            </a:r>
          </a:p>
        </p:txBody>
      </p:sp>
      <p:sp>
        <p:nvSpPr>
          <p:cNvPr id="31" name="Textplatzhalter 30">
            <a:extLst>
              <a:ext uri="{FF2B5EF4-FFF2-40B4-BE49-F238E27FC236}">
                <a16:creationId xmlns:a16="http://schemas.microsoft.com/office/drawing/2014/main" id="{992B4F0B-2FBB-0AFE-EB67-3B55F5A4C826}"/>
              </a:ext>
            </a:extLst>
          </p:cNvPr>
          <p:cNvSpPr>
            <a:spLocks noGrp="1"/>
          </p:cNvSpPr>
          <p:nvPr>
            <p:ph type="body" sz="quarter" idx="35"/>
          </p:nvPr>
        </p:nvSpPr>
        <p:spPr/>
        <p:txBody>
          <a:bodyPr>
            <a:noAutofit/>
          </a:bodyPr>
          <a:lstStyle/>
          <a:p>
            <a:endParaRPr lang="de-DE"/>
          </a:p>
        </p:txBody>
      </p:sp>
    </p:spTree>
    <p:extLst>
      <p:ext uri="{BB962C8B-B14F-4D97-AF65-F5344CB8AC3E}">
        <p14:creationId xmlns:p14="http://schemas.microsoft.com/office/powerpoint/2010/main" val="11955836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5384E1C7-5CFD-269C-F026-7E532B152F86}"/>
              </a:ext>
            </a:extLst>
          </p:cNvPr>
          <p:cNvSpPr>
            <a:spLocks noGrp="1"/>
          </p:cNvSpPr>
          <p:nvPr>
            <p:ph type="body" sz="quarter" idx="10"/>
          </p:nvPr>
        </p:nvSpPr>
        <p:spPr/>
        <p:txBody>
          <a:bodyPr/>
          <a:lstStyle/>
          <a:p>
            <a:endParaRPr lang="de-DE" dirty="0"/>
          </a:p>
        </p:txBody>
      </p:sp>
      <p:sp>
        <p:nvSpPr>
          <p:cNvPr id="3" name="Textplatzhalter 2">
            <a:extLst>
              <a:ext uri="{FF2B5EF4-FFF2-40B4-BE49-F238E27FC236}">
                <a16:creationId xmlns:a16="http://schemas.microsoft.com/office/drawing/2014/main" id="{7E4D006C-FD61-6DCF-5684-2A7D3C5B0FC8}"/>
              </a:ext>
            </a:extLst>
          </p:cNvPr>
          <p:cNvSpPr>
            <a:spLocks noGrp="1"/>
          </p:cNvSpPr>
          <p:nvPr>
            <p:ph type="body" sz="quarter" idx="11"/>
          </p:nvPr>
        </p:nvSpPr>
        <p:spPr/>
        <p:txBody>
          <a:bodyPr/>
          <a:lstStyle/>
          <a:p>
            <a:endParaRPr lang="de-DE"/>
          </a:p>
        </p:txBody>
      </p:sp>
      <p:sp>
        <p:nvSpPr>
          <p:cNvPr id="4" name="Bildplatzhalter 3">
            <a:extLst>
              <a:ext uri="{FF2B5EF4-FFF2-40B4-BE49-F238E27FC236}">
                <a16:creationId xmlns:a16="http://schemas.microsoft.com/office/drawing/2014/main" id="{EDD4D859-72A4-484A-6F08-23AD8326EFED}"/>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13891286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0DAB177F-183D-3BF9-B181-D85698D01224}"/>
              </a:ext>
            </a:extLst>
          </p:cNvPr>
          <p:cNvSpPr>
            <a:spLocks noGrp="1"/>
          </p:cNvSpPr>
          <p:nvPr>
            <p:ph type="pic" sz="quarter" idx="12"/>
          </p:nvPr>
        </p:nvSpPr>
        <p:spPr/>
        <p:txBody>
          <a:bodyPr/>
          <a:lstStyle/>
          <a:p>
            <a:endParaRPr lang="de-DE"/>
          </a:p>
        </p:txBody>
      </p:sp>
      <p:sp>
        <p:nvSpPr>
          <p:cNvPr id="3" name="Textplatzhalter 2">
            <a:extLst>
              <a:ext uri="{FF2B5EF4-FFF2-40B4-BE49-F238E27FC236}">
                <a16:creationId xmlns:a16="http://schemas.microsoft.com/office/drawing/2014/main" id="{E0545DBE-33BD-2F33-D580-54B10EFC589D}"/>
              </a:ext>
            </a:extLst>
          </p:cNvPr>
          <p:cNvSpPr>
            <a:spLocks noGrp="1"/>
          </p:cNvSpPr>
          <p:nvPr>
            <p:ph type="body" sz="quarter" idx="13"/>
          </p:nvPr>
        </p:nvSpPr>
        <p:spPr/>
        <p:txBody>
          <a:bodyPr/>
          <a:lstStyle/>
          <a:p>
            <a:endParaRPr lang="de-DE" dirty="0"/>
          </a:p>
        </p:txBody>
      </p:sp>
      <p:sp>
        <p:nvSpPr>
          <p:cNvPr id="4" name="Textplatzhalter 3">
            <a:extLst>
              <a:ext uri="{FF2B5EF4-FFF2-40B4-BE49-F238E27FC236}">
                <a16:creationId xmlns:a16="http://schemas.microsoft.com/office/drawing/2014/main" id="{92AEE036-8D99-7F6E-306E-6501887BDD05}"/>
              </a:ext>
            </a:extLst>
          </p:cNvPr>
          <p:cNvSpPr>
            <a:spLocks noGrp="1"/>
          </p:cNvSpPr>
          <p:nvPr>
            <p:ph type="body" sz="quarter" idx="14"/>
          </p:nvPr>
        </p:nvSpPr>
        <p:spPr/>
        <p:txBody>
          <a:bodyPr/>
          <a:lstStyle/>
          <a:p>
            <a:endParaRPr lang="de-DE" dirty="0"/>
          </a:p>
        </p:txBody>
      </p:sp>
      <p:sp>
        <p:nvSpPr>
          <p:cNvPr id="5" name="Textplatzhalter 4">
            <a:extLst>
              <a:ext uri="{FF2B5EF4-FFF2-40B4-BE49-F238E27FC236}">
                <a16:creationId xmlns:a16="http://schemas.microsoft.com/office/drawing/2014/main" id="{C7B9152B-2029-4272-4BA0-EEFC8AFE0C0F}"/>
              </a:ext>
            </a:extLst>
          </p:cNvPr>
          <p:cNvSpPr>
            <a:spLocks noGrp="1"/>
          </p:cNvSpPr>
          <p:nvPr>
            <p:ph type="body" sz="quarter" idx="19"/>
          </p:nvPr>
        </p:nvSpPr>
        <p:spPr/>
        <p:txBody>
          <a:bodyPr/>
          <a:lstStyle/>
          <a:p>
            <a:endParaRPr lang="de-DE" dirty="0"/>
          </a:p>
        </p:txBody>
      </p:sp>
      <p:sp>
        <p:nvSpPr>
          <p:cNvPr id="6" name="Textplatzhalter 5">
            <a:extLst>
              <a:ext uri="{FF2B5EF4-FFF2-40B4-BE49-F238E27FC236}">
                <a16:creationId xmlns:a16="http://schemas.microsoft.com/office/drawing/2014/main" id="{E3E0CFB3-9B4C-0C17-A30C-211C44976F3A}"/>
              </a:ext>
            </a:extLst>
          </p:cNvPr>
          <p:cNvSpPr>
            <a:spLocks noGrp="1"/>
          </p:cNvSpPr>
          <p:nvPr>
            <p:ph type="body" sz="quarter" idx="20"/>
          </p:nvPr>
        </p:nvSpPr>
        <p:spPr/>
        <p:txBody>
          <a:bodyPr/>
          <a:lstStyle/>
          <a:p>
            <a:endParaRPr lang="de-DE"/>
          </a:p>
        </p:txBody>
      </p:sp>
      <p:sp>
        <p:nvSpPr>
          <p:cNvPr id="7" name="Textplatzhalter 6">
            <a:extLst>
              <a:ext uri="{FF2B5EF4-FFF2-40B4-BE49-F238E27FC236}">
                <a16:creationId xmlns:a16="http://schemas.microsoft.com/office/drawing/2014/main" id="{3CECD415-1566-145B-FACA-3BB94E3C9539}"/>
              </a:ext>
            </a:extLst>
          </p:cNvPr>
          <p:cNvSpPr>
            <a:spLocks noGrp="1"/>
          </p:cNvSpPr>
          <p:nvPr>
            <p:ph type="body" sz="quarter" idx="21"/>
          </p:nvPr>
        </p:nvSpPr>
        <p:spPr/>
        <p:txBody>
          <a:bodyPr/>
          <a:lstStyle/>
          <a:p>
            <a:endParaRPr lang="de-DE"/>
          </a:p>
        </p:txBody>
      </p:sp>
      <p:sp>
        <p:nvSpPr>
          <p:cNvPr id="8" name="Textplatzhalter 7">
            <a:extLst>
              <a:ext uri="{FF2B5EF4-FFF2-40B4-BE49-F238E27FC236}">
                <a16:creationId xmlns:a16="http://schemas.microsoft.com/office/drawing/2014/main" id="{78016C3F-4841-4694-CD0B-9AA1945A8A9E}"/>
              </a:ext>
            </a:extLst>
          </p:cNvPr>
          <p:cNvSpPr>
            <a:spLocks noGrp="1"/>
          </p:cNvSpPr>
          <p:nvPr>
            <p:ph type="body" sz="quarter" idx="22"/>
          </p:nvPr>
        </p:nvSpPr>
        <p:spPr/>
        <p:txBody>
          <a:bodyPr/>
          <a:lstStyle/>
          <a:p>
            <a:endParaRPr lang="de-DE"/>
          </a:p>
        </p:txBody>
      </p:sp>
      <p:sp>
        <p:nvSpPr>
          <p:cNvPr id="9" name="Textplatzhalter 8">
            <a:extLst>
              <a:ext uri="{FF2B5EF4-FFF2-40B4-BE49-F238E27FC236}">
                <a16:creationId xmlns:a16="http://schemas.microsoft.com/office/drawing/2014/main" id="{9E7FAF0A-4AA9-C99B-677D-AA5B3B4BADDC}"/>
              </a:ext>
            </a:extLst>
          </p:cNvPr>
          <p:cNvSpPr>
            <a:spLocks noGrp="1"/>
          </p:cNvSpPr>
          <p:nvPr>
            <p:ph type="body" sz="quarter" idx="23"/>
          </p:nvPr>
        </p:nvSpPr>
        <p:spPr/>
        <p:txBody>
          <a:bodyPr/>
          <a:lstStyle/>
          <a:p>
            <a:endParaRPr lang="de-DE"/>
          </a:p>
        </p:txBody>
      </p:sp>
      <p:sp>
        <p:nvSpPr>
          <p:cNvPr id="10" name="Textplatzhalter 9">
            <a:extLst>
              <a:ext uri="{FF2B5EF4-FFF2-40B4-BE49-F238E27FC236}">
                <a16:creationId xmlns:a16="http://schemas.microsoft.com/office/drawing/2014/main" id="{4A3903ED-9BC2-2586-0056-98CABC209620}"/>
              </a:ext>
            </a:extLst>
          </p:cNvPr>
          <p:cNvSpPr>
            <a:spLocks noGrp="1"/>
          </p:cNvSpPr>
          <p:nvPr>
            <p:ph type="body" sz="quarter" idx="24"/>
          </p:nvPr>
        </p:nvSpPr>
        <p:spPr/>
        <p:txBody>
          <a:bodyPr/>
          <a:lstStyle/>
          <a:p>
            <a:endParaRPr lang="de-DE"/>
          </a:p>
        </p:txBody>
      </p:sp>
      <p:sp>
        <p:nvSpPr>
          <p:cNvPr id="11" name="Textplatzhalter 10">
            <a:extLst>
              <a:ext uri="{FF2B5EF4-FFF2-40B4-BE49-F238E27FC236}">
                <a16:creationId xmlns:a16="http://schemas.microsoft.com/office/drawing/2014/main" id="{FF52FD28-7202-B417-4F62-F8F997C48ECC}"/>
              </a:ext>
            </a:extLst>
          </p:cNvPr>
          <p:cNvSpPr>
            <a:spLocks noGrp="1"/>
          </p:cNvSpPr>
          <p:nvPr>
            <p:ph type="body" sz="quarter" idx="25"/>
          </p:nvPr>
        </p:nvSpPr>
        <p:spPr/>
        <p:txBody>
          <a:bodyPr/>
          <a:lstStyle/>
          <a:p>
            <a:endParaRPr lang="de-DE"/>
          </a:p>
        </p:txBody>
      </p:sp>
      <p:sp>
        <p:nvSpPr>
          <p:cNvPr id="12" name="Textplatzhalter 11">
            <a:extLst>
              <a:ext uri="{FF2B5EF4-FFF2-40B4-BE49-F238E27FC236}">
                <a16:creationId xmlns:a16="http://schemas.microsoft.com/office/drawing/2014/main" id="{0CE0FCF5-5F93-3605-7C3F-8094ABC8EEC7}"/>
              </a:ext>
            </a:extLst>
          </p:cNvPr>
          <p:cNvSpPr>
            <a:spLocks noGrp="1"/>
          </p:cNvSpPr>
          <p:nvPr>
            <p:ph type="body" sz="quarter" idx="26"/>
          </p:nvPr>
        </p:nvSpPr>
        <p:spPr/>
        <p:txBody>
          <a:bodyPr/>
          <a:lstStyle/>
          <a:p>
            <a:endParaRPr lang="de-DE"/>
          </a:p>
        </p:txBody>
      </p:sp>
    </p:spTree>
    <p:extLst>
      <p:ext uri="{BB962C8B-B14F-4D97-AF65-F5344CB8AC3E}">
        <p14:creationId xmlns:p14="http://schemas.microsoft.com/office/powerpoint/2010/main" val="1258781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95B90AC5-096C-D92F-D5BC-28335A240CD3}"/>
              </a:ext>
            </a:extLst>
          </p:cNvPr>
          <p:cNvSpPr>
            <a:spLocks noGrp="1"/>
          </p:cNvSpPr>
          <p:nvPr>
            <p:ph type="pic" sz="quarter" idx="12"/>
          </p:nvPr>
        </p:nvSpPr>
        <p:spPr/>
        <p:txBody>
          <a:bodyPr/>
          <a:lstStyle/>
          <a:p>
            <a:endParaRPr lang="de-DE"/>
          </a:p>
        </p:txBody>
      </p:sp>
      <p:sp>
        <p:nvSpPr>
          <p:cNvPr id="3" name="Textplatzhalter 2">
            <a:extLst>
              <a:ext uri="{FF2B5EF4-FFF2-40B4-BE49-F238E27FC236}">
                <a16:creationId xmlns:a16="http://schemas.microsoft.com/office/drawing/2014/main" id="{38A55DE1-08E0-83F3-B3A3-642222CBD552}"/>
              </a:ext>
            </a:extLst>
          </p:cNvPr>
          <p:cNvSpPr>
            <a:spLocks noGrp="1"/>
          </p:cNvSpPr>
          <p:nvPr>
            <p:ph type="body" sz="quarter" idx="13"/>
          </p:nvPr>
        </p:nvSpPr>
        <p:spPr/>
        <p:txBody>
          <a:bodyPr>
            <a:noAutofit/>
          </a:bodyPr>
          <a:lstStyle/>
          <a:p>
            <a:endParaRPr lang="de-DE"/>
          </a:p>
        </p:txBody>
      </p:sp>
      <p:sp>
        <p:nvSpPr>
          <p:cNvPr id="4" name="Textplatzhalter 3">
            <a:extLst>
              <a:ext uri="{FF2B5EF4-FFF2-40B4-BE49-F238E27FC236}">
                <a16:creationId xmlns:a16="http://schemas.microsoft.com/office/drawing/2014/main" id="{0ED6FFF3-C45E-6153-92AB-B0E0485F6811}"/>
              </a:ext>
            </a:extLst>
          </p:cNvPr>
          <p:cNvSpPr>
            <a:spLocks noGrp="1"/>
          </p:cNvSpPr>
          <p:nvPr>
            <p:ph type="body" sz="quarter" idx="14"/>
          </p:nvPr>
        </p:nvSpPr>
        <p:spPr/>
        <p:txBody>
          <a:bodyPr>
            <a:noAutofit/>
          </a:bodyPr>
          <a:lstStyle/>
          <a:p>
            <a:endParaRPr lang="de-DE"/>
          </a:p>
        </p:txBody>
      </p:sp>
      <p:sp>
        <p:nvSpPr>
          <p:cNvPr id="5" name="Bildplatzhalter 4">
            <a:extLst>
              <a:ext uri="{FF2B5EF4-FFF2-40B4-BE49-F238E27FC236}">
                <a16:creationId xmlns:a16="http://schemas.microsoft.com/office/drawing/2014/main" id="{2469E960-E815-A7BF-4C2B-F1817D936DC2}"/>
              </a:ext>
            </a:extLst>
          </p:cNvPr>
          <p:cNvSpPr>
            <a:spLocks noGrp="1"/>
          </p:cNvSpPr>
          <p:nvPr>
            <p:ph type="pic" sz="quarter" idx="20"/>
          </p:nvPr>
        </p:nvSpPr>
        <p:spPr/>
        <p:txBody>
          <a:bodyPr/>
          <a:lstStyle/>
          <a:p>
            <a:endParaRPr lang="de-DE"/>
          </a:p>
        </p:txBody>
      </p:sp>
      <p:sp>
        <p:nvSpPr>
          <p:cNvPr id="6" name="Textplatzhalter 5">
            <a:extLst>
              <a:ext uri="{FF2B5EF4-FFF2-40B4-BE49-F238E27FC236}">
                <a16:creationId xmlns:a16="http://schemas.microsoft.com/office/drawing/2014/main" id="{AC929D79-67EE-242D-E2B2-F3F32366C212}"/>
              </a:ext>
            </a:extLst>
          </p:cNvPr>
          <p:cNvSpPr>
            <a:spLocks noGrp="1"/>
          </p:cNvSpPr>
          <p:nvPr>
            <p:ph type="body" sz="quarter" idx="10"/>
          </p:nvPr>
        </p:nvSpPr>
        <p:spPr/>
        <p:txBody>
          <a:bodyPr>
            <a:noAutofit/>
          </a:bodyPr>
          <a:lstStyle/>
          <a:p>
            <a:endParaRPr lang="de-DE"/>
          </a:p>
        </p:txBody>
      </p:sp>
      <p:sp>
        <p:nvSpPr>
          <p:cNvPr id="7" name="Textplatzhalter 6">
            <a:extLst>
              <a:ext uri="{FF2B5EF4-FFF2-40B4-BE49-F238E27FC236}">
                <a16:creationId xmlns:a16="http://schemas.microsoft.com/office/drawing/2014/main" id="{0E199E1D-B09C-8D33-EEF5-8447B6756A2E}"/>
              </a:ext>
            </a:extLst>
          </p:cNvPr>
          <p:cNvSpPr>
            <a:spLocks noGrp="1"/>
          </p:cNvSpPr>
          <p:nvPr>
            <p:ph type="body" sz="quarter" idx="21"/>
          </p:nvPr>
        </p:nvSpPr>
        <p:spPr/>
        <p:txBody>
          <a:bodyPr>
            <a:noAutofit/>
          </a:bodyPr>
          <a:lstStyle/>
          <a:p>
            <a:endParaRPr lang="de-DE" dirty="0"/>
          </a:p>
        </p:txBody>
      </p:sp>
      <p:sp>
        <p:nvSpPr>
          <p:cNvPr id="8" name="Textplatzhalter 7">
            <a:extLst>
              <a:ext uri="{FF2B5EF4-FFF2-40B4-BE49-F238E27FC236}">
                <a16:creationId xmlns:a16="http://schemas.microsoft.com/office/drawing/2014/main" id="{D9BBF344-9A59-93A5-B156-DF7EA571D7CE}"/>
              </a:ext>
            </a:extLst>
          </p:cNvPr>
          <p:cNvSpPr>
            <a:spLocks noGrp="1"/>
          </p:cNvSpPr>
          <p:nvPr>
            <p:ph type="body" sz="quarter" idx="22"/>
          </p:nvPr>
        </p:nvSpPr>
        <p:spPr/>
        <p:txBody>
          <a:bodyPr>
            <a:noAutofit/>
          </a:bodyPr>
          <a:lstStyle/>
          <a:p>
            <a:endParaRPr lang="de-DE"/>
          </a:p>
        </p:txBody>
      </p:sp>
      <p:sp>
        <p:nvSpPr>
          <p:cNvPr id="9" name="Bildplatzhalter 8">
            <a:extLst>
              <a:ext uri="{FF2B5EF4-FFF2-40B4-BE49-F238E27FC236}">
                <a16:creationId xmlns:a16="http://schemas.microsoft.com/office/drawing/2014/main" id="{911E0225-A09C-ADB5-C557-92A634AAB7F6}"/>
              </a:ext>
            </a:extLst>
          </p:cNvPr>
          <p:cNvSpPr>
            <a:spLocks noGrp="1"/>
          </p:cNvSpPr>
          <p:nvPr>
            <p:ph type="pic" sz="quarter" idx="23"/>
          </p:nvPr>
        </p:nvSpPr>
        <p:spPr/>
        <p:txBody>
          <a:bodyPr/>
          <a:lstStyle/>
          <a:p>
            <a:endParaRPr lang="de-DE"/>
          </a:p>
        </p:txBody>
      </p:sp>
      <p:sp>
        <p:nvSpPr>
          <p:cNvPr id="10" name="Textplatzhalter 9">
            <a:extLst>
              <a:ext uri="{FF2B5EF4-FFF2-40B4-BE49-F238E27FC236}">
                <a16:creationId xmlns:a16="http://schemas.microsoft.com/office/drawing/2014/main" id="{2C772941-AB86-3EE2-64E1-34238106D0C3}"/>
              </a:ext>
            </a:extLst>
          </p:cNvPr>
          <p:cNvSpPr>
            <a:spLocks noGrp="1"/>
          </p:cNvSpPr>
          <p:nvPr>
            <p:ph type="body" sz="quarter" idx="24"/>
          </p:nvPr>
        </p:nvSpPr>
        <p:spPr/>
        <p:txBody>
          <a:bodyPr>
            <a:noAutofit/>
          </a:bodyPr>
          <a:lstStyle/>
          <a:p>
            <a:endParaRPr lang="de-DE"/>
          </a:p>
        </p:txBody>
      </p:sp>
      <p:sp>
        <p:nvSpPr>
          <p:cNvPr id="11" name="Textplatzhalter 10">
            <a:extLst>
              <a:ext uri="{FF2B5EF4-FFF2-40B4-BE49-F238E27FC236}">
                <a16:creationId xmlns:a16="http://schemas.microsoft.com/office/drawing/2014/main" id="{283D86A3-799E-65C9-CC6A-3D7ABA654AE2}"/>
              </a:ext>
            </a:extLst>
          </p:cNvPr>
          <p:cNvSpPr>
            <a:spLocks noGrp="1"/>
          </p:cNvSpPr>
          <p:nvPr>
            <p:ph type="body" sz="quarter" idx="25"/>
          </p:nvPr>
        </p:nvSpPr>
        <p:spPr/>
        <p:txBody>
          <a:bodyPr>
            <a:noAutofit/>
          </a:bodyPr>
          <a:lstStyle/>
          <a:p>
            <a:endParaRPr lang="de-DE"/>
          </a:p>
        </p:txBody>
      </p:sp>
      <p:sp>
        <p:nvSpPr>
          <p:cNvPr id="12" name="Bildplatzhalter 11">
            <a:extLst>
              <a:ext uri="{FF2B5EF4-FFF2-40B4-BE49-F238E27FC236}">
                <a16:creationId xmlns:a16="http://schemas.microsoft.com/office/drawing/2014/main" id="{C4DD22FC-130C-A464-27E1-FDE52CCD94CE}"/>
              </a:ext>
            </a:extLst>
          </p:cNvPr>
          <p:cNvSpPr>
            <a:spLocks noGrp="1"/>
          </p:cNvSpPr>
          <p:nvPr>
            <p:ph type="pic" sz="quarter" idx="26"/>
          </p:nvPr>
        </p:nvSpPr>
        <p:spPr/>
        <p:txBody>
          <a:bodyPr/>
          <a:lstStyle/>
          <a:p>
            <a:endParaRPr lang="de-DE"/>
          </a:p>
        </p:txBody>
      </p:sp>
    </p:spTree>
    <p:extLst>
      <p:ext uri="{BB962C8B-B14F-4D97-AF65-F5344CB8AC3E}">
        <p14:creationId xmlns:p14="http://schemas.microsoft.com/office/powerpoint/2010/main" val="22462461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F0B12-F8EF-1AB2-B08F-5F85EA286531}"/>
            </a:ext>
          </a:extLst>
        </p:cNvPr>
        <p:cNvGrpSpPr/>
        <p:nvPr/>
      </p:nvGrpSpPr>
      <p:grpSpPr>
        <a:xfrm>
          <a:off x="0" y="0"/>
          <a:ext cx="0" cy="0"/>
          <a:chOff x="0" y="0"/>
          <a:chExt cx="0" cy="0"/>
        </a:xfrm>
      </p:grpSpPr>
      <p:sp>
        <p:nvSpPr>
          <p:cNvPr id="2" name="Bildplatzhalter 1">
            <a:extLst>
              <a:ext uri="{FF2B5EF4-FFF2-40B4-BE49-F238E27FC236}">
                <a16:creationId xmlns:a16="http://schemas.microsoft.com/office/drawing/2014/main" id="{225E9CE7-DDEB-1E0F-0ED8-26456CD0E153}"/>
              </a:ext>
            </a:extLst>
          </p:cNvPr>
          <p:cNvSpPr>
            <a:spLocks noGrp="1"/>
          </p:cNvSpPr>
          <p:nvPr>
            <p:ph type="pic" sz="quarter" idx="12"/>
          </p:nvPr>
        </p:nvSpPr>
        <p:spPr/>
        <p:txBody>
          <a:bodyPr/>
          <a:lstStyle/>
          <a:p>
            <a:endParaRPr lang="de-DE"/>
          </a:p>
        </p:txBody>
      </p:sp>
      <p:sp>
        <p:nvSpPr>
          <p:cNvPr id="3" name="Textplatzhalter 2">
            <a:extLst>
              <a:ext uri="{FF2B5EF4-FFF2-40B4-BE49-F238E27FC236}">
                <a16:creationId xmlns:a16="http://schemas.microsoft.com/office/drawing/2014/main" id="{1C36BFD3-8C20-8188-791B-C045E52D959C}"/>
              </a:ext>
            </a:extLst>
          </p:cNvPr>
          <p:cNvSpPr>
            <a:spLocks noGrp="1"/>
          </p:cNvSpPr>
          <p:nvPr>
            <p:ph type="body" sz="quarter" idx="13"/>
          </p:nvPr>
        </p:nvSpPr>
        <p:spPr/>
        <p:txBody>
          <a:bodyPr>
            <a:noAutofit/>
          </a:bodyPr>
          <a:lstStyle/>
          <a:p>
            <a:endParaRPr lang="de-DE" dirty="0"/>
          </a:p>
        </p:txBody>
      </p:sp>
      <p:sp>
        <p:nvSpPr>
          <p:cNvPr id="4" name="Textplatzhalter 3">
            <a:extLst>
              <a:ext uri="{FF2B5EF4-FFF2-40B4-BE49-F238E27FC236}">
                <a16:creationId xmlns:a16="http://schemas.microsoft.com/office/drawing/2014/main" id="{146C848B-93DC-A0A5-E9F9-C3D9D2FA375D}"/>
              </a:ext>
            </a:extLst>
          </p:cNvPr>
          <p:cNvSpPr>
            <a:spLocks noGrp="1"/>
          </p:cNvSpPr>
          <p:nvPr>
            <p:ph type="body" sz="quarter" idx="14"/>
          </p:nvPr>
        </p:nvSpPr>
        <p:spPr/>
        <p:txBody>
          <a:bodyPr>
            <a:noAutofit/>
          </a:bodyPr>
          <a:lstStyle/>
          <a:p>
            <a:endParaRPr lang="de-DE" dirty="0"/>
          </a:p>
        </p:txBody>
      </p:sp>
      <p:sp>
        <p:nvSpPr>
          <p:cNvPr id="5" name="Bildplatzhalter 4">
            <a:extLst>
              <a:ext uri="{FF2B5EF4-FFF2-40B4-BE49-F238E27FC236}">
                <a16:creationId xmlns:a16="http://schemas.microsoft.com/office/drawing/2014/main" id="{3683A81B-6E17-599B-047E-B9A918088CD3}"/>
              </a:ext>
            </a:extLst>
          </p:cNvPr>
          <p:cNvSpPr>
            <a:spLocks noGrp="1"/>
          </p:cNvSpPr>
          <p:nvPr>
            <p:ph type="pic" sz="quarter" idx="20"/>
          </p:nvPr>
        </p:nvSpPr>
        <p:spPr/>
        <p:txBody>
          <a:bodyPr/>
          <a:lstStyle/>
          <a:p>
            <a:endParaRPr lang="de-DE"/>
          </a:p>
        </p:txBody>
      </p:sp>
      <p:sp>
        <p:nvSpPr>
          <p:cNvPr id="6" name="Textplatzhalter 5">
            <a:extLst>
              <a:ext uri="{FF2B5EF4-FFF2-40B4-BE49-F238E27FC236}">
                <a16:creationId xmlns:a16="http://schemas.microsoft.com/office/drawing/2014/main" id="{5764DA38-3F7D-23B6-5100-83C8D151B412}"/>
              </a:ext>
            </a:extLst>
          </p:cNvPr>
          <p:cNvSpPr>
            <a:spLocks noGrp="1"/>
          </p:cNvSpPr>
          <p:nvPr>
            <p:ph type="body" sz="quarter" idx="10"/>
          </p:nvPr>
        </p:nvSpPr>
        <p:spPr/>
        <p:txBody>
          <a:bodyPr>
            <a:noAutofit/>
          </a:bodyPr>
          <a:lstStyle/>
          <a:p>
            <a:endParaRPr lang="de-DE"/>
          </a:p>
        </p:txBody>
      </p:sp>
      <p:sp>
        <p:nvSpPr>
          <p:cNvPr id="7" name="Textplatzhalter 6">
            <a:extLst>
              <a:ext uri="{FF2B5EF4-FFF2-40B4-BE49-F238E27FC236}">
                <a16:creationId xmlns:a16="http://schemas.microsoft.com/office/drawing/2014/main" id="{D0443063-7260-F2A2-8CD7-D3D23B9426C3}"/>
              </a:ext>
            </a:extLst>
          </p:cNvPr>
          <p:cNvSpPr>
            <a:spLocks noGrp="1"/>
          </p:cNvSpPr>
          <p:nvPr>
            <p:ph type="body" sz="quarter" idx="21"/>
          </p:nvPr>
        </p:nvSpPr>
        <p:spPr/>
        <p:txBody>
          <a:bodyPr>
            <a:noAutofit/>
          </a:bodyPr>
          <a:lstStyle/>
          <a:p>
            <a:endParaRPr lang="de-DE"/>
          </a:p>
        </p:txBody>
      </p:sp>
      <p:sp>
        <p:nvSpPr>
          <p:cNvPr id="8" name="Textplatzhalter 7">
            <a:extLst>
              <a:ext uri="{FF2B5EF4-FFF2-40B4-BE49-F238E27FC236}">
                <a16:creationId xmlns:a16="http://schemas.microsoft.com/office/drawing/2014/main" id="{E786EF94-4699-C04A-B3F9-F496AADC7889}"/>
              </a:ext>
            </a:extLst>
          </p:cNvPr>
          <p:cNvSpPr>
            <a:spLocks noGrp="1"/>
          </p:cNvSpPr>
          <p:nvPr>
            <p:ph type="body" sz="quarter" idx="22"/>
          </p:nvPr>
        </p:nvSpPr>
        <p:spPr/>
        <p:txBody>
          <a:bodyPr>
            <a:noAutofit/>
          </a:bodyPr>
          <a:lstStyle/>
          <a:p>
            <a:endParaRPr lang="de-DE"/>
          </a:p>
        </p:txBody>
      </p:sp>
      <p:sp>
        <p:nvSpPr>
          <p:cNvPr id="9" name="Bildplatzhalter 8">
            <a:extLst>
              <a:ext uri="{FF2B5EF4-FFF2-40B4-BE49-F238E27FC236}">
                <a16:creationId xmlns:a16="http://schemas.microsoft.com/office/drawing/2014/main" id="{ED79B3C6-517A-A9D9-472A-6932DFE7FB59}"/>
              </a:ext>
            </a:extLst>
          </p:cNvPr>
          <p:cNvSpPr>
            <a:spLocks noGrp="1"/>
          </p:cNvSpPr>
          <p:nvPr>
            <p:ph type="pic" sz="quarter" idx="23"/>
          </p:nvPr>
        </p:nvSpPr>
        <p:spPr/>
        <p:txBody>
          <a:bodyPr/>
          <a:lstStyle/>
          <a:p>
            <a:endParaRPr lang="de-DE"/>
          </a:p>
        </p:txBody>
      </p:sp>
      <p:sp>
        <p:nvSpPr>
          <p:cNvPr id="10" name="Textplatzhalter 9">
            <a:extLst>
              <a:ext uri="{FF2B5EF4-FFF2-40B4-BE49-F238E27FC236}">
                <a16:creationId xmlns:a16="http://schemas.microsoft.com/office/drawing/2014/main" id="{EDA0907A-DF4E-B151-AE87-BA8BA8458473}"/>
              </a:ext>
            </a:extLst>
          </p:cNvPr>
          <p:cNvSpPr>
            <a:spLocks noGrp="1"/>
          </p:cNvSpPr>
          <p:nvPr>
            <p:ph type="body" sz="quarter" idx="24"/>
          </p:nvPr>
        </p:nvSpPr>
        <p:spPr/>
        <p:txBody>
          <a:bodyPr>
            <a:noAutofit/>
          </a:bodyPr>
          <a:lstStyle/>
          <a:p>
            <a:endParaRPr lang="de-DE"/>
          </a:p>
        </p:txBody>
      </p:sp>
      <p:sp>
        <p:nvSpPr>
          <p:cNvPr id="11" name="Textplatzhalter 10">
            <a:extLst>
              <a:ext uri="{FF2B5EF4-FFF2-40B4-BE49-F238E27FC236}">
                <a16:creationId xmlns:a16="http://schemas.microsoft.com/office/drawing/2014/main" id="{C31C72E3-3151-1B36-DD34-F2081FA82F9F}"/>
              </a:ext>
            </a:extLst>
          </p:cNvPr>
          <p:cNvSpPr>
            <a:spLocks noGrp="1"/>
          </p:cNvSpPr>
          <p:nvPr>
            <p:ph type="body" sz="quarter" idx="25"/>
          </p:nvPr>
        </p:nvSpPr>
        <p:spPr/>
        <p:txBody>
          <a:bodyPr>
            <a:noAutofit/>
          </a:bodyPr>
          <a:lstStyle/>
          <a:p>
            <a:endParaRPr lang="de-DE"/>
          </a:p>
        </p:txBody>
      </p:sp>
      <p:sp>
        <p:nvSpPr>
          <p:cNvPr id="12" name="Bildplatzhalter 11">
            <a:extLst>
              <a:ext uri="{FF2B5EF4-FFF2-40B4-BE49-F238E27FC236}">
                <a16:creationId xmlns:a16="http://schemas.microsoft.com/office/drawing/2014/main" id="{90ADBDF0-5F13-7841-588F-F7B9F52BDC8C}"/>
              </a:ext>
            </a:extLst>
          </p:cNvPr>
          <p:cNvSpPr>
            <a:spLocks noGrp="1"/>
          </p:cNvSpPr>
          <p:nvPr>
            <p:ph type="pic" sz="quarter" idx="26"/>
          </p:nvPr>
        </p:nvSpPr>
        <p:spPr/>
        <p:txBody>
          <a:bodyPr/>
          <a:lstStyle/>
          <a:p>
            <a:endParaRPr lang="de-DE"/>
          </a:p>
        </p:txBody>
      </p:sp>
    </p:spTree>
    <p:extLst>
      <p:ext uri="{BB962C8B-B14F-4D97-AF65-F5344CB8AC3E}">
        <p14:creationId xmlns:p14="http://schemas.microsoft.com/office/powerpoint/2010/main" val="28627976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D2072C7E-733B-DEB3-343B-42FAEED5719D}"/>
              </a:ext>
            </a:extLst>
          </p:cNvPr>
          <p:cNvSpPr>
            <a:spLocks noGrp="1"/>
          </p:cNvSpPr>
          <p:nvPr>
            <p:ph type="pic" sz="quarter" idx="29"/>
          </p:nvPr>
        </p:nvSpPr>
        <p:spPr/>
        <p:txBody>
          <a:bodyPr/>
          <a:lstStyle/>
          <a:p>
            <a:endParaRPr lang="de-DE"/>
          </a:p>
        </p:txBody>
      </p:sp>
      <p:sp>
        <p:nvSpPr>
          <p:cNvPr id="3" name="Bildplatzhalter 2">
            <a:extLst>
              <a:ext uri="{FF2B5EF4-FFF2-40B4-BE49-F238E27FC236}">
                <a16:creationId xmlns:a16="http://schemas.microsoft.com/office/drawing/2014/main" id="{E408C268-9B41-84E8-1F93-B3F365184F46}"/>
              </a:ext>
            </a:extLst>
          </p:cNvPr>
          <p:cNvSpPr>
            <a:spLocks noGrp="1"/>
          </p:cNvSpPr>
          <p:nvPr>
            <p:ph type="pic" sz="quarter" idx="32"/>
          </p:nvPr>
        </p:nvSpPr>
        <p:spPr/>
        <p:txBody>
          <a:bodyPr/>
          <a:lstStyle/>
          <a:p>
            <a:endParaRPr lang="de-DE"/>
          </a:p>
        </p:txBody>
      </p:sp>
      <p:sp>
        <p:nvSpPr>
          <p:cNvPr id="4" name="Bildplatzhalter 3">
            <a:extLst>
              <a:ext uri="{FF2B5EF4-FFF2-40B4-BE49-F238E27FC236}">
                <a16:creationId xmlns:a16="http://schemas.microsoft.com/office/drawing/2014/main" id="{DB35BCF5-8BD9-C02E-3EE4-A305228E9B36}"/>
              </a:ext>
            </a:extLst>
          </p:cNvPr>
          <p:cNvSpPr>
            <a:spLocks noGrp="1"/>
          </p:cNvSpPr>
          <p:nvPr>
            <p:ph type="pic" sz="quarter" idx="33"/>
          </p:nvPr>
        </p:nvSpPr>
        <p:spPr/>
        <p:txBody>
          <a:bodyPr/>
          <a:lstStyle/>
          <a:p>
            <a:endParaRPr lang="de-DE"/>
          </a:p>
        </p:txBody>
      </p:sp>
      <p:sp>
        <p:nvSpPr>
          <p:cNvPr id="5" name="Textplatzhalter 4">
            <a:extLst>
              <a:ext uri="{FF2B5EF4-FFF2-40B4-BE49-F238E27FC236}">
                <a16:creationId xmlns:a16="http://schemas.microsoft.com/office/drawing/2014/main" id="{4C6ECEB9-0095-AA4A-4C7A-B3B032DCD9F1}"/>
              </a:ext>
            </a:extLst>
          </p:cNvPr>
          <p:cNvSpPr>
            <a:spLocks noGrp="1"/>
          </p:cNvSpPr>
          <p:nvPr>
            <p:ph type="body" sz="quarter" idx="10"/>
          </p:nvPr>
        </p:nvSpPr>
        <p:spPr/>
        <p:txBody>
          <a:bodyPr/>
          <a:lstStyle/>
          <a:p>
            <a:endParaRPr lang="de-DE"/>
          </a:p>
        </p:txBody>
      </p:sp>
      <p:sp>
        <p:nvSpPr>
          <p:cNvPr id="6" name="Textplatzhalter 5">
            <a:extLst>
              <a:ext uri="{FF2B5EF4-FFF2-40B4-BE49-F238E27FC236}">
                <a16:creationId xmlns:a16="http://schemas.microsoft.com/office/drawing/2014/main" id="{4BDB7D8D-BD38-5619-294E-479004CFB121}"/>
              </a:ext>
            </a:extLst>
          </p:cNvPr>
          <p:cNvSpPr>
            <a:spLocks noGrp="1"/>
          </p:cNvSpPr>
          <p:nvPr>
            <p:ph type="body" sz="quarter" idx="26"/>
          </p:nvPr>
        </p:nvSpPr>
        <p:spPr/>
        <p:txBody>
          <a:bodyPr/>
          <a:lstStyle/>
          <a:p>
            <a:endParaRPr lang="de-DE"/>
          </a:p>
        </p:txBody>
      </p:sp>
      <p:sp>
        <p:nvSpPr>
          <p:cNvPr id="7" name="Textplatzhalter 6">
            <a:extLst>
              <a:ext uri="{FF2B5EF4-FFF2-40B4-BE49-F238E27FC236}">
                <a16:creationId xmlns:a16="http://schemas.microsoft.com/office/drawing/2014/main" id="{E9D9A96B-7155-217B-5327-B2A4B93DCDE4}"/>
              </a:ext>
            </a:extLst>
          </p:cNvPr>
          <p:cNvSpPr>
            <a:spLocks noGrp="1"/>
          </p:cNvSpPr>
          <p:nvPr>
            <p:ph type="body" sz="quarter" idx="27"/>
          </p:nvPr>
        </p:nvSpPr>
        <p:spPr/>
        <p:txBody>
          <a:bodyPr/>
          <a:lstStyle/>
          <a:p>
            <a:endParaRPr lang="de-DE"/>
          </a:p>
        </p:txBody>
      </p:sp>
      <p:sp>
        <p:nvSpPr>
          <p:cNvPr id="8" name="Textplatzhalter 7">
            <a:extLst>
              <a:ext uri="{FF2B5EF4-FFF2-40B4-BE49-F238E27FC236}">
                <a16:creationId xmlns:a16="http://schemas.microsoft.com/office/drawing/2014/main" id="{433E7404-FEFC-4419-7F90-72CE067AFCE5}"/>
              </a:ext>
            </a:extLst>
          </p:cNvPr>
          <p:cNvSpPr>
            <a:spLocks noGrp="1"/>
          </p:cNvSpPr>
          <p:nvPr>
            <p:ph type="body" sz="quarter" idx="20"/>
          </p:nvPr>
        </p:nvSpPr>
        <p:spPr/>
        <p:txBody>
          <a:bodyPr/>
          <a:lstStyle/>
          <a:p>
            <a:endParaRPr lang="de-DE"/>
          </a:p>
        </p:txBody>
      </p:sp>
      <p:sp>
        <p:nvSpPr>
          <p:cNvPr id="9" name="Textplatzhalter 8">
            <a:extLst>
              <a:ext uri="{FF2B5EF4-FFF2-40B4-BE49-F238E27FC236}">
                <a16:creationId xmlns:a16="http://schemas.microsoft.com/office/drawing/2014/main" id="{0E4530C7-A0AF-1555-33B4-4DE274959604}"/>
              </a:ext>
            </a:extLst>
          </p:cNvPr>
          <p:cNvSpPr>
            <a:spLocks noGrp="1"/>
          </p:cNvSpPr>
          <p:nvPr>
            <p:ph type="body" sz="quarter" idx="28"/>
          </p:nvPr>
        </p:nvSpPr>
        <p:spPr/>
        <p:txBody>
          <a:bodyPr/>
          <a:lstStyle/>
          <a:p>
            <a:endParaRPr lang="de-DE"/>
          </a:p>
        </p:txBody>
      </p:sp>
      <p:sp>
        <p:nvSpPr>
          <p:cNvPr id="10" name="Textplatzhalter 9">
            <a:extLst>
              <a:ext uri="{FF2B5EF4-FFF2-40B4-BE49-F238E27FC236}">
                <a16:creationId xmlns:a16="http://schemas.microsoft.com/office/drawing/2014/main" id="{7C9BF2FE-E4AD-ADED-3EB0-8CD964A607C8}"/>
              </a:ext>
            </a:extLst>
          </p:cNvPr>
          <p:cNvSpPr>
            <a:spLocks noGrp="1"/>
          </p:cNvSpPr>
          <p:nvPr>
            <p:ph type="body" sz="quarter" idx="30"/>
          </p:nvPr>
        </p:nvSpPr>
        <p:spPr/>
        <p:txBody>
          <a:bodyPr/>
          <a:lstStyle/>
          <a:p>
            <a:endParaRPr lang="de-DE"/>
          </a:p>
        </p:txBody>
      </p:sp>
      <p:sp>
        <p:nvSpPr>
          <p:cNvPr id="11" name="Textplatzhalter 10">
            <a:extLst>
              <a:ext uri="{FF2B5EF4-FFF2-40B4-BE49-F238E27FC236}">
                <a16:creationId xmlns:a16="http://schemas.microsoft.com/office/drawing/2014/main" id="{63EC962F-0D07-409A-28BA-CCC87E873064}"/>
              </a:ext>
            </a:extLst>
          </p:cNvPr>
          <p:cNvSpPr>
            <a:spLocks noGrp="1"/>
          </p:cNvSpPr>
          <p:nvPr>
            <p:ph type="body" sz="quarter" idx="31"/>
          </p:nvPr>
        </p:nvSpPr>
        <p:spPr/>
        <p:txBody>
          <a:bodyPr/>
          <a:lstStyle/>
          <a:p>
            <a:endParaRPr lang="de-DE"/>
          </a:p>
        </p:txBody>
      </p:sp>
      <p:sp>
        <p:nvSpPr>
          <p:cNvPr id="12" name="Inhaltsplatzhalter 11">
            <a:extLst>
              <a:ext uri="{FF2B5EF4-FFF2-40B4-BE49-F238E27FC236}">
                <a16:creationId xmlns:a16="http://schemas.microsoft.com/office/drawing/2014/main" id="{72413B6F-F433-7439-91F6-CB7B58EC96E8}"/>
              </a:ext>
            </a:extLst>
          </p:cNvPr>
          <p:cNvSpPr>
            <a:spLocks noGrp="1"/>
          </p:cNvSpPr>
          <p:nvPr>
            <p:ph sz="quarter" idx="25"/>
          </p:nvPr>
        </p:nvSpPr>
        <p:spPr/>
        <p:txBody>
          <a:bodyPr/>
          <a:lstStyle/>
          <a:p>
            <a:endParaRPr lang="de-DE"/>
          </a:p>
        </p:txBody>
      </p:sp>
    </p:spTree>
    <p:extLst>
      <p:ext uri="{BB962C8B-B14F-4D97-AF65-F5344CB8AC3E}">
        <p14:creationId xmlns:p14="http://schemas.microsoft.com/office/powerpoint/2010/main" val="27306366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2C84-8E65-0742-6847-A42D740E6949}"/>
            </a:ext>
          </a:extLst>
        </p:cNvPr>
        <p:cNvGrpSpPr/>
        <p:nvPr/>
      </p:nvGrpSpPr>
      <p:grpSpPr>
        <a:xfrm>
          <a:off x="0" y="0"/>
          <a:ext cx="0" cy="0"/>
          <a:chOff x="0" y="0"/>
          <a:chExt cx="0" cy="0"/>
        </a:xfrm>
      </p:grpSpPr>
      <p:sp>
        <p:nvSpPr>
          <p:cNvPr id="20" name="Text Placeholder 19">
            <a:extLst>
              <a:ext uri="{FF2B5EF4-FFF2-40B4-BE49-F238E27FC236}">
                <a16:creationId xmlns:a16="http://schemas.microsoft.com/office/drawing/2014/main" id="{AD274B9F-4A7E-492D-4D24-2F67DCF5B1AC}"/>
              </a:ext>
            </a:extLst>
          </p:cNvPr>
          <p:cNvSpPr>
            <a:spLocks noGrp="1"/>
          </p:cNvSpPr>
          <p:nvPr>
            <p:ph type="body" sz="quarter" idx="22"/>
          </p:nvPr>
        </p:nvSpPr>
        <p:spPr/>
        <p:txBody>
          <a:bodyPr/>
          <a:lstStyle/>
          <a:p>
            <a:endParaRPr lang="de-DE" dirty="0"/>
          </a:p>
        </p:txBody>
      </p:sp>
      <p:sp>
        <p:nvSpPr>
          <p:cNvPr id="21" name="Text Placeholder 20">
            <a:extLst>
              <a:ext uri="{FF2B5EF4-FFF2-40B4-BE49-F238E27FC236}">
                <a16:creationId xmlns:a16="http://schemas.microsoft.com/office/drawing/2014/main" id="{3E0788C7-D7BD-2839-B138-CFB8713491EE}"/>
              </a:ext>
            </a:extLst>
          </p:cNvPr>
          <p:cNvSpPr>
            <a:spLocks noGrp="1"/>
          </p:cNvSpPr>
          <p:nvPr>
            <p:ph type="body" sz="quarter" idx="23"/>
          </p:nvPr>
        </p:nvSpPr>
        <p:spPr/>
        <p:txBody>
          <a:bodyPr/>
          <a:lstStyle/>
          <a:p>
            <a:endParaRPr lang="de-DE" dirty="0"/>
          </a:p>
        </p:txBody>
      </p:sp>
      <p:sp>
        <p:nvSpPr>
          <p:cNvPr id="23" name="Text Placeholder 22">
            <a:extLst>
              <a:ext uri="{FF2B5EF4-FFF2-40B4-BE49-F238E27FC236}">
                <a16:creationId xmlns:a16="http://schemas.microsoft.com/office/drawing/2014/main" id="{6CBD0513-28E7-205A-E906-E1BDA317E67D}"/>
              </a:ext>
            </a:extLst>
          </p:cNvPr>
          <p:cNvSpPr>
            <a:spLocks noGrp="1"/>
          </p:cNvSpPr>
          <p:nvPr>
            <p:ph type="body" sz="quarter" idx="26"/>
          </p:nvPr>
        </p:nvSpPr>
        <p:spPr/>
        <p:txBody>
          <a:bodyPr/>
          <a:lstStyle/>
          <a:p>
            <a:endParaRPr lang="de-DE"/>
          </a:p>
        </p:txBody>
      </p:sp>
      <p:sp>
        <p:nvSpPr>
          <p:cNvPr id="24" name="Text Placeholder 23">
            <a:extLst>
              <a:ext uri="{FF2B5EF4-FFF2-40B4-BE49-F238E27FC236}">
                <a16:creationId xmlns:a16="http://schemas.microsoft.com/office/drawing/2014/main" id="{B2DC922E-1885-7B55-B5A1-745A012E027E}"/>
              </a:ext>
            </a:extLst>
          </p:cNvPr>
          <p:cNvSpPr>
            <a:spLocks noGrp="1"/>
          </p:cNvSpPr>
          <p:nvPr>
            <p:ph type="body" sz="quarter" idx="27"/>
          </p:nvPr>
        </p:nvSpPr>
        <p:spPr/>
        <p:txBody>
          <a:bodyPr/>
          <a:lstStyle/>
          <a:p>
            <a:endParaRPr lang="de-DE"/>
          </a:p>
        </p:txBody>
      </p:sp>
      <p:sp>
        <p:nvSpPr>
          <p:cNvPr id="26" name="Picture Placeholder 25">
            <a:extLst>
              <a:ext uri="{FF2B5EF4-FFF2-40B4-BE49-F238E27FC236}">
                <a16:creationId xmlns:a16="http://schemas.microsoft.com/office/drawing/2014/main" id="{E114CFAF-B278-6ED9-AA2D-483EC67BF69B}"/>
              </a:ext>
            </a:extLst>
          </p:cNvPr>
          <p:cNvSpPr>
            <a:spLocks noGrp="1"/>
          </p:cNvSpPr>
          <p:nvPr>
            <p:ph type="pic" sz="quarter" idx="29"/>
          </p:nvPr>
        </p:nvSpPr>
        <p:spPr/>
        <p:txBody>
          <a:bodyPr/>
          <a:lstStyle/>
          <a:p>
            <a:endParaRPr lang="de-DE"/>
          </a:p>
        </p:txBody>
      </p:sp>
      <p:sp>
        <p:nvSpPr>
          <p:cNvPr id="19" name="Text Placeholder 18">
            <a:extLst>
              <a:ext uri="{FF2B5EF4-FFF2-40B4-BE49-F238E27FC236}">
                <a16:creationId xmlns:a16="http://schemas.microsoft.com/office/drawing/2014/main" id="{23DCC6B0-C726-7936-6984-E83495755829}"/>
              </a:ext>
            </a:extLst>
          </p:cNvPr>
          <p:cNvSpPr>
            <a:spLocks noGrp="1"/>
          </p:cNvSpPr>
          <p:nvPr>
            <p:ph type="body" sz="quarter" idx="20"/>
          </p:nvPr>
        </p:nvSpPr>
        <p:spPr/>
        <p:txBody>
          <a:bodyPr/>
          <a:lstStyle/>
          <a:p>
            <a:endParaRPr lang="de-DE" dirty="0"/>
          </a:p>
        </p:txBody>
      </p:sp>
      <p:sp>
        <p:nvSpPr>
          <p:cNvPr id="25" name="Text Placeholder 24">
            <a:extLst>
              <a:ext uri="{FF2B5EF4-FFF2-40B4-BE49-F238E27FC236}">
                <a16:creationId xmlns:a16="http://schemas.microsoft.com/office/drawing/2014/main" id="{C8BF5525-C2D6-6A74-9326-E78A0EC5D99B}"/>
              </a:ext>
            </a:extLst>
          </p:cNvPr>
          <p:cNvSpPr>
            <a:spLocks noGrp="1"/>
          </p:cNvSpPr>
          <p:nvPr>
            <p:ph type="body" sz="quarter" idx="28"/>
          </p:nvPr>
        </p:nvSpPr>
        <p:spPr/>
        <p:txBody>
          <a:bodyPr/>
          <a:lstStyle/>
          <a:p>
            <a:endParaRPr lang="de-DE"/>
          </a:p>
        </p:txBody>
      </p:sp>
      <p:sp>
        <p:nvSpPr>
          <p:cNvPr id="18" name="Text Placeholder 17">
            <a:extLst>
              <a:ext uri="{FF2B5EF4-FFF2-40B4-BE49-F238E27FC236}">
                <a16:creationId xmlns:a16="http://schemas.microsoft.com/office/drawing/2014/main" id="{08355ADB-613B-7851-F844-3FAC9B435285}"/>
              </a:ext>
            </a:extLst>
          </p:cNvPr>
          <p:cNvSpPr>
            <a:spLocks noGrp="1"/>
          </p:cNvSpPr>
          <p:nvPr>
            <p:ph type="body" sz="quarter" idx="10"/>
          </p:nvPr>
        </p:nvSpPr>
        <p:spPr/>
        <p:txBody>
          <a:bodyPr/>
          <a:lstStyle/>
          <a:p>
            <a:endParaRPr lang="de-DE" dirty="0"/>
          </a:p>
        </p:txBody>
      </p:sp>
      <p:sp>
        <p:nvSpPr>
          <p:cNvPr id="22" name="Content Placeholder 21">
            <a:extLst>
              <a:ext uri="{FF2B5EF4-FFF2-40B4-BE49-F238E27FC236}">
                <a16:creationId xmlns:a16="http://schemas.microsoft.com/office/drawing/2014/main" id="{9C1DA949-8A2C-8DC3-EE1D-5FA2C1F7D54B}"/>
              </a:ext>
            </a:extLst>
          </p:cNvPr>
          <p:cNvSpPr>
            <a:spLocks noGrp="1"/>
          </p:cNvSpPr>
          <p:nvPr>
            <p:ph sz="quarter" idx="25"/>
          </p:nvPr>
        </p:nvSpPr>
        <p:spPr/>
        <p:txBody>
          <a:bodyPr/>
          <a:lstStyle/>
          <a:p>
            <a:endParaRPr lang="de-DE"/>
          </a:p>
        </p:txBody>
      </p:sp>
    </p:spTree>
    <p:extLst>
      <p:ext uri="{BB962C8B-B14F-4D97-AF65-F5344CB8AC3E}">
        <p14:creationId xmlns:p14="http://schemas.microsoft.com/office/powerpoint/2010/main" val="15902925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F40C310-4E51-D8E4-1319-5A086D7E2D09}"/>
              </a:ext>
            </a:extLst>
          </p:cNvPr>
          <p:cNvSpPr>
            <a:spLocks noGrp="1"/>
          </p:cNvSpPr>
          <p:nvPr>
            <p:ph type="body" sz="quarter" idx="20"/>
          </p:nvPr>
        </p:nvSpPr>
        <p:spPr/>
        <p:txBody>
          <a:bodyPr/>
          <a:lstStyle/>
          <a:p>
            <a:endParaRPr lang="de-DE" dirty="0"/>
          </a:p>
        </p:txBody>
      </p:sp>
      <p:sp>
        <p:nvSpPr>
          <p:cNvPr id="3" name="Textplatzhalter 2">
            <a:extLst>
              <a:ext uri="{FF2B5EF4-FFF2-40B4-BE49-F238E27FC236}">
                <a16:creationId xmlns:a16="http://schemas.microsoft.com/office/drawing/2014/main" id="{2FF90051-A365-97EC-C64A-9211FCEAE0A2}"/>
              </a:ext>
            </a:extLst>
          </p:cNvPr>
          <p:cNvSpPr>
            <a:spLocks noGrp="1"/>
          </p:cNvSpPr>
          <p:nvPr>
            <p:ph type="body" sz="quarter" idx="10"/>
          </p:nvPr>
        </p:nvSpPr>
        <p:spPr/>
        <p:txBody>
          <a:bodyPr/>
          <a:lstStyle/>
          <a:p>
            <a:endParaRPr lang="de-DE"/>
          </a:p>
        </p:txBody>
      </p:sp>
      <p:sp>
        <p:nvSpPr>
          <p:cNvPr id="4" name="Textplatzhalter 3">
            <a:extLst>
              <a:ext uri="{FF2B5EF4-FFF2-40B4-BE49-F238E27FC236}">
                <a16:creationId xmlns:a16="http://schemas.microsoft.com/office/drawing/2014/main" id="{7D1F88CB-F475-BF56-F12F-3A414B29B31F}"/>
              </a:ext>
            </a:extLst>
          </p:cNvPr>
          <p:cNvSpPr>
            <a:spLocks noGrp="1"/>
          </p:cNvSpPr>
          <p:nvPr>
            <p:ph type="body" sz="quarter" idx="28"/>
          </p:nvPr>
        </p:nvSpPr>
        <p:spPr/>
        <p:txBody>
          <a:bodyPr/>
          <a:lstStyle/>
          <a:p>
            <a:endParaRPr lang="de-DE" dirty="0"/>
          </a:p>
        </p:txBody>
      </p:sp>
      <p:sp>
        <p:nvSpPr>
          <p:cNvPr id="5" name="Textplatzhalter 4">
            <a:extLst>
              <a:ext uri="{FF2B5EF4-FFF2-40B4-BE49-F238E27FC236}">
                <a16:creationId xmlns:a16="http://schemas.microsoft.com/office/drawing/2014/main" id="{68F05907-EEE1-3BA8-04CC-0B732CA400CA}"/>
              </a:ext>
            </a:extLst>
          </p:cNvPr>
          <p:cNvSpPr>
            <a:spLocks noGrp="1"/>
          </p:cNvSpPr>
          <p:nvPr>
            <p:ph type="body" sz="quarter" idx="45"/>
          </p:nvPr>
        </p:nvSpPr>
        <p:spPr/>
        <p:txBody>
          <a:bodyPr/>
          <a:lstStyle/>
          <a:p>
            <a:endParaRPr lang="de-DE" dirty="0"/>
          </a:p>
        </p:txBody>
      </p:sp>
      <p:sp>
        <p:nvSpPr>
          <p:cNvPr id="6" name="Textplatzhalter 5">
            <a:extLst>
              <a:ext uri="{FF2B5EF4-FFF2-40B4-BE49-F238E27FC236}">
                <a16:creationId xmlns:a16="http://schemas.microsoft.com/office/drawing/2014/main" id="{CD9CF60C-7237-C5FB-6EE2-0E4F1AC4059F}"/>
              </a:ext>
            </a:extLst>
          </p:cNvPr>
          <p:cNvSpPr>
            <a:spLocks noGrp="1"/>
          </p:cNvSpPr>
          <p:nvPr>
            <p:ph type="body" sz="quarter" idx="46"/>
          </p:nvPr>
        </p:nvSpPr>
        <p:spPr/>
        <p:txBody>
          <a:bodyPr/>
          <a:lstStyle/>
          <a:p>
            <a:endParaRPr lang="de-DE"/>
          </a:p>
        </p:txBody>
      </p:sp>
      <p:sp>
        <p:nvSpPr>
          <p:cNvPr id="7" name="Textplatzhalter 6">
            <a:extLst>
              <a:ext uri="{FF2B5EF4-FFF2-40B4-BE49-F238E27FC236}">
                <a16:creationId xmlns:a16="http://schemas.microsoft.com/office/drawing/2014/main" id="{FD39D750-9B6E-8AEE-E0B0-02DA52D63743}"/>
              </a:ext>
            </a:extLst>
          </p:cNvPr>
          <p:cNvSpPr>
            <a:spLocks noGrp="1"/>
          </p:cNvSpPr>
          <p:nvPr>
            <p:ph type="body" sz="quarter" idx="48"/>
          </p:nvPr>
        </p:nvSpPr>
        <p:spPr/>
        <p:txBody>
          <a:bodyPr/>
          <a:lstStyle/>
          <a:p>
            <a:endParaRPr lang="de-DE" dirty="0"/>
          </a:p>
        </p:txBody>
      </p:sp>
      <p:sp>
        <p:nvSpPr>
          <p:cNvPr id="8" name="Textplatzhalter 7">
            <a:extLst>
              <a:ext uri="{FF2B5EF4-FFF2-40B4-BE49-F238E27FC236}">
                <a16:creationId xmlns:a16="http://schemas.microsoft.com/office/drawing/2014/main" id="{08C0CA32-CF15-5E67-F518-BF86610751E7}"/>
              </a:ext>
            </a:extLst>
          </p:cNvPr>
          <p:cNvSpPr>
            <a:spLocks noGrp="1"/>
          </p:cNvSpPr>
          <p:nvPr>
            <p:ph type="body" sz="quarter" idx="49"/>
          </p:nvPr>
        </p:nvSpPr>
        <p:spPr/>
        <p:txBody>
          <a:bodyPr/>
          <a:lstStyle/>
          <a:p>
            <a:endParaRPr lang="de-DE"/>
          </a:p>
        </p:txBody>
      </p:sp>
      <p:sp>
        <p:nvSpPr>
          <p:cNvPr id="9" name="Textplatzhalter 8">
            <a:extLst>
              <a:ext uri="{FF2B5EF4-FFF2-40B4-BE49-F238E27FC236}">
                <a16:creationId xmlns:a16="http://schemas.microsoft.com/office/drawing/2014/main" id="{CD57F365-BB98-8791-6DAE-D4911844208C}"/>
              </a:ext>
            </a:extLst>
          </p:cNvPr>
          <p:cNvSpPr>
            <a:spLocks noGrp="1"/>
          </p:cNvSpPr>
          <p:nvPr>
            <p:ph type="body" sz="quarter" idx="51"/>
          </p:nvPr>
        </p:nvSpPr>
        <p:spPr/>
        <p:txBody>
          <a:bodyPr/>
          <a:lstStyle/>
          <a:p>
            <a:endParaRPr lang="de-DE"/>
          </a:p>
        </p:txBody>
      </p:sp>
      <p:sp>
        <p:nvSpPr>
          <p:cNvPr id="10" name="Textplatzhalter 9">
            <a:extLst>
              <a:ext uri="{FF2B5EF4-FFF2-40B4-BE49-F238E27FC236}">
                <a16:creationId xmlns:a16="http://schemas.microsoft.com/office/drawing/2014/main" id="{CD6EDE75-6F68-3DF5-0678-2FBB6FD3E2F8}"/>
              </a:ext>
            </a:extLst>
          </p:cNvPr>
          <p:cNvSpPr>
            <a:spLocks noGrp="1"/>
          </p:cNvSpPr>
          <p:nvPr>
            <p:ph type="body" sz="quarter" idx="52"/>
          </p:nvPr>
        </p:nvSpPr>
        <p:spPr/>
        <p:txBody>
          <a:bodyPr/>
          <a:lstStyle/>
          <a:p>
            <a:endParaRPr lang="de-DE"/>
          </a:p>
        </p:txBody>
      </p:sp>
      <p:sp>
        <p:nvSpPr>
          <p:cNvPr id="11" name="Textplatzhalter 10">
            <a:extLst>
              <a:ext uri="{FF2B5EF4-FFF2-40B4-BE49-F238E27FC236}">
                <a16:creationId xmlns:a16="http://schemas.microsoft.com/office/drawing/2014/main" id="{004CF4ED-947D-BCEA-AA97-65265E2AA055}"/>
              </a:ext>
            </a:extLst>
          </p:cNvPr>
          <p:cNvSpPr>
            <a:spLocks noGrp="1"/>
          </p:cNvSpPr>
          <p:nvPr>
            <p:ph type="body" sz="quarter" idx="54"/>
          </p:nvPr>
        </p:nvSpPr>
        <p:spPr/>
        <p:txBody>
          <a:bodyPr/>
          <a:lstStyle/>
          <a:p>
            <a:endParaRPr lang="de-DE"/>
          </a:p>
        </p:txBody>
      </p:sp>
      <p:sp>
        <p:nvSpPr>
          <p:cNvPr id="12" name="Textplatzhalter 11">
            <a:extLst>
              <a:ext uri="{FF2B5EF4-FFF2-40B4-BE49-F238E27FC236}">
                <a16:creationId xmlns:a16="http://schemas.microsoft.com/office/drawing/2014/main" id="{38E381C0-75C3-3BD1-3211-F2ECB2A6A0F0}"/>
              </a:ext>
            </a:extLst>
          </p:cNvPr>
          <p:cNvSpPr>
            <a:spLocks noGrp="1"/>
          </p:cNvSpPr>
          <p:nvPr>
            <p:ph type="body" sz="quarter" idx="55"/>
          </p:nvPr>
        </p:nvSpPr>
        <p:spPr/>
        <p:txBody>
          <a:bodyPr/>
          <a:lstStyle/>
          <a:p>
            <a:endParaRPr lang="de-DE"/>
          </a:p>
        </p:txBody>
      </p:sp>
      <p:sp>
        <p:nvSpPr>
          <p:cNvPr id="13" name="Textplatzhalter 12">
            <a:extLst>
              <a:ext uri="{FF2B5EF4-FFF2-40B4-BE49-F238E27FC236}">
                <a16:creationId xmlns:a16="http://schemas.microsoft.com/office/drawing/2014/main" id="{8ECF3155-E258-2402-7F9A-607F9B9303F2}"/>
              </a:ext>
            </a:extLst>
          </p:cNvPr>
          <p:cNvSpPr>
            <a:spLocks noGrp="1"/>
          </p:cNvSpPr>
          <p:nvPr>
            <p:ph type="body" sz="quarter" idx="57"/>
          </p:nvPr>
        </p:nvSpPr>
        <p:spPr/>
        <p:txBody>
          <a:bodyPr/>
          <a:lstStyle/>
          <a:p>
            <a:endParaRPr lang="de-DE"/>
          </a:p>
        </p:txBody>
      </p:sp>
      <p:sp>
        <p:nvSpPr>
          <p:cNvPr id="14" name="Textplatzhalter 13">
            <a:extLst>
              <a:ext uri="{FF2B5EF4-FFF2-40B4-BE49-F238E27FC236}">
                <a16:creationId xmlns:a16="http://schemas.microsoft.com/office/drawing/2014/main" id="{D2B03F87-DACD-9873-D96B-56FA0BE6C117}"/>
              </a:ext>
            </a:extLst>
          </p:cNvPr>
          <p:cNvSpPr>
            <a:spLocks noGrp="1"/>
          </p:cNvSpPr>
          <p:nvPr>
            <p:ph type="body" sz="quarter" idx="58"/>
          </p:nvPr>
        </p:nvSpPr>
        <p:spPr/>
        <p:txBody>
          <a:bodyPr/>
          <a:lstStyle/>
          <a:p>
            <a:endParaRPr lang="de-DE"/>
          </a:p>
        </p:txBody>
      </p:sp>
      <p:sp>
        <p:nvSpPr>
          <p:cNvPr id="15" name="Textplatzhalter 14">
            <a:extLst>
              <a:ext uri="{FF2B5EF4-FFF2-40B4-BE49-F238E27FC236}">
                <a16:creationId xmlns:a16="http://schemas.microsoft.com/office/drawing/2014/main" id="{554AD081-2378-CDBE-EE35-B27DE1196F37}"/>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1737916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40C73A5-AD4A-CD87-C33E-3CF07E988B91}"/>
              </a:ext>
            </a:extLst>
          </p:cNvPr>
          <p:cNvSpPr>
            <a:spLocks noGrp="1"/>
          </p:cNvSpPr>
          <p:nvPr>
            <p:ph type="body" sz="quarter" idx="20"/>
          </p:nvPr>
        </p:nvSpPr>
        <p:spPr/>
        <p:txBody>
          <a:bodyPr/>
          <a:lstStyle/>
          <a:p>
            <a:endParaRPr lang="de-DE" dirty="0"/>
          </a:p>
        </p:txBody>
      </p:sp>
      <p:sp>
        <p:nvSpPr>
          <p:cNvPr id="3" name="Textplatzhalter 2">
            <a:extLst>
              <a:ext uri="{FF2B5EF4-FFF2-40B4-BE49-F238E27FC236}">
                <a16:creationId xmlns:a16="http://schemas.microsoft.com/office/drawing/2014/main" id="{17ECA694-35F1-3CAF-1FF4-95AD6ABABEE1}"/>
              </a:ext>
            </a:extLst>
          </p:cNvPr>
          <p:cNvSpPr>
            <a:spLocks noGrp="1"/>
          </p:cNvSpPr>
          <p:nvPr>
            <p:ph type="body" sz="quarter" idx="27"/>
          </p:nvPr>
        </p:nvSpPr>
        <p:spPr/>
        <p:txBody>
          <a:bodyPr/>
          <a:lstStyle/>
          <a:p>
            <a:endParaRPr lang="de-DE"/>
          </a:p>
        </p:txBody>
      </p:sp>
      <p:sp>
        <p:nvSpPr>
          <p:cNvPr id="4" name="Textplatzhalter 3">
            <a:extLst>
              <a:ext uri="{FF2B5EF4-FFF2-40B4-BE49-F238E27FC236}">
                <a16:creationId xmlns:a16="http://schemas.microsoft.com/office/drawing/2014/main" id="{0DE11F0B-7621-CF1B-5106-7078255B663D}"/>
              </a:ext>
            </a:extLst>
          </p:cNvPr>
          <p:cNvSpPr>
            <a:spLocks noGrp="1"/>
          </p:cNvSpPr>
          <p:nvPr>
            <p:ph type="body" sz="quarter" idx="28"/>
          </p:nvPr>
        </p:nvSpPr>
        <p:spPr/>
        <p:txBody>
          <a:bodyPr/>
          <a:lstStyle/>
          <a:p>
            <a:endParaRPr lang="de-DE"/>
          </a:p>
        </p:txBody>
      </p:sp>
      <p:sp>
        <p:nvSpPr>
          <p:cNvPr id="5" name="Textplatzhalter 4">
            <a:extLst>
              <a:ext uri="{FF2B5EF4-FFF2-40B4-BE49-F238E27FC236}">
                <a16:creationId xmlns:a16="http://schemas.microsoft.com/office/drawing/2014/main" id="{630E5A79-28E8-C698-3B6D-BB2C25F18D4C}"/>
              </a:ext>
            </a:extLst>
          </p:cNvPr>
          <p:cNvSpPr>
            <a:spLocks noGrp="1"/>
          </p:cNvSpPr>
          <p:nvPr>
            <p:ph type="body" sz="quarter" idx="29"/>
          </p:nvPr>
        </p:nvSpPr>
        <p:spPr/>
        <p:txBody>
          <a:bodyPr/>
          <a:lstStyle/>
          <a:p>
            <a:endParaRPr lang="de-DE"/>
          </a:p>
        </p:txBody>
      </p:sp>
      <p:sp>
        <p:nvSpPr>
          <p:cNvPr id="6" name="Textplatzhalter 5">
            <a:extLst>
              <a:ext uri="{FF2B5EF4-FFF2-40B4-BE49-F238E27FC236}">
                <a16:creationId xmlns:a16="http://schemas.microsoft.com/office/drawing/2014/main" id="{2136EFD8-B971-3A3E-4360-33273F4B1746}"/>
              </a:ext>
            </a:extLst>
          </p:cNvPr>
          <p:cNvSpPr>
            <a:spLocks noGrp="1"/>
          </p:cNvSpPr>
          <p:nvPr>
            <p:ph type="body" sz="quarter" idx="30"/>
          </p:nvPr>
        </p:nvSpPr>
        <p:spPr/>
        <p:txBody>
          <a:bodyPr/>
          <a:lstStyle/>
          <a:p>
            <a:endParaRPr lang="de-DE"/>
          </a:p>
        </p:txBody>
      </p:sp>
      <p:sp>
        <p:nvSpPr>
          <p:cNvPr id="7" name="Textplatzhalter 6">
            <a:extLst>
              <a:ext uri="{FF2B5EF4-FFF2-40B4-BE49-F238E27FC236}">
                <a16:creationId xmlns:a16="http://schemas.microsoft.com/office/drawing/2014/main" id="{1B05DF12-5442-9B69-14C3-F763CA7F0C28}"/>
              </a:ext>
            </a:extLst>
          </p:cNvPr>
          <p:cNvSpPr>
            <a:spLocks noGrp="1"/>
          </p:cNvSpPr>
          <p:nvPr>
            <p:ph type="body" sz="quarter" idx="19"/>
          </p:nvPr>
        </p:nvSpPr>
        <p:spPr/>
        <p:txBody>
          <a:bodyPr/>
          <a:lstStyle/>
          <a:p>
            <a:endParaRPr lang="de-DE" dirty="0"/>
          </a:p>
        </p:txBody>
      </p:sp>
      <p:sp>
        <p:nvSpPr>
          <p:cNvPr id="8" name="Textplatzhalter 7">
            <a:extLst>
              <a:ext uri="{FF2B5EF4-FFF2-40B4-BE49-F238E27FC236}">
                <a16:creationId xmlns:a16="http://schemas.microsoft.com/office/drawing/2014/main" id="{1EB38980-7EDB-623E-3EFC-09163186B3CB}"/>
              </a:ext>
            </a:extLst>
          </p:cNvPr>
          <p:cNvSpPr>
            <a:spLocks noGrp="1"/>
          </p:cNvSpPr>
          <p:nvPr>
            <p:ph type="body" sz="quarter" idx="10"/>
          </p:nvPr>
        </p:nvSpPr>
        <p:spPr/>
        <p:txBody>
          <a:bodyPr/>
          <a:lstStyle/>
          <a:p>
            <a:endParaRPr lang="de-DE"/>
          </a:p>
        </p:txBody>
      </p:sp>
      <p:sp>
        <p:nvSpPr>
          <p:cNvPr id="9" name="Textplatzhalter 8">
            <a:extLst>
              <a:ext uri="{FF2B5EF4-FFF2-40B4-BE49-F238E27FC236}">
                <a16:creationId xmlns:a16="http://schemas.microsoft.com/office/drawing/2014/main" id="{B4673BEB-BDE1-AD6A-F5AD-36DF9D9B35B9}"/>
              </a:ext>
            </a:extLst>
          </p:cNvPr>
          <p:cNvSpPr>
            <a:spLocks noGrp="1"/>
          </p:cNvSpPr>
          <p:nvPr>
            <p:ph type="body" sz="quarter" idx="12"/>
          </p:nvPr>
        </p:nvSpPr>
        <p:spPr/>
        <p:txBody>
          <a:bodyPr/>
          <a:lstStyle/>
          <a:p>
            <a:endParaRPr lang="de-DE"/>
          </a:p>
        </p:txBody>
      </p:sp>
      <p:sp>
        <p:nvSpPr>
          <p:cNvPr id="10" name="Textplatzhalter 9">
            <a:extLst>
              <a:ext uri="{FF2B5EF4-FFF2-40B4-BE49-F238E27FC236}">
                <a16:creationId xmlns:a16="http://schemas.microsoft.com/office/drawing/2014/main" id="{6B971160-BA7D-00EB-E324-14AC2205EF28}"/>
              </a:ext>
            </a:extLst>
          </p:cNvPr>
          <p:cNvSpPr>
            <a:spLocks noGrp="1"/>
          </p:cNvSpPr>
          <p:nvPr>
            <p:ph type="body" sz="quarter" idx="13"/>
          </p:nvPr>
        </p:nvSpPr>
        <p:spPr/>
        <p:txBody>
          <a:bodyPr/>
          <a:lstStyle/>
          <a:p>
            <a:endParaRPr lang="de-DE" dirty="0"/>
          </a:p>
        </p:txBody>
      </p:sp>
      <p:sp>
        <p:nvSpPr>
          <p:cNvPr id="11" name="Textplatzhalter 10">
            <a:extLst>
              <a:ext uri="{FF2B5EF4-FFF2-40B4-BE49-F238E27FC236}">
                <a16:creationId xmlns:a16="http://schemas.microsoft.com/office/drawing/2014/main" id="{745CDA4F-6501-2C5F-50E2-B1951283DE68}"/>
              </a:ext>
            </a:extLst>
          </p:cNvPr>
          <p:cNvSpPr>
            <a:spLocks noGrp="1"/>
          </p:cNvSpPr>
          <p:nvPr>
            <p:ph type="body" sz="quarter" idx="26"/>
          </p:nvPr>
        </p:nvSpPr>
        <p:spPr/>
        <p:txBody>
          <a:bodyPr/>
          <a:lstStyle/>
          <a:p>
            <a:endParaRPr lang="de-DE" dirty="0"/>
          </a:p>
        </p:txBody>
      </p:sp>
      <p:sp>
        <p:nvSpPr>
          <p:cNvPr id="12" name="Textplatzhalter 11">
            <a:extLst>
              <a:ext uri="{FF2B5EF4-FFF2-40B4-BE49-F238E27FC236}">
                <a16:creationId xmlns:a16="http://schemas.microsoft.com/office/drawing/2014/main" id="{AEDEC8D4-F0BC-2D37-ECC0-B340C77A7BE9}"/>
              </a:ext>
            </a:extLst>
          </p:cNvPr>
          <p:cNvSpPr>
            <a:spLocks noGrp="1"/>
          </p:cNvSpPr>
          <p:nvPr>
            <p:ph type="body" sz="quarter" idx="31"/>
          </p:nvPr>
        </p:nvSpPr>
        <p:spPr/>
        <p:txBody>
          <a:bodyPr/>
          <a:lstStyle/>
          <a:p>
            <a:endParaRPr lang="de-DE"/>
          </a:p>
        </p:txBody>
      </p:sp>
      <p:sp>
        <p:nvSpPr>
          <p:cNvPr id="13" name="Textplatzhalter 12">
            <a:extLst>
              <a:ext uri="{FF2B5EF4-FFF2-40B4-BE49-F238E27FC236}">
                <a16:creationId xmlns:a16="http://schemas.microsoft.com/office/drawing/2014/main" id="{50F1339B-85AF-D9F2-21EA-824221411C49}"/>
              </a:ext>
            </a:extLst>
          </p:cNvPr>
          <p:cNvSpPr>
            <a:spLocks noGrp="1"/>
          </p:cNvSpPr>
          <p:nvPr>
            <p:ph type="body" sz="quarter" idx="32"/>
          </p:nvPr>
        </p:nvSpPr>
        <p:spPr/>
        <p:txBody>
          <a:bodyPr/>
          <a:lstStyle/>
          <a:p>
            <a:endParaRPr lang="de-DE"/>
          </a:p>
        </p:txBody>
      </p:sp>
      <p:sp>
        <p:nvSpPr>
          <p:cNvPr id="14" name="Textplatzhalter 13">
            <a:extLst>
              <a:ext uri="{FF2B5EF4-FFF2-40B4-BE49-F238E27FC236}">
                <a16:creationId xmlns:a16="http://schemas.microsoft.com/office/drawing/2014/main" id="{AE77AC5D-C5DB-C4B0-80B4-F1911EB66D5D}"/>
              </a:ext>
            </a:extLst>
          </p:cNvPr>
          <p:cNvSpPr>
            <a:spLocks noGrp="1"/>
          </p:cNvSpPr>
          <p:nvPr>
            <p:ph type="body" sz="quarter" idx="33"/>
          </p:nvPr>
        </p:nvSpPr>
        <p:spPr/>
        <p:txBody>
          <a:bodyPr/>
          <a:lstStyle/>
          <a:p>
            <a:endParaRPr lang="de-DE"/>
          </a:p>
        </p:txBody>
      </p:sp>
      <p:sp>
        <p:nvSpPr>
          <p:cNvPr id="15" name="Textplatzhalter 14">
            <a:extLst>
              <a:ext uri="{FF2B5EF4-FFF2-40B4-BE49-F238E27FC236}">
                <a16:creationId xmlns:a16="http://schemas.microsoft.com/office/drawing/2014/main" id="{6E01CB9F-1A5E-E1FF-ACF9-37F6DA402CB9}"/>
              </a:ext>
            </a:extLst>
          </p:cNvPr>
          <p:cNvSpPr>
            <a:spLocks noGrp="1"/>
          </p:cNvSpPr>
          <p:nvPr>
            <p:ph type="body" sz="quarter" idx="34"/>
          </p:nvPr>
        </p:nvSpPr>
        <p:spPr/>
        <p:txBody>
          <a:bodyPr/>
          <a:lstStyle/>
          <a:p>
            <a:endParaRPr lang="de-DE"/>
          </a:p>
        </p:txBody>
      </p:sp>
      <p:sp>
        <p:nvSpPr>
          <p:cNvPr id="16" name="Textplatzhalter 15">
            <a:extLst>
              <a:ext uri="{FF2B5EF4-FFF2-40B4-BE49-F238E27FC236}">
                <a16:creationId xmlns:a16="http://schemas.microsoft.com/office/drawing/2014/main" id="{B27CED01-1B2B-1218-A564-A9E6FE215E8F}"/>
              </a:ext>
            </a:extLst>
          </p:cNvPr>
          <p:cNvSpPr>
            <a:spLocks noGrp="1"/>
          </p:cNvSpPr>
          <p:nvPr>
            <p:ph type="body" sz="quarter" idx="35"/>
          </p:nvPr>
        </p:nvSpPr>
        <p:spPr/>
        <p:txBody>
          <a:bodyPr/>
          <a:lstStyle/>
          <a:p>
            <a:endParaRPr lang="de-DE"/>
          </a:p>
        </p:txBody>
      </p:sp>
    </p:spTree>
    <p:extLst>
      <p:ext uri="{BB962C8B-B14F-4D97-AF65-F5344CB8AC3E}">
        <p14:creationId xmlns:p14="http://schemas.microsoft.com/office/powerpoint/2010/main" val="13241684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705F90A-6EFE-251E-A546-572C9E1BFEF3}"/>
              </a:ext>
            </a:extLst>
          </p:cNvPr>
          <p:cNvSpPr>
            <a:spLocks noGrp="1"/>
          </p:cNvSpPr>
          <p:nvPr>
            <p:ph type="body" sz="quarter" idx="10"/>
          </p:nvPr>
        </p:nvSpPr>
        <p:spPr/>
        <p:txBody>
          <a:bodyPr>
            <a:noAutofit/>
          </a:bodyPr>
          <a:lstStyle/>
          <a:p>
            <a:r>
              <a:rPr lang="de-DE" dirty="0"/>
              <a:t>Icon Bibliothek</a:t>
            </a:r>
          </a:p>
        </p:txBody>
      </p:sp>
      <p:pic>
        <p:nvPicPr>
          <p:cNvPr id="31" name="Grafik 3" descr="Hinzufügen Silhouette">
            <a:extLst>
              <a:ext uri="{FF2B5EF4-FFF2-40B4-BE49-F238E27FC236}">
                <a16:creationId xmlns:a16="http://schemas.microsoft.com/office/drawing/2014/main" id="{7CAAB3B2-F7E7-2F79-21B1-9648883AD0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279" y="2262554"/>
            <a:ext cx="668303" cy="668303"/>
          </a:xfrm>
          <a:prstGeom prst="rect">
            <a:avLst/>
          </a:prstGeom>
        </p:spPr>
      </p:pic>
      <p:pic>
        <p:nvPicPr>
          <p:cNvPr id="33" name="Grafik 5" descr="Adressbuch Silhouette">
            <a:extLst>
              <a:ext uri="{FF2B5EF4-FFF2-40B4-BE49-F238E27FC236}">
                <a16:creationId xmlns:a16="http://schemas.microsoft.com/office/drawing/2014/main" id="{0627C37C-9A56-1B88-0D2F-F3E681A123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279" y="3105541"/>
            <a:ext cx="668303" cy="668303"/>
          </a:xfrm>
          <a:prstGeom prst="rect">
            <a:avLst/>
          </a:prstGeom>
        </p:spPr>
      </p:pic>
      <p:pic>
        <p:nvPicPr>
          <p:cNvPr id="35" name="Grafik 35" descr="Klemmbrett abgehakt Silhouette">
            <a:extLst>
              <a:ext uri="{FF2B5EF4-FFF2-40B4-BE49-F238E27FC236}">
                <a16:creationId xmlns:a16="http://schemas.microsoft.com/office/drawing/2014/main" id="{FC739946-70E5-8910-5DBA-EF705D0D47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279" y="3948528"/>
            <a:ext cx="668303" cy="668303"/>
          </a:xfrm>
          <a:prstGeom prst="rect">
            <a:avLst/>
          </a:prstGeom>
        </p:spPr>
      </p:pic>
      <p:pic>
        <p:nvPicPr>
          <p:cNvPr id="37" name="Grafik 7" descr="Klebepflaster Silhouette">
            <a:extLst>
              <a:ext uri="{FF2B5EF4-FFF2-40B4-BE49-F238E27FC236}">
                <a16:creationId xmlns:a16="http://schemas.microsoft.com/office/drawing/2014/main" id="{877AF3C9-CFE2-F442-342C-58188B7478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8266" y="2262554"/>
            <a:ext cx="668303" cy="668303"/>
          </a:xfrm>
          <a:prstGeom prst="rect">
            <a:avLst/>
          </a:prstGeom>
        </p:spPr>
      </p:pic>
      <p:pic>
        <p:nvPicPr>
          <p:cNvPr id="39" name="Grafik 11" descr="Pfeil Kreis Silhouette">
            <a:extLst>
              <a:ext uri="{FF2B5EF4-FFF2-40B4-BE49-F238E27FC236}">
                <a16:creationId xmlns:a16="http://schemas.microsoft.com/office/drawing/2014/main" id="{0C5577BD-2E95-D781-E0BD-FF68BCFE26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8266" y="3105541"/>
            <a:ext cx="668303" cy="668303"/>
          </a:xfrm>
          <a:prstGeom prst="rect">
            <a:avLst/>
          </a:prstGeom>
        </p:spPr>
      </p:pic>
      <p:pic>
        <p:nvPicPr>
          <p:cNvPr id="41" name="Grafik 37" descr="Uhr Silhouette">
            <a:extLst>
              <a:ext uri="{FF2B5EF4-FFF2-40B4-BE49-F238E27FC236}">
                <a16:creationId xmlns:a16="http://schemas.microsoft.com/office/drawing/2014/main" id="{74F91615-968E-3368-8A87-DAB2C74496C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8266" y="3948528"/>
            <a:ext cx="668303" cy="668303"/>
          </a:xfrm>
          <a:prstGeom prst="rect">
            <a:avLst/>
          </a:prstGeom>
        </p:spPr>
      </p:pic>
      <p:pic>
        <p:nvPicPr>
          <p:cNvPr id="43" name="Grafik 9" descr="Wecker Silhouette">
            <a:extLst>
              <a:ext uri="{FF2B5EF4-FFF2-40B4-BE49-F238E27FC236}">
                <a16:creationId xmlns:a16="http://schemas.microsoft.com/office/drawing/2014/main" id="{A6C22AA7-0A2C-5FFB-D172-B1CE4CE268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71254" y="2262554"/>
            <a:ext cx="668303" cy="668303"/>
          </a:xfrm>
          <a:prstGeom prst="rect">
            <a:avLst/>
          </a:prstGeom>
        </p:spPr>
      </p:pic>
      <p:pic>
        <p:nvPicPr>
          <p:cNvPr id="45" name="Grafik 13" descr="Pfeil nach rechts Silhouette">
            <a:extLst>
              <a:ext uri="{FF2B5EF4-FFF2-40B4-BE49-F238E27FC236}">
                <a16:creationId xmlns:a16="http://schemas.microsoft.com/office/drawing/2014/main" id="{AE820B0E-C418-0E27-C990-A0219F35988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1254" y="3105541"/>
            <a:ext cx="668303" cy="668303"/>
          </a:xfrm>
          <a:prstGeom prst="rect">
            <a:avLst/>
          </a:prstGeom>
        </p:spPr>
      </p:pic>
      <p:pic>
        <p:nvPicPr>
          <p:cNvPr id="47" name="Grafik 39" descr="Schließen Silhouette">
            <a:extLst>
              <a:ext uri="{FF2B5EF4-FFF2-40B4-BE49-F238E27FC236}">
                <a16:creationId xmlns:a16="http://schemas.microsoft.com/office/drawing/2014/main" id="{4308EE45-4CE0-19C2-AB79-8AAC3E1EC03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71254" y="3948528"/>
            <a:ext cx="668303" cy="668303"/>
          </a:xfrm>
          <a:prstGeom prst="rect">
            <a:avLst/>
          </a:prstGeom>
        </p:spPr>
      </p:pic>
      <p:pic>
        <p:nvPicPr>
          <p:cNvPr id="49" name="Grafik 45" descr="Datenbank Silhouette">
            <a:extLst>
              <a:ext uri="{FF2B5EF4-FFF2-40B4-BE49-F238E27FC236}">
                <a16:creationId xmlns:a16="http://schemas.microsoft.com/office/drawing/2014/main" id="{0B31AB3F-1BB5-7B82-02A1-B5EA6961AFA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00214" y="3948528"/>
            <a:ext cx="668303" cy="668303"/>
          </a:xfrm>
          <a:prstGeom prst="rect">
            <a:avLst/>
          </a:prstGeom>
        </p:spPr>
      </p:pic>
      <p:pic>
        <p:nvPicPr>
          <p:cNvPr id="51" name="Grafik 55" descr="Pipette Silhouette">
            <a:extLst>
              <a:ext uri="{FF2B5EF4-FFF2-40B4-BE49-F238E27FC236}">
                <a16:creationId xmlns:a16="http://schemas.microsoft.com/office/drawing/2014/main" id="{4D2EC94B-4C1A-0E9E-AC52-7EB1ED71590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28266" y="4791516"/>
            <a:ext cx="668303" cy="668303"/>
          </a:xfrm>
          <a:prstGeom prst="rect">
            <a:avLst/>
          </a:prstGeom>
        </p:spPr>
      </p:pic>
      <p:pic>
        <p:nvPicPr>
          <p:cNvPr id="53" name="Grafik 15" descr="Balkendiagramm mit Aufwärtstrend Silhouette">
            <a:extLst>
              <a:ext uri="{FF2B5EF4-FFF2-40B4-BE49-F238E27FC236}">
                <a16:creationId xmlns:a16="http://schemas.microsoft.com/office/drawing/2014/main" id="{DE5CCD32-F917-C1AF-DFF1-3C857268F39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214240" y="3105541"/>
            <a:ext cx="668303" cy="668303"/>
          </a:xfrm>
          <a:prstGeom prst="rect">
            <a:avLst/>
          </a:prstGeom>
        </p:spPr>
      </p:pic>
      <p:pic>
        <p:nvPicPr>
          <p:cNvPr id="55" name="Grafik 41" descr="Cmd (Terminal) Silhouette">
            <a:extLst>
              <a:ext uri="{FF2B5EF4-FFF2-40B4-BE49-F238E27FC236}">
                <a16:creationId xmlns:a16="http://schemas.microsoft.com/office/drawing/2014/main" id="{217E2044-DD9E-293E-857C-BBDB9C46469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214240" y="3948528"/>
            <a:ext cx="668303" cy="668303"/>
          </a:xfrm>
          <a:prstGeom prst="rect">
            <a:avLst/>
          </a:prstGeom>
        </p:spPr>
      </p:pic>
      <p:pic>
        <p:nvPicPr>
          <p:cNvPr id="57" name="Grafik 65" descr="Griechischer Tempel Silhouette">
            <a:extLst>
              <a:ext uri="{FF2B5EF4-FFF2-40B4-BE49-F238E27FC236}">
                <a16:creationId xmlns:a16="http://schemas.microsoft.com/office/drawing/2014/main" id="{F79D6555-21A4-1C72-9018-20869AD9569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214240" y="2262554"/>
            <a:ext cx="668303" cy="668303"/>
          </a:xfrm>
          <a:prstGeom prst="rect">
            <a:avLst/>
          </a:prstGeom>
        </p:spPr>
      </p:pic>
      <p:pic>
        <p:nvPicPr>
          <p:cNvPr id="59" name="Grafik 17" descr="Bücher Silhouette">
            <a:extLst>
              <a:ext uri="{FF2B5EF4-FFF2-40B4-BE49-F238E27FC236}">
                <a16:creationId xmlns:a16="http://schemas.microsoft.com/office/drawing/2014/main" id="{B011D0CF-B501-7B70-173E-A019BD7995A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057227" y="3105541"/>
            <a:ext cx="668303" cy="668303"/>
          </a:xfrm>
          <a:prstGeom prst="rect">
            <a:avLst/>
          </a:prstGeom>
        </p:spPr>
      </p:pic>
      <p:pic>
        <p:nvPicPr>
          <p:cNvPr id="61" name="Grafik 43" descr="Kommentar (wichtig) Silhouette">
            <a:extLst>
              <a:ext uri="{FF2B5EF4-FFF2-40B4-BE49-F238E27FC236}">
                <a16:creationId xmlns:a16="http://schemas.microsoft.com/office/drawing/2014/main" id="{11A5203A-8FE7-1F2B-0250-541F5C1AD79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057227" y="3948528"/>
            <a:ext cx="668303" cy="668303"/>
          </a:xfrm>
          <a:prstGeom prst="rect">
            <a:avLst/>
          </a:prstGeom>
        </p:spPr>
      </p:pic>
      <p:pic>
        <p:nvPicPr>
          <p:cNvPr id="63" name="Grafik 67" descr="Grinsende Gesichtskontur Silhouette">
            <a:extLst>
              <a:ext uri="{FF2B5EF4-FFF2-40B4-BE49-F238E27FC236}">
                <a16:creationId xmlns:a16="http://schemas.microsoft.com/office/drawing/2014/main" id="{F2C86076-1289-B3CF-F93D-4E1FE01293E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057227" y="2262554"/>
            <a:ext cx="668303" cy="668303"/>
          </a:xfrm>
          <a:prstGeom prst="rect">
            <a:avLst/>
          </a:prstGeom>
        </p:spPr>
      </p:pic>
      <p:pic>
        <p:nvPicPr>
          <p:cNvPr id="65" name="Grafik 19" descr="Schachtel Silhouette">
            <a:extLst>
              <a:ext uri="{FF2B5EF4-FFF2-40B4-BE49-F238E27FC236}">
                <a16:creationId xmlns:a16="http://schemas.microsoft.com/office/drawing/2014/main" id="{E36782B4-1595-C003-E6FF-FD1EC289ECB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900215" y="3105541"/>
            <a:ext cx="668303" cy="668303"/>
          </a:xfrm>
          <a:prstGeom prst="rect">
            <a:avLst/>
          </a:prstGeom>
        </p:spPr>
      </p:pic>
      <p:pic>
        <p:nvPicPr>
          <p:cNvPr id="67" name="Grafik 47" descr="Ärztin Silhouette">
            <a:extLst>
              <a:ext uri="{FF2B5EF4-FFF2-40B4-BE49-F238E27FC236}">
                <a16:creationId xmlns:a16="http://schemas.microsoft.com/office/drawing/2014/main" id="{DCA59C21-DE81-9709-6858-E7451FB01FD3}"/>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743202" y="3948528"/>
            <a:ext cx="668303" cy="668303"/>
          </a:xfrm>
          <a:prstGeom prst="rect">
            <a:avLst/>
          </a:prstGeom>
        </p:spPr>
      </p:pic>
      <p:pic>
        <p:nvPicPr>
          <p:cNvPr id="69" name="Grafik 69" descr="Gruppe Silhouette">
            <a:extLst>
              <a:ext uri="{FF2B5EF4-FFF2-40B4-BE49-F238E27FC236}">
                <a16:creationId xmlns:a16="http://schemas.microsoft.com/office/drawing/2014/main" id="{989D171E-1135-8B13-B32A-5E9433DA1022}"/>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900215" y="2262554"/>
            <a:ext cx="668303" cy="668303"/>
          </a:xfrm>
          <a:prstGeom prst="rect">
            <a:avLst/>
          </a:prstGeom>
        </p:spPr>
      </p:pic>
      <p:pic>
        <p:nvPicPr>
          <p:cNvPr id="71" name="Grafik 21" descr="Aktenkoffer Silhouette">
            <a:extLst>
              <a:ext uri="{FF2B5EF4-FFF2-40B4-BE49-F238E27FC236}">
                <a16:creationId xmlns:a16="http://schemas.microsoft.com/office/drawing/2014/main" id="{12336E99-BFA5-E39F-E27B-B1AF0963090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43202" y="3105541"/>
            <a:ext cx="668303" cy="668303"/>
          </a:xfrm>
          <a:prstGeom prst="rect">
            <a:avLst/>
          </a:prstGeom>
        </p:spPr>
      </p:pic>
      <p:pic>
        <p:nvPicPr>
          <p:cNvPr id="73" name="Grafik 49" descr="Arzt Silhouette">
            <a:extLst>
              <a:ext uri="{FF2B5EF4-FFF2-40B4-BE49-F238E27FC236}">
                <a16:creationId xmlns:a16="http://schemas.microsoft.com/office/drawing/2014/main" id="{09422A68-431D-EF76-8A39-E0E96169199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586190" y="3948528"/>
            <a:ext cx="668303" cy="668303"/>
          </a:xfrm>
          <a:prstGeom prst="rect">
            <a:avLst/>
          </a:prstGeom>
        </p:spPr>
      </p:pic>
      <p:pic>
        <p:nvPicPr>
          <p:cNvPr id="75" name="Grafik 71" descr="Gruppenbrainstorming Silhouette">
            <a:extLst>
              <a:ext uri="{FF2B5EF4-FFF2-40B4-BE49-F238E27FC236}">
                <a16:creationId xmlns:a16="http://schemas.microsoft.com/office/drawing/2014/main" id="{0B84C654-EEC6-8877-A14C-DB24B75760C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743202" y="2262554"/>
            <a:ext cx="668303" cy="668303"/>
          </a:xfrm>
          <a:prstGeom prst="rect">
            <a:avLst/>
          </a:prstGeom>
        </p:spPr>
      </p:pic>
      <p:pic>
        <p:nvPicPr>
          <p:cNvPr id="77" name="Grafik 23" descr="Callcenter Silhouette">
            <a:extLst>
              <a:ext uri="{FF2B5EF4-FFF2-40B4-BE49-F238E27FC236}">
                <a16:creationId xmlns:a16="http://schemas.microsoft.com/office/drawing/2014/main" id="{ADD30848-C585-1C23-69E7-299332FB2AD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586190" y="3105541"/>
            <a:ext cx="668303" cy="668303"/>
          </a:xfrm>
          <a:prstGeom prst="rect">
            <a:avLst/>
          </a:prstGeom>
        </p:spPr>
      </p:pic>
      <p:pic>
        <p:nvPicPr>
          <p:cNvPr id="79" name="Grafik 51" descr="Umschlag Silhouette">
            <a:extLst>
              <a:ext uri="{FF2B5EF4-FFF2-40B4-BE49-F238E27FC236}">
                <a16:creationId xmlns:a16="http://schemas.microsoft.com/office/drawing/2014/main" id="{FF733465-CAA4-8ABE-D1D1-B39459B4BB0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429176" y="3948528"/>
            <a:ext cx="668303" cy="668303"/>
          </a:xfrm>
          <a:prstGeom prst="rect">
            <a:avLst/>
          </a:prstGeom>
        </p:spPr>
      </p:pic>
      <p:pic>
        <p:nvPicPr>
          <p:cNvPr id="81" name="Grafik 73" descr="Herz Silhouette">
            <a:extLst>
              <a:ext uri="{FF2B5EF4-FFF2-40B4-BE49-F238E27FC236}">
                <a16:creationId xmlns:a16="http://schemas.microsoft.com/office/drawing/2014/main" id="{C64E8B47-F432-CC32-9BEF-041073394E2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586190" y="2262554"/>
            <a:ext cx="668303" cy="668303"/>
          </a:xfrm>
          <a:prstGeom prst="rect">
            <a:avLst/>
          </a:prstGeom>
        </p:spPr>
      </p:pic>
      <p:pic>
        <p:nvPicPr>
          <p:cNvPr id="83" name="Grafik 25" descr="Pflege Silhouette">
            <a:extLst>
              <a:ext uri="{FF2B5EF4-FFF2-40B4-BE49-F238E27FC236}">
                <a16:creationId xmlns:a16="http://schemas.microsoft.com/office/drawing/2014/main" id="{9491794F-2115-747D-4544-FCBF32BA2D5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429176" y="3105541"/>
            <a:ext cx="668303" cy="668303"/>
          </a:xfrm>
          <a:prstGeom prst="rect">
            <a:avLst/>
          </a:prstGeom>
        </p:spPr>
      </p:pic>
      <p:pic>
        <p:nvPicPr>
          <p:cNvPr id="86" name="Grafik 53" descr="Euro Silhouette">
            <a:extLst>
              <a:ext uri="{FF2B5EF4-FFF2-40B4-BE49-F238E27FC236}">
                <a16:creationId xmlns:a16="http://schemas.microsoft.com/office/drawing/2014/main" id="{11623721-9AC2-EFF8-1C09-9790159627CD}"/>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272161" y="3948528"/>
            <a:ext cx="668303" cy="668303"/>
          </a:xfrm>
          <a:prstGeom prst="rect">
            <a:avLst/>
          </a:prstGeom>
        </p:spPr>
      </p:pic>
      <p:pic>
        <p:nvPicPr>
          <p:cNvPr id="87" name="Grafik 75" descr="Hilfe Silhouette">
            <a:extLst>
              <a:ext uri="{FF2B5EF4-FFF2-40B4-BE49-F238E27FC236}">
                <a16:creationId xmlns:a16="http://schemas.microsoft.com/office/drawing/2014/main" id="{731DFD9A-BFAF-8AE1-194C-AF97E23AC6AC}"/>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7429176" y="2262554"/>
            <a:ext cx="668303" cy="668303"/>
          </a:xfrm>
          <a:prstGeom prst="rect">
            <a:avLst/>
          </a:prstGeom>
        </p:spPr>
      </p:pic>
      <p:pic>
        <p:nvPicPr>
          <p:cNvPr id="88" name="Grafik 27" descr="Chat Silhouette">
            <a:extLst>
              <a:ext uri="{FF2B5EF4-FFF2-40B4-BE49-F238E27FC236}">
                <a16:creationId xmlns:a16="http://schemas.microsoft.com/office/drawing/2014/main" id="{673C1B73-C11E-8A08-FA0E-3AB3D26BADD1}"/>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272163" y="3105541"/>
            <a:ext cx="668303" cy="668303"/>
          </a:xfrm>
          <a:prstGeom prst="rect">
            <a:avLst/>
          </a:prstGeom>
        </p:spPr>
      </p:pic>
      <p:pic>
        <p:nvPicPr>
          <p:cNvPr id="89" name="Grafik 57" descr="Verbandskasten Silhouette">
            <a:extLst>
              <a:ext uri="{FF2B5EF4-FFF2-40B4-BE49-F238E27FC236}">
                <a16:creationId xmlns:a16="http://schemas.microsoft.com/office/drawing/2014/main" id="{5C4FF5BB-0310-6C92-E8B0-5679078465AC}"/>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115150" y="3948528"/>
            <a:ext cx="668303" cy="668303"/>
          </a:xfrm>
          <a:prstGeom prst="rect">
            <a:avLst/>
          </a:prstGeom>
        </p:spPr>
      </p:pic>
      <p:pic>
        <p:nvPicPr>
          <p:cNvPr id="90" name="Grafik 77" descr="Start Silhouette">
            <a:extLst>
              <a:ext uri="{FF2B5EF4-FFF2-40B4-BE49-F238E27FC236}">
                <a16:creationId xmlns:a16="http://schemas.microsoft.com/office/drawing/2014/main" id="{C19CE5C5-3852-F19A-5FAB-8B72BF450A67}"/>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272163" y="2262554"/>
            <a:ext cx="668303" cy="668303"/>
          </a:xfrm>
          <a:prstGeom prst="rect">
            <a:avLst/>
          </a:prstGeom>
        </p:spPr>
      </p:pic>
      <p:pic>
        <p:nvPicPr>
          <p:cNvPr id="91" name="Grafik 29" descr="Chemikalien Silhouette">
            <a:extLst>
              <a:ext uri="{FF2B5EF4-FFF2-40B4-BE49-F238E27FC236}">
                <a16:creationId xmlns:a16="http://schemas.microsoft.com/office/drawing/2014/main" id="{4B943680-773D-AC02-F1CB-CC28D012F4E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9115151" y="3105541"/>
            <a:ext cx="668303" cy="668303"/>
          </a:xfrm>
          <a:prstGeom prst="rect">
            <a:avLst/>
          </a:prstGeom>
        </p:spPr>
      </p:pic>
      <p:pic>
        <p:nvPicPr>
          <p:cNvPr id="92" name="Grafik 59" descr="Kennzeichen Silhouette">
            <a:extLst>
              <a:ext uri="{FF2B5EF4-FFF2-40B4-BE49-F238E27FC236}">
                <a16:creationId xmlns:a16="http://schemas.microsoft.com/office/drawing/2014/main" id="{400815B2-72BF-40A9-489C-98DD92BBF0E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958137" y="3948528"/>
            <a:ext cx="668303" cy="668303"/>
          </a:xfrm>
          <a:prstGeom prst="rect">
            <a:avLst/>
          </a:prstGeom>
        </p:spPr>
      </p:pic>
      <p:pic>
        <p:nvPicPr>
          <p:cNvPr id="93" name="Grafik 79" descr="Sanduhr 60% Silhouette">
            <a:extLst>
              <a:ext uri="{FF2B5EF4-FFF2-40B4-BE49-F238E27FC236}">
                <a16:creationId xmlns:a16="http://schemas.microsoft.com/office/drawing/2014/main" id="{DADE1080-D3E7-9D00-E36E-62F44CD29500}"/>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115151" y="2262554"/>
            <a:ext cx="668303" cy="668303"/>
          </a:xfrm>
          <a:prstGeom prst="rect">
            <a:avLst/>
          </a:prstGeom>
        </p:spPr>
      </p:pic>
      <p:pic>
        <p:nvPicPr>
          <p:cNvPr id="94" name="Grafik 31" descr="Kreisförmiges Flussdiagramm Silhouette">
            <a:extLst>
              <a:ext uri="{FF2B5EF4-FFF2-40B4-BE49-F238E27FC236}">
                <a16:creationId xmlns:a16="http://schemas.microsoft.com/office/drawing/2014/main" id="{7A9B5CE4-05C5-49CB-B4EE-3AF36188B38C}"/>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9958138" y="3105541"/>
            <a:ext cx="668303" cy="668303"/>
          </a:xfrm>
          <a:prstGeom prst="rect">
            <a:avLst/>
          </a:prstGeom>
        </p:spPr>
      </p:pic>
      <p:pic>
        <p:nvPicPr>
          <p:cNvPr id="95" name="Grafik 61" descr="Hospital Silhouette">
            <a:extLst>
              <a:ext uri="{FF2B5EF4-FFF2-40B4-BE49-F238E27FC236}">
                <a16:creationId xmlns:a16="http://schemas.microsoft.com/office/drawing/2014/main" id="{5F28508D-8CF0-7398-5CB7-078072EE5592}"/>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0801122" y="3948528"/>
            <a:ext cx="668303" cy="668303"/>
          </a:xfrm>
          <a:prstGeom prst="rect">
            <a:avLst/>
          </a:prstGeom>
        </p:spPr>
      </p:pic>
      <p:pic>
        <p:nvPicPr>
          <p:cNvPr id="96" name="Grafik 81" descr="Posteingang Silhouette">
            <a:extLst>
              <a:ext uri="{FF2B5EF4-FFF2-40B4-BE49-F238E27FC236}">
                <a16:creationId xmlns:a16="http://schemas.microsoft.com/office/drawing/2014/main" id="{D2EC4992-B522-8337-0E70-CCF647A34163}"/>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958138" y="2262554"/>
            <a:ext cx="668303" cy="668303"/>
          </a:xfrm>
          <a:prstGeom prst="rect">
            <a:avLst/>
          </a:prstGeom>
        </p:spPr>
      </p:pic>
      <p:pic>
        <p:nvPicPr>
          <p:cNvPr id="97" name="Grafik 33" descr="Klemmbrett Silhouette">
            <a:extLst>
              <a:ext uri="{FF2B5EF4-FFF2-40B4-BE49-F238E27FC236}">
                <a16:creationId xmlns:a16="http://schemas.microsoft.com/office/drawing/2014/main" id="{CBDE69BD-0E68-8521-C5DE-CF7755A6642A}"/>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801122" y="3105541"/>
            <a:ext cx="668303" cy="668303"/>
          </a:xfrm>
          <a:prstGeom prst="rect">
            <a:avLst/>
          </a:prstGeom>
        </p:spPr>
      </p:pic>
      <p:pic>
        <p:nvPicPr>
          <p:cNvPr id="98" name="Grafik 63" descr="Medizin Silhouette">
            <a:extLst>
              <a:ext uri="{FF2B5EF4-FFF2-40B4-BE49-F238E27FC236}">
                <a16:creationId xmlns:a16="http://schemas.microsoft.com/office/drawing/2014/main" id="{51B1B6D9-96F3-3FAD-3263-FC6F692F3DA3}"/>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685279" y="4791515"/>
            <a:ext cx="668303" cy="668303"/>
          </a:xfrm>
          <a:prstGeom prst="rect">
            <a:avLst/>
          </a:prstGeom>
        </p:spPr>
      </p:pic>
      <p:pic>
        <p:nvPicPr>
          <p:cNvPr id="99" name="Grafik 83" descr="Internet der Dinge Silhouette">
            <a:extLst>
              <a:ext uri="{FF2B5EF4-FFF2-40B4-BE49-F238E27FC236}">
                <a16:creationId xmlns:a16="http://schemas.microsoft.com/office/drawing/2014/main" id="{E7CDAEF3-A10D-2235-FD13-BFBB9C114E03}"/>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0801122" y="2262554"/>
            <a:ext cx="668303" cy="668303"/>
          </a:xfrm>
          <a:prstGeom prst="rect">
            <a:avLst/>
          </a:prstGeom>
        </p:spPr>
      </p:pic>
      <p:pic>
        <p:nvPicPr>
          <p:cNvPr id="15" name="Grafik 14" descr="Hierarchie Silhouette">
            <a:extLst>
              <a:ext uri="{FF2B5EF4-FFF2-40B4-BE49-F238E27FC236}">
                <a16:creationId xmlns:a16="http://schemas.microsoft.com/office/drawing/2014/main" id="{205FDC3C-EE41-7001-53DB-9C6ADC8A5452}"/>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213387" y="4791515"/>
            <a:ext cx="669600" cy="669600"/>
          </a:xfrm>
          <a:prstGeom prst="rect">
            <a:avLst/>
          </a:prstGeom>
        </p:spPr>
      </p:pic>
      <p:pic>
        <p:nvPicPr>
          <p:cNvPr id="17" name="Grafik 16" descr="Volltreffer Silhouette">
            <a:extLst>
              <a:ext uri="{FF2B5EF4-FFF2-40B4-BE49-F238E27FC236}">
                <a16:creationId xmlns:a16="http://schemas.microsoft.com/office/drawing/2014/main" id="{93081344-8291-6BF4-2FBA-1B753D11868A}"/>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369957" y="4791515"/>
            <a:ext cx="669600" cy="669600"/>
          </a:xfrm>
          <a:prstGeom prst="rect">
            <a:avLst/>
          </a:prstGeom>
        </p:spPr>
      </p:pic>
    </p:spTree>
    <p:extLst>
      <p:ext uri="{BB962C8B-B14F-4D97-AF65-F5344CB8AC3E}">
        <p14:creationId xmlns:p14="http://schemas.microsoft.com/office/powerpoint/2010/main" val="13248491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29D177-38FD-B31A-7156-691D95A3A758}"/>
              </a:ext>
            </a:extLst>
          </p:cNvPr>
          <p:cNvSpPr>
            <a:spLocks noGrp="1"/>
          </p:cNvSpPr>
          <p:nvPr>
            <p:ph type="body" sz="quarter" idx="10"/>
          </p:nvPr>
        </p:nvSpPr>
        <p:spPr/>
        <p:txBody>
          <a:bodyPr>
            <a:noAutofit/>
          </a:bodyPr>
          <a:lstStyle/>
          <a:p>
            <a:r>
              <a:rPr lang="de-DE" dirty="0"/>
              <a:t>Icon Bibliothek</a:t>
            </a:r>
          </a:p>
        </p:txBody>
      </p:sp>
      <p:pic>
        <p:nvPicPr>
          <p:cNvPr id="4" name="Grafik 3" descr="Hinzufügen Silhouette">
            <a:extLst>
              <a:ext uri="{FF2B5EF4-FFF2-40B4-BE49-F238E27FC236}">
                <a16:creationId xmlns:a16="http://schemas.microsoft.com/office/drawing/2014/main" id="{231C8F61-54E7-1646-1630-879D42FC80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279" y="2263350"/>
            <a:ext cx="667836" cy="667836"/>
          </a:xfrm>
          <a:prstGeom prst="rect">
            <a:avLst/>
          </a:prstGeom>
        </p:spPr>
      </p:pic>
      <p:pic>
        <p:nvPicPr>
          <p:cNvPr id="5" name="Grafik 5" descr="Adressbuch Silhouette">
            <a:extLst>
              <a:ext uri="{FF2B5EF4-FFF2-40B4-BE49-F238E27FC236}">
                <a16:creationId xmlns:a16="http://schemas.microsoft.com/office/drawing/2014/main" id="{3648646B-68B7-5F5E-2BBB-E07DA8AAE1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279" y="3105749"/>
            <a:ext cx="667836" cy="667836"/>
          </a:xfrm>
          <a:prstGeom prst="rect">
            <a:avLst/>
          </a:prstGeom>
        </p:spPr>
      </p:pic>
      <p:pic>
        <p:nvPicPr>
          <p:cNvPr id="6" name="Grafik 35" descr="Klemmbrett abgehakt Silhouette">
            <a:extLst>
              <a:ext uri="{FF2B5EF4-FFF2-40B4-BE49-F238E27FC236}">
                <a16:creationId xmlns:a16="http://schemas.microsoft.com/office/drawing/2014/main" id="{9AD0162F-E26B-6AAF-3807-02ED45E3BF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279" y="3948147"/>
            <a:ext cx="667836" cy="667836"/>
          </a:xfrm>
          <a:prstGeom prst="rect">
            <a:avLst/>
          </a:prstGeom>
        </p:spPr>
      </p:pic>
      <p:pic>
        <p:nvPicPr>
          <p:cNvPr id="7" name="Grafik 7" descr="Klebepflaster Silhouette">
            <a:extLst>
              <a:ext uri="{FF2B5EF4-FFF2-40B4-BE49-F238E27FC236}">
                <a16:creationId xmlns:a16="http://schemas.microsoft.com/office/drawing/2014/main" id="{8FCBE933-6B63-5483-63FB-51AF0CC3E0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678" y="2263350"/>
            <a:ext cx="667836" cy="667836"/>
          </a:xfrm>
          <a:prstGeom prst="rect">
            <a:avLst/>
          </a:prstGeom>
        </p:spPr>
      </p:pic>
      <p:pic>
        <p:nvPicPr>
          <p:cNvPr id="8" name="Grafik 11" descr="Pfeil Kreis Silhouette">
            <a:extLst>
              <a:ext uri="{FF2B5EF4-FFF2-40B4-BE49-F238E27FC236}">
                <a16:creationId xmlns:a16="http://schemas.microsoft.com/office/drawing/2014/main" id="{4E4B70C7-4F96-2401-0F05-5296C93929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678" y="3105749"/>
            <a:ext cx="667836" cy="667836"/>
          </a:xfrm>
          <a:prstGeom prst="rect">
            <a:avLst/>
          </a:prstGeom>
        </p:spPr>
      </p:pic>
      <p:pic>
        <p:nvPicPr>
          <p:cNvPr id="9" name="Grafik 37" descr="Uhr Silhouette">
            <a:extLst>
              <a:ext uri="{FF2B5EF4-FFF2-40B4-BE49-F238E27FC236}">
                <a16:creationId xmlns:a16="http://schemas.microsoft.com/office/drawing/2014/main" id="{C372C6D0-8E8C-B282-C2A2-1B8102E7F6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7678" y="3948147"/>
            <a:ext cx="667836" cy="667836"/>
          </a:xfrm>
          <a:prstGeom prst="rect">
            <a:avLst/>
          </a:prstGeom>
        </p:spPr>
      </p:pic>
      <p:pic>
        <p:nvPicPr>
          <p:cNvPr id="10" name="Grafik 9" descr="Wecker Silhouette">
            <a:extLst>
              <a:ext uri="{FF2B5EF4-FFF2-40B4-BE49-F238E27FC236}">
                <a16:creationId xmlns:a16="http://schemas.microsoft.com/office/drawing/2014/main" id="{EAAB3BCE-BA16-C6B2-3D34-6AEE0DAF27C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70077" y="2263350"/>
            <a:ext cx="667836" cy="667836"/>
          </a:xfrm>
          <a:prstGeom prst="rect">
            <a:avLst/>
          </a:prstGeom>
        </p:spPr>
      </p:pic>
      <p:pic>
        <p:nvPicPr>
          <p:cNvPr id="11" name="Grafik 13" descr="Pfeil nach rechts Silhouette">
            <a:extLst>
              <a:ext uri="{FF2B5EF4-FFF2-40B4-BE49-F238E27FC236}">
                <a16:creationId xmlns:a16="http://schemas.microsoft.com/office/drawing/2014/main" id="{15B020F2-7FB7-30BB-416C-F0CD2685FC4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0077" y="3105749"/>
            <a:ext cx="667836" cy="667836"/>
          </a:xfrm>
          <a:prstGeom prst="rect">
            <a:avLst/>
          </a:prstGeom>
        </p:spPr>
      </p:pic>
      <p:pic>
        <p:nvPicPr>
          <p:cNvPr id="12" name="Grafik 39" descr="Schließen Silhouette">
            <a:extLst>
              <a:ext uri="{FF2B5EF4-FFF2-40B4-BE49-F238E27FC236}">
                <a16:creationId xmlns:a16="http://schemas.microsoft.com/office/drawing/2014/main" id="{6779BD49-C8CC-8C4E-D120-FA87C585A73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70077" y="3948147"/>
            <a:ext cx="667836" cy="667836"/>
          </a:xfrm>
          <a:prstGeom prst="rect">
            <a:avLst/>
          </a:prstGeom>
        </p:spPr>
      </p:pic>
      <p:pic>
        <p:nvPicPr>
          <p:cNvPr id="13" name="Grafik 45" descr="Datenbank Silhouette">
            <a:extLst>
              <a:ext uri="{FF2B5EF4-FFF2-40B4-BE49-F238E27FC236}">
                <a16:creationId xmlns:a16="http://schemas.microsoft.com/office/drawing/2014/main" id="{A79B2841-25E5-081D-BD25-487F787FD76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97272" y="3948147"/>
            <a:ext cx="667836" cy="667836"/>
          </a:xfrm>
          <a:prstGeom prst="rect">
            <a:avLst/>
          </a:prstGeom>
        </p:spPr>
      </p:pic>
      <p:pic>
        <p:nvPicPr>
          <p:cNvPr id="14" name="Grafik 55" descr="Pipette Silhouette">
            <a:extLst>
              <a:ext uri="{FF2B5EF4-FFF2-40B4-BE49-F238E27FC236}">
                <a16:creationId xmlns:a16="http://schemas.microsoft.com/office/drawing/2014/main" id="{3742591E-009B-F014-8177-2B2F0C0554F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27678" y="4790547"/>
            <a:ext cx="667836" cy="667836"/>
          </a:xfrm>
          <a:prstGeom prst="rect">
            <a:avLst/>
          </a:prstGeom>
        </p:spPr>
      </p:pic>
      <p:pic>
        <p:nvPicPr>
          <p:cNvPr id="15" name="Grafik 15" descr="Balkendiagramm mit Aufwärtstrend Silhouette">
            <a:extLst>
              <a:ext uri="{FF2B5EF4-FFF2-40B4-BE49-F238E27FC236}">
                <a16:creationId xmlns:a16="http://schemas.microsoft.com/office/drawing/2014/main" id="{BDFDB04C-D743-42A7-FD28-854611CFB9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212475" y="3105749"/>
            <a:ext cx="667836" cy="667836"/>
          </a:xfrm>
          <a:prstGeom prst="rect">
            <a:avLst/>
          </a:prstGeom>
        </p:spPr>
      </p:pic>
      <p:pic>
        <p:nvPicPr>
          <p:cNvPr id="16" name="Grafik 41" descr="Cmd (Terminal) Silhouette">
            <a:extLst>
              <a:ext uri="{FF2B5EF4-FFF2-40B4-BE49-F238E27FC236}">
                <a16:creationId xmlns:a16="http://schemas.microsoft.com/office/drawing/2014/main" id="{08DA89A8-A135-4EA9-6B2A-7E5FB587C26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212475" y="3948147"/>
            <a:ext cx="667836" cy="667836"/>
          </a:xfrm>
          <a:prstGeom prst="rect">
            <a:avLst/>
          </a:prstGeom>
        </p:spPr>
      </p:pic>
      <p:pic>
        <p:nvPicPr>
          <p:cNvPr id="17" name="Grafik 65" descr="Griechischer Tempel Silhouette">
            <a:extLst>
              <a:ext uri="{FF2B5EF4-FFF2-40B4-BE49-F238E27FC236}">
                <a16:creationId xmlns:a16="http://schemas.microsoft.com/office/drawing/2014/main" id="{04D8EF2A-9B30-91B7-396B-2B0FB15796C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212475" y="2263350"/>
            <a:ext cx="667836" cy="667836"/>
          </a:xfrm>
          <a:prstGeom prst="rect">
            <a:avLst/>
          </a:prstGeom>
        </p:spPr>
      </p:pic>
      <p:pic>
        <p:nvPicPr>
          <p:cNvPr id="18" name="Grafik 17" descr="Bücher Silhouette">
            <a:extLst>
              <a:ext uri="{FF2B5EF4-FFF2-40B4-BE49-F238E27FC236}">
                <a16:creationId xmlns:a16="http://schemas.microsoft.com/office/drawing/2014/main" id="{5510F651-AFF0-6290-A5A5-5FED607958F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054874" y="3105749"/>
            <a:ext cx="667836" cy="667836"/>
          </a:xfrm>
          <a:prstGeom prst="rect">
            <a:avLst/>
          </a:prstGeom>
        </p:spPr>
      </p:pic>
      <p:pic>
        <p:nvPicPr>
          <p:cNvPr id="19" name="Grafik 43" descr="Kommentar (wichtig) Silhouette">
            <a:extLst>
              <a:ext uri="{FF2B5EF4-FFF2-40B4-BE49-F238E27FC236}">
                <a16:creationId xmlns:a16="http://schemas.microsoft.com/office/drawing/2014/main" id="{C56E4A53-A2E3-31BC-DBDD-70B24E71E2D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054874" y="3948147"/>
            <a:ext cx="667836" cy="667836"/>
          </a:xfrm>
          <a:prstGeom prst="rect">
            <a:avLst/>
          </a:prstGeom>
        </p:spPr>
      </p:pic>
      <p:pic>
        <p:nvPicPr>
          <p:cNvPr id="20" name="Grafik 67" descr="Grinsende Gesichtskontur Silhouette">
            <a:extLst>
              <a:ext uri="{FF2B5EF4-FFF2-40B4-BE49-F238E27FC236}">
                <a16:creationId xmlns:a16="http://schemas.microsoft.com/office/drawing/2014/main" id="{D73D70D9-6AE2-CEE0-E96E-DC4D9C8CD70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054874" y="2263350"/>
            <a:ext cx="667836" cy="667836"/>
          </a:xfrm>
          <a:prstGeom prst="rect">
            <a:avLst/>
          </a:prstGeom>
        </p:spPr>
      </p:pic>
      <p:pic>
        <p:nvPicPr>
          <p:cNvPr id="21" name="Grafik 19" descr="Schachtel Silhouette">
            <a:extLst>
              <a:ext uri="{FF2B5EF4-FFF2-40B4-BE49-F238E27FC236}">
                <a16:creationId xmlns:a16="http://schemas.microsoft.com/office/drawing/2014/main" id="{671617F0-5142-6C3D-C821-62CE72E5B9C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897273" y="3105749"/>
            <a:ext cx="667836" cy="667836"/>
          </a:xfrm>
          <a:prstGeom prst="rect">
            <a:avLst/>
          </a:prstGeom>
        </p:spPr>
      </p:pic>
      <p:pic>
        <p:nvPicPr>
          <p:cNvPr id="22" name="Grafik 47" descr="Ärztin Silhouette">
            <a:extLst>
              <a:ext uri="{FF2B5EF4-FFF2-40B4-BE49-F238E27FC236}">
                <a16:creationId xmlns:a16="http://schemas.microsoft.com/office/drawing/2014/main" id="{63193120-22F2-003D-6305-45A0752DDB3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739672" y="3948147"/>
            <a:ext cx="667836" cy="667836"/>
          </a:xfrm>
          <a:prstGeom prst="rect">
            <a:avLst/>
          </a:prstGeom>
        </p:spPr>
      </p:pic>
      <p:pic>
        <p:nvPicPr>
          <p:cNvPr id="23" name="Grafik 69" descr="Gruppe Silhouette">
            <a:extLst>
              <a:ext uri="{FF2B5EF4-FFF2-40B4-BE49-F238E27FC236}">
                <a16:creationId xmlns:a16="http://schemas.microsoft.com/office/drawing/2014/main" id="{F05003AB-0698-68F4-BE93-9340AB495E27}"/>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897273" y="2263350"/>
            <a:ext cx="667836" cy="667836"/>
          </a:xfrm>
          <a:prstGeom prst="rect">
            <a:avLst/>
          </a:prstGeom>
        </p:spPr>
      </p:pic>
      <p:pic>
        <p:nvPicPr>
          <p:cNvPr id="24" name="Grafik 21" descr="Aktenkoffer Silhouette">
            <a:extLst>
              <a:ext uri="{FF2B5EF4-FFF2-40B4-BE49-F238E27FC236}">
                <a16:creationId xmlns:a16="http://schemas.microsoft.com/office/drawing/2014/main" id="{9862D093-099B-EFFB-2933-C05FC36BF9D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39672" y="3105749"/>
            <a:ext cx="667836" cy="667836"/>
          </a:xfrm>
          <a:prstGeom prst="rect">
            <a:avLst/>
          </a:prstGeom>
        </p:spPr>
      </p:pic>
      <p:pic>
        <p:nvPicPr>
          <p:cNvPr id="25" name="Grafik 49" descr="Arzt Silhouette">
            <a:extLst>
              <a:ext uri="{FF2B5EF4-FFF2-40B4-BE49-F238E27FC236}">
                <a16:creationId xmlns:a16="http://schemas.microsoft.com/office/drawing/2014/main" id="{E73727DB-E044-12D5-5360-A79A67FAE10C}"/>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582071" y="3948147"/>
            <a:ext cx="667836" cy="667836"/>
          </a:xfrm>
          <a:prstGeom prst="rect">
            <a:avLst/>
          </a:prstGeom>
        </p:spPr>
      </p:pic>
      <p:pic>
        <p:nvPicPr>
          <p:cNvPr id="26" name="Grafik 71" descr="Gruppenbrainstorming Silhouette">
            <a:extLst>
              <a:ext uri="{FF2B5EF4-FFF2-40B4-BE49-F238E27FC236}">
                <a16:creationId xmlns:a16="http://schemas.microsoft.com/office/drawing/2014/main" id="{BC583AC0-E983-CDC4-9790-E83807903F4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739672" y="2263350"/>
            <a:ext cx="667836" cy="667836"/>
          </a:xfrm>
          <a:prstGeom prst="rect">
            <a:avLst/>
          </a:prstGeom>
        </p:spPr>
      </p:pic>
      <p:pic>
        <p:nvPicPr>
          <p:cNvPr id="27" name="Grafik 23" descr="Callcenter Silhouette">
            <a:extLst>
              <a:ext uri="{FF2B5EF4-FFF2-40B4-BE49-F238E27FC236}">
                <a16:creationId xmlns:a16="http://schemas.microsoft.com/office/drawing/2014/main" id="{1AB8D614-1FC8-4459-7AA8-1D1C70070A6C}"/>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582071" y="3105749"/>
            <a:ext cx="667836" cy="667836"/>
          </a:xfrm>
          <a:prstGeom prst="rect">
            <a:avLst/>
          </a:prstGeom>
        </p:spPr>
      </p:pic>
      <p:pic>
        <p:nvPicPr>
          <p:cNvPr id="28" name="Grafik 51" descr="Umschlag Silhouette">
            <a:extLst>
              <a:ext uri="{FF2B5EF4-FFF2-40B4-BE49-F238E27FC236}">
                <a16:creationId xmlns:a16="http://schemas.microsoft.com/office/drawing/2014/main" id="{248986B2-5424-FEAC-0305-6C1050EA914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424469" y="3948147"/>
            <a:ext cx="667836" cy="667836"/>
          </a:xfrm>
          <a:prstGeom prst="rect">
            <a:avLst/>
          </a:prstGeom>
        </p:spPr>
      </p:pic>
      <p:pic>
        <p:nvPicPr>
          <p:cNvPr id="29" name="Grafik 73" descr="Herz Silhouette">
            <a:extLst>
              <a:ext uri="{FF2B5EF4-FFF2-40B4-BE49-F238E27FC236}">
                <a16:creationId xmlns:a16="http://schemas.microsoft.com/office/drawing/2014/main" id="{D5C28CB7-46DA-45F6-EFDB-B31B22F95279}"/>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582071" y="2263350"/>
            <a:ext cx="667836" cy="667836"/>
          </a:xfrm>
          <a:prstGeom prst="rect">
            <a:avLst/>
          </a:prstGeom>
        </p:spPr>
      </p:pic>
      <p:pic>
        <p:nvPicPr>
          <p:cNvPr id="30" name="Grafik 25" descr="Pflege Silhouette">
            <a:extLst>
              <a:ext uri="{FF2B5EF4-FFF2-40B4-BE49-F238E27FC236}">
                <a16:creationId xmlns:a16="http://schemas.microsoft.com/office/drawing/2014/main" id="{781A96B8-873B-37B6-1BEE-E05AADC82C48}"/>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424469" y="3105749"/>
            <a:ext cx="667836" cy="667836"/>
          </a:xfrm>
          <a:prstGeom prst="rect">
            <a:avLst/>
          </a:prstGeom>
        </p:spPr>
      </p:pic>
      <p:pic>
        <p:nvPicPr>
          <p:cNvPr id="31" name="Grafik 53" descr="Euro Silhouette">
            <a:extLst>
              <a:ext uri="{FF2B5EF4-FFF2-40B4-BE49-F238E27FC236}">
                <a16:creationId xmlns:a16="http://schemas.microsoft.com/office/drawing/2014/main" id="{CE07DC2D-09C0-2921-9144-9F498F6721D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266866" y="3948147"/>
            <a:ext cx="667836" cy="667836"/>
          </a:xfrm>
          <a:prstGeom prst="rect">
            <a:avLst/>
          </a:prstGeom>
        </p:spPr>
      </p:pic>
      <p:pic>
        <p:nvPicPr>
          <p:cNvPr id="32" name="Grafik 75" descr="Hilfe Silhouette">
            <a:extLst>
              <a:ext uri="{FF2B5EF4-FFF2-40B4-BE49-F238E27FC236}">
                <a16:creationId xmlns:a16="http://schemas.microsoft.com/office/drawing/2014/main" id="{441A8876-D7F0-1A29-B4DE-B3AA1399B8FE}"/>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7424469" y="2263350"/>
            <a:ext cx="667836" cy="667836"/>
          </a:xfrm>
          <a:prstGeom prst="rect">
            <a:avLst/>
          </a:prstGeom>
        </p:spPr>
      </p:pic>
      <p:pic>
        <p:nvPicPr>
          <p:cNvPr id="33" name="Grafik 27" descr="Chat Silhouette">
            <a:extLst>
              <a:ext uri="{FF2B5EF4-FFF2-40B4-BE49-F238E27FC236}">
                <a16:creationId xmlns:a16="http://schemas.microsoft.com/office/drawing/2014/main" id="{D4E27BEE-F928-9C4E-06DD-56CCE8618650}"/>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266868" y="3105749"/>
            <a:ext cx="667836" cy="667836"/>
          </a:xfrm>
          <a:prstGeom prst="rect">
            <a:avLst/>
          </a:prstGeom>
        </p:spPr>
      </p:pic>
      <p:pic>
        <p:nvPicPr>
          <p:cNvPr id="34" name="Grafik 57" descr="Verbandskasten Silhouette">
            <a:extLst>
              <a:ext uri="{FF2B5EF4-FFF2-40B4-BE49-F238E27FC236}">
                <a16:creationId xmlns:a16="http://schemas.microsoft.com/office/drawing/2014/main" id="{18009F4C-FB0C-E987-5B3E-E51D94DECC0D}"/>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109266" y="3948147"/>
            <a:ext cx="667836" cy="667836"/>
          </a:xfrm>
          <a:prstGeom prst="rect">
            <a:avLst/>
          </a:prstGeom>
        </p:spPr>
      </p:pic>
      <p:pic>
        <p:nvPicPr>
          <p:cNvPr id="35" name="Grafik 77" descr="Start Silhouette">
            <a:extLst>
              <a:ext uri="{FF2B5EF4-FFF2-40B4-BE49-F238E27FC236}">
                <a16:creationId xmlns:a16="http://schemas.microsoft.com/office/drawing/2014/main" id="{DE0B21C0-6D60-8084-9319-AB52E5744810}"/>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266868" y="2263350"/>
            <a:ext cx="667836" cy="667836"/>
          </a:xfrm>
          <a:prstGeom prst="rect">
            <a:avLst/>
          </a:prstGeom>
        </p:spPr>
      </p:pic>
      <p:pic>
        <p:nvPicPr>
          <p:cNvPr id="36" name="Grafik 29" descr="Chemikalien Silhouette">
            <a:extLst>
              <a:ext uri="{FF2B5EF4-FFF2-40B4-BE49-F238E27FC236}">
                <a16:creationId xmlns:a16="http://schemas.microsoft.com/office/drawing/2014/main" id="{8DAC22B8-C165-8B8D-0FE2-F9FC6EC25283}"/>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9109267" y="3105749"/>
            <a:ext cx="667836" cy="667836"/>
          </a:xfrm>
          <a:prstGeom prst="rect">
            <a:avLst/>
          </a:prstGeom>
        </p:spPr>
      </p:pic>
      <p:pic>
        <p:nvPicPr>
          <p:cNvPr id="37" name="Grafik 59" descr="Kennzeichen Silhouette">
            <a:extLst>
              <a:ext uri="{FF2B5EF4-FFF2-40B4-BE49-F238E27FC236}">
                <a16:creationId xmlns:a16="http://schemas.microsoft.com/office/drawing/2014/main" id="{92B537BB-1AB8-C0D8-F332-19130331902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951665" y="3948147"/>
            <a:ext cx="667836" cy="667836"/>
          </a:xfrm>
          <a:prstGeom prst="rect">
            <a:avLst/>
          </a:prstGeom>
        </p:spPr>
      </p:pic>
      <p:pic>
        <p:nvPicPr>
          <p:cNvPr id="38" name="Grafik 79" descr="Sanduhr 60% Silhouette">
            <a:extLst>
              <a:ext uri="{FF2B5EF4-FFF2-40B4-BE49-F238E27FC236}">
                <a16:creationId xmlns:a16="http://schemas.microsoft.com/office/drawing/2014/main" id="{881E069C-A32A-9EF5-57ED-F15466CA3A9B}"/>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109267" y="2263350"/>
            <a:ext cx="667836" cy="667836"/>
          </a:xfrm>
          <a:prstGeom prst="rect">
            <a:avLst/>
          </a:prstGeom>
        </p:spPr>
      </p:pic>
      <p:pic>
        <p:nvPicPr>
          <p:cNvPr id="39" name="Grafik 31" descr="Kreisförmiges Flussdiagramm Silhouette">
            <a:extLst>
              <a:ext uri="{FF2B5EF4-FFF2-40B4-BE49-F238E27FC236}">
                <a16:creationId xmlns:a16="http://schemas.microsoft.com/office/drawing/2014/main" id="{32DFC9F4-59D7-977B-C0CA-F4186943EFC2}"/>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9951666" y="3105749"/>
            <a:ext cx="667836" cy="667836"/>
          </a:xfrm>
          <a:prstGeom prst="rect">
            <a:avLst/>
          </a:prstGeom>
        </p:spPr>
      </p:pic>
      <p:pic>
        <p:nvPicPr>
          <p:cNvPr id="40" name="Grafik 61" descr="Hospital Silhouette">
            <a:extLst>
              <a:ext uri="{FF2B5EF4-FFF2-40B4-BE49-F238E27FC236}">
                <a16:creationId xmlns:a16="http://schemas.microsoft.com/office/drawing/2014/main" id="{79822B46-ED2A-B8D0-3D18-9DC2D7990A68}"/>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0794062" y="3948147"/>
            <a:ext cx="667836" cy="667836"/>
          </a:xfrm>
          <a:prstGeom prst="rect">
            <a:avLst/>
          </a:prstGeom>
        </p:spPr>
      </p:pic>
      <p:pic>
        <p:nvPicPr>
          <p:cNvPr id="41" name="Grafik 81" descr="Posteingang Silhouette">
            <a:extLst>
              <a:ext uri="{FF2B5EF4-FFF2-40B4-BE49-F238E27FC236}">
                <a16:creationId xmlns:a16="http://schemas.microsoft.com/office/drawing/2014/main" id="{D589ADF1-98E1-11C9-F369-920256B36E3A}"/>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951666" y="2263350"/>
            <a:ext cx="667836" cy="667836"/>
          </a:xfrm>
          <a:prstGeom prst="rect">
            <a:avLst/>
          </a:prstGeom>
        </p:spPr>
      </p:pic>
      <p:pic>
        <p:nvPicPr>
          <p:cNvPr id="42" name="Grafik 33" descr="Klemmbrett Silhouette">
            <a:extLst>
              <a:ext uri="{FF2B5EF4-FFF2-40B4-BE49-F238E27FC236}">
                <a16:creationId xmlns:a16="http://schemas.microsoft.com/office/drawing/2014/main" id="{192DF63A-FB06-7B0D-3A86-BB938CF93305}"/>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794062" y="3105749"/>
            <a:ext cx="667836" cy="667836"/>
          </a:xfrm>
          <a:prstGeom prst="rect">
            <a:avLst/>
          </a:prstGeom>
        </p:spPr>
      </p:pic>
      <p:pic>
        <p:nvPicPr>
          <p:cNvPr id="43" name="Grafik 63" descr="Medizin Silhouette">
            <a:extLst>
              <a:ext uri="{FF2B5EF4-FFF2-40B4-BE49-F238E27FC236}">
                <a16:creationId xmlns:a16="http://schemas.microsoft.com/office/drawing/2014/main" id="{CB43F709-70D9-1482-260F-891F7C1E912A}"/>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685279" y="4790546"/>
            <a:ext cx="667836" cy="667836"/>
          </a:xfrm>
          <a:prstGeom prst="rect">
            <a:avLst/>
          </a:prstGeom>
        </p:spPr>
      </p:pic>
      <p:pic>
        <p:nvPicPr>
          <p:cNvPr id="44" name="Grafik 83" descr="Internet der Dinge Silhouette">
            <a:extLst>
              <a:ext uri="{FF2B5EF4-FFF2-40B4-BE49-F238E27FC236}">
                <a16:creationId xmlns:a16="http://schemas.microsoft.com/office/drawing/2014/main" id="{02B8F64A-556D-CA7E-4649-E58D463239AC}"/>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0794062" y="2263350"/>
            <a:ext cx="667836" cy="667836"/>
          </a:xfrm>
          <a:prstGeom prst="rect">
            <a:avLst/>
          </a:prstGeom>
        </p:spPr>
      </p:pic>
      <p:pic>
        <p:nvPicPr>
          <p:cNvPr id="2" name="Grafik 1" descr="Hierarchie Silhouette">
            <a:extLst>
              <a:ext uri="{FF2B5EF4-FFF2-40B4-BE49-F238E27FC236}">
                <a16:creationId xmlns:a16="http://schemas.microsoft.com/office/drawing/2014/main" id="{4D7826A4-5DDF-F968-E111-36BB33B81AEE}"/>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213387" y="4791515"/>
            <a:ext cx="669600" cy="669600"/>
          </a:xfrm>
          <a:prstGeom prst="rect">
            <a:avLst/>
          </a:prstGeom>
        </p:spPr>
      </p:pic>
      <p:pic>
        <p:nvPicPr>
          <p:cNvPr id="45" name="Grafik 44" descr="Volltreffer Silhouette">
            <a:extLst>
              <a:ext uri="{FF2B5EF4-FFF2-40B4-BE49-F238E27FC236}">
                <a16:creationId xmlns:a16="http://schemas.microsoft.com/office/drawing/2014/main" id="{B0FCFAAD-408B-06CA-A4A4-6626F1679855}"/>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369957" y="4791515"/>
            <a:ext cx="669600" cy="669600"/>
          </a:xfrm>
          <a:prstGeom prst="rect">
            <a:avLst/>
          </a:prstGeom>
        </p:spPr>
      </p:pic>
    </p:spTree>
    <p:extLst>
      <p:ext uri="{BB962C8B-B14F-4D97-AF65-F5344CB8AC3E}">
        <p14:creationId xmlns:p14="http://schemas.microsoft.com/office/powerpoint/2010/main" val="2019638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Benutzerdefiniert 27">
      <a:dk1>
        <a:srgbClr val="000000"/>
      </a:dk1>
      <a:lt1>
        <a:srgbClr val="FFFFFF"/>
      </a:lt1>
      <a:dk2>
        <a:srgbClr val="000000"/>
      </a:dk2>
      <a:lt2>
        <a:srgbClr val="FFFFFF"/>
      </a:lt2>
      <a:accent1>
        <a:srgbClr val="012641"/>
      </a:accent1>
      <a:accent2>
        <a:srgbClr val="3EB9C0"/>
      </a:accent2>
      <a:accent3>
        <a:srgbClr val="00A8B7"/>
      </a:accent3>
      <a:accent4>
        <a:srgbClr val="006174"/>
      </a:accent4>
      <a:accent5>
        <a:srgbClr val="3E3D5E"/>
      </a:accent5>
      <a:accent6>
        <a:srgbClr val="57577C"/>
      </a:accent6>
      <a:hlink>
        <a:srgbClr val="00B7E0"/>
      </a:hlink>
      <a:folHlink>
        <a:srgbClr val="04305C"/>
      </a:folHlink>
    </a:clrScheme>
    <a:fontScheme name="Custom 792">
      <a:majorFont>
        <a:latin typeface="Abadi"/>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6B37B8223F5B24DBD86BDA86C375700" ma:contentTypeVersion="28" ma:contentTypeDescription="Ein neues Dokument erstellen." ma:contentTypeScope="" ma:versionID="2c617ef6da788be6f18eda4d4f93ac60">
  <xsd:schema xmlns:xsd="http://www.w3.org/2001/XMLSchema" xmlns:xs="http://www.w3.org/2001/XMLSchema" xmlns:p="http://schemas.microsoft.com/office/2006/metadata/properties" xmlns:ns2="3b7b675c-3d58-4d1f-9669-e4df94f4eae7" xmlns:ns3="7ed0de4b-4446-4eb0-8b46-9388153effa2" targetNamespace="http://schemas.microsoft.com/office/2006/metadata/properties" ma:root="true" ma:fieldsID="b13c1f0f99ee6e1e6af55be34704efa6" ns2:_="" ns3:_="">
    <xsd:import namespace="3b7b675c-3d58-4d1f-9669-e4df94f4eae7"/>
    <xsd:import namespace="7ed0de4b-4446-4eb0-8b46-9388153effa2"/>
    <xsd:element name="properties">
      <xsd:complexType>
        <xsd:sequence>
          <xsd:element name="documentManagement">
            <xsd:complexType>
              <xsd:all>
                <xsd:element ref="ns2:Freigeber"/>
                <xsd:element ref="ns2:Freigabe_x0020_am"/>
                <xsd:element ref="ns2:ProzessVerantw_x002e_"/>
                <xsd:element ref="ns2:Dokument"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Filt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7b675c-3d58-4d1f-9669-e4df94f4eae7" elementFormDefault="qualified">
    <xsd:import namespace="http://schemas.microsoft.com/office/2006/documentManagement/types"/>
    <xsd:import namespace="http://schemas.microsoft.com/office/infopath/2007/PartnerControls"/>
    <xsd:element name="Freigeber" ma:index="2" ma:displayName="Freigeber" ma:list="UserInfo" ma:SharePointGroup="0" ma:internalName="Freigeber"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reigabe_x0020_am" ma:index="3" ma:displayName="Freigabe am" ma:format="DateOnly" ma:internalName="Freigabe_x0020_am">
      <xsd:simpleType>
        <xsd:restriction base="dms:DateTime"/>
      </xsd:simpleType>
    </xsd:element>
    <xsd:element name="ProzessVerantw_x002e_" ma:index="4" ma:displayName="ProzessVerantw." ma:list="UserInfo" ma:SharePointGroup="0" ma:internalName="ProzessVerantw_x002e_"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okument" ma:index="5" nillable="true" ma:displayName="Dokument" ma:format="Dropdown" ma:indexed="true" ma:internalName="Dokument">
      <xsd:simpleType>
        <xsd:restriction base="dms:Choice">
          <xsd:enumeration value="aktiv"/>
          <xsd:enumeration value="passiv"/>
          <xsd:enumeration value="Aufzeichnung"/>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Bildmarkierungen" ma:readOnly="false" ma:fieldId="{5cf76f15-5ced-4ddc-b409-7134ff3c332f}" ma:taxonomyMulti="true" ma:sspId="712ed446-d110-4211-be52-6bf970ca3cd8"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Filter" ma:index="30" nillable="true" ma:displayName="Filter" ma:format="Dropdown" ma:indexed="true" ma:internalName="Filter">
      <xsd:simpleType>
        <xsd:restriction base="dms:Choice">
          <xsd:enumeration value="Berater"/>
        </xsd:restriction>
      </xsd:simpleType>
    </xsd:element>
  </xsd:schema>
  <xsd:schema xmlns:xsd="http://www.w3.org/2001/XMLSchema" xmlns:xs="http://www.w3.org/2001/XMLSchema" xmlns:dms="http://schemas.microsoft.com/office/2006/documentManagement/types" xmlns:pc="http://schemas.microsoft.com/office/infopath/2007/PartnerControls" targetNamespace="7ed0de4b-4446-4eb0-8b46-9388153effa2" elementFormDefault="qualified">
    <xsd:import namespace="http://schemas.microsoft.com/office/2006/documentManagement/types"/>
    <xsd:import namespace="http://schemas.microsoft.com/office/infopath/2007/PartnerControls"/>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element name="TaxCatchAll" ma:index="27" nillable="true" ma:displayName="Taxonomy Catch All Column" ma:hidden="true" ma:list="{9350f128-a153-43ad-8b2d-f9f09a024483}" ma:internalName="TaxCatchAll" ma:showField="CatchAllData" ma:web="7ed0de4b-4446-4eb0-8b46-9388153effa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b7b675c-3d58-4d1f-9669-e4df94f4eae7">
      <Terms xmlns="http://schemas.microsoft.com/office/infopath/2007/PartnerControls"/>
    </lcf76f155ced4ddcb4097134ff3c332f>
    <Filter xmlns="3b7b675c-3d58-4d1f-9669-e4df94f4eae7">Berater</Filter>
    <TaxCatchAll xmlns="7ed0de4b-4446-4eb0-8b46-9388153effa2" xsi:nil="true"/>
    <ProzessVerantw_x002e_ xmlns="3b7b675c-3d58-4d1f-9669-e4df94f4eae7">
      <UserInfo>
        <DisplayName>Johannes Lange [IfG GmbH]</DisplayName>
        <AccountId>35</AccountId>
        <AccountType/>
      </UserInfo>
    </ProzessVerantw_x002e_>
    <Freigeber xmlns="3b7b675c-3d58-4d1f-9669-e4df94f4eae7">
      <UserInfo>
        <DisplayName>Marco Forster [IfG GmbH]</DisplayName>
        <AccountId>16</AccountId>
        <AccountType/>
      </UserInfo>
    </Freigeber>
    <Dokument xmlns="3b7b675c-3d58-4d1f-9669-e4df94f4eae7">passiv</Dokument>
    <Freigabe_x0020_am xmlns="3b7b675c-3d58-4d1f-9669-e4df94f4eae7">2025-12-09T08:00:00+00:00</Freigabe_x0020_am>
  </documentManagement>
</p:properties>
</file>

<file path=customXml/itemProps1.xml><?xml version="1.0" encoding="utf-8"?>
<ds:datastoreItem xmlns:ds="http://schemas.openxmlformats.org/officeDocument/2006/customXml" ds:itemID="{0D295E05-A287-478B-8161-C8FD0C4D2A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7b675c-3d58-4d1f-9669-e4df94f4eae7"/>
    <ds:schemaRef ds:uri="7ed0de4b-4446-4eb0-8b46-9388153eff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A14A10-8605-466E-B5A5-E157F6184553}">
  <ds:schemaRefs>
    <ds:schemaRef ds:uri="http://schemas.microsoft.com/sharepoint/v3/contenttype/forms"/>
  </ds:schemaRefs>
</ds:datastoreItem>
</file>

<file path=customXml/itemProps3.xml><?xml version="1.0" encoding="utf-8"?>
<ds:datastoreItem xmlns:ds="http://schemas.openxmlformats.org/officeDocument/2006/customXml" ds:itemID="{76818526-5F6F-4565-8F23-586176672541}">
  <ds:schemaRefs>
    <ds:schemaRef ds:uri="7ed0de4b-4446-4eb0-8b46-9388153effa2"/>
    <ds:schemaRef ds:uri="http://www.w3.org/XML/1998/namespace"/>
    <ds:schemaRef ds:uri="http://purl.org/dc/dcmitype/"/>
    <ds:schemaRef ds:uri="http://purl.org/dc/term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3b7b675c-3d58-4d1f-9669-e4df94f4eae7"/>
  </ds:schemaRefs>
</ds:datastoreItem>
</file>

<file path=docProps/app.xml><?xml version="1.0" encoding="utf-8"?>
<Properties xmlns="http://schemas.openxmlformats.org/officeDocument/2006/extended-properties" xmlns:vt="http://schemas.openxmlformats.org/officeDocument/2006/docPropsVTypes">
  <TotalTime>0</TotalTime>
  <Words>3940</Words>
  <Application>Microsoft Office PowerPoint</Application>
  <PresentationFormat>Widescreen</PresentationFormat>
  <Paragraphs>504</Paragraphs>
  <Slides>83</Slides>
  <Notes>61</Notes>
  <HiddenSlides>0</HiddenSlides>
  <MMClips>0</MMClips>
  <ScaleCrop>false</ScaleCrop>
  <HeadingPairs>
    <vt:vector size="4" baseType="variant">
      <vt:variant>
        <vt:lpstr>Theme</vt:lpstr>
      </vt:variant>
      <vt:variant>
        <vt:i4>1</vt:i4>
      </vt:variant>
      <vt:variant>
        <vt:lpstr>Slide Titles</vt:lpstr>
      </vt:variant>
      <vt:variant>
        <vt:i4>83</vt:i4>
      </vt:variant>
    </vt:vector>
  </HeadingPairs>
  <TitlesOfParts>
    <vt:vector size="8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Andrea Kürpick [IfG GmbH]</cp:lastModifiedBy>
  <cp:revision>110</cp:revision>
  <dcterms:created xsi:type="dcterms:W3CDTF">2022-10-24T06:57:44Z</dcterms:created>
  <dcterms:modified xsi:type="dcterms:W3CDTF">2026-09-11T05:35:01Z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0x01010016B37B8223F5B24DBD86BDA86C375700</vt:lpwstr>
  </property>
  <property fmtid="{D5CDD505-2E9C-101B-9397-08002B2CF9AE}" pid="3" name="MediaServiceImageTags">
    <vt:lpwstr/>
  </property>
</Properties>
</file>